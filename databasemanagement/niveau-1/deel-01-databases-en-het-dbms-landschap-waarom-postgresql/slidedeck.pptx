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benadruk dat er vandaag geen SQL wordt geschreven. Dat is opzet.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deze drie komen de hele cursus terug. Laat de zaal ze onthouden.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twee mensen kort laten vertellen. Niet meer — anders loopt het 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samen bouwen op de flip-over, niet tonen.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tien minuten voor nemen. Vertel één eigen voorbeeld waarin het de verkeerde keuze was.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Databasemanagement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1 — Deel 1  ·  Databases en het DBMS-landschap: waarom PostgreSQL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Cursus Databasemanagement | 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Waar we naartoe werken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1 (deel 1-10) — Fundament → EDB Associate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2 (deel 11-22) — DBA/Consultant → EDB Professional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3 (deel 23-30) — Architect → clustercertificering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niveaus, dertig delen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Vandaag: waarom een database, en waarom déze.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benadruk dat er vandaag geen SQL wordt geschreven. Dat is opzet.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Leerdoelen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Uitleggen welke problemen een DBMS oplost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categorieën datastores benoemen en toepassen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ACID en BASE tegenover elkaar zetten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positioneren — inclusief de nadelen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versiebeleid vertalen naar een beheerkalender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platformkeuze onderbouwen én verdedigen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1069848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dit dagdeel kun je: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Meridiaan Pensioen</a:t>
            </a:r>
            <a:endParaRPr lang="en-US" sz="2400" dirty="0"/>
          </a:p>
        </p:txBody>
      </p:sp>
      <p:pic>
        <p:nvPicPr>
          <p:cNvPr id="3" name="Image 0" descr="C:\Projecten\eductus-trainingen\Databasemanagement\databasecursus-output\_figures\figuur-1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097280"/>
            <a:ext cx="996696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Programma Open Pensioen vervangt die schil.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340.000 deelnemers, 4.100 werkgevers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Kernadministratie: gesloten pakket, nachtelijke exports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Daaromheen: Access, Excel, SharePoint, twee zelfbouwapps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afdelingen, drie deelnemersaantallen, alle drie verdedigbaar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Drie stemmen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Karin — programmamanager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Voorspelbaarheid, geen budgetverrassingen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Tarik — enterprise-architect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Doelarchitectuur, geen nieuwe lock-in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Ruud — beheerhoofd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Zijn team van vier moet kunnen slapen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Wie herkent dit?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Zes problemen zonder DBMS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Redundantie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Inconsistentie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gelijktijdigheid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integriteitsbewaking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herstelbaarheid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toegangsbeheer op gegevensniveau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1069848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Alles in deze cursus is een antwoord op dit lijstje.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Probleem → oplossing → deel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Probleem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Mechanisme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Redundantie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Normalisatie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Inconsistentie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Één bron van waarheid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5, 6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Gelijktijdigheid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Transacties, MVCC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7, N2-15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Integriteit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Constraints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Herstel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WAL, PITR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7, N2-17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Toegang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Rollen, RLS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9, N2-21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Database ≠ DBMS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 = de gegevens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DBMS = de software die ze beheert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onderscheid heb je in deel 2 nodig, bij cluster / database / schema.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Wat een DBMS doet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Definitie (DDL)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Manipulatie (DML)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Transactiebeheer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Gelijktijdigheidsbeheer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Herstel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Beveiliging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Optimalisatie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"Fysieke opslag verandert. Query's veranderen niet."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Voeg een index toe → niets in de applicatie wijzigt. — De reden dat relationele databases veertig jaar overleefden terwijl de hardware volledig veranderde.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Diagnose van de schil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gebeurtenissen bij Meridiaan.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 probleem? Welk mechanisme lost het op?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Het landschap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Relationeel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Key-value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Column-family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Graph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Time-series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Analytisch/kolomgeoriënteerd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698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enkelvoudige categorie meer: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Relationeel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Tabellen, SQL, integriteit, transacties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· Oracle · SQL Server · MySQL · Db2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Administratieve systemen waarin correctheid vóór schaal gaat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Document &amp; key-value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 (MongoDB) — schemaloze JSON, vorm verschilt per exemplaar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Key-value (Redis, DynamoDB) — sleutel in, waarde uit, milliseconden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Key-value is zelden de bron van waarheid.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Column-family, graph, time-series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Column-family (Cassandra) — schrijfvolume over veel machines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Graph (Neo4j) — als het pad belangrijker is dan de knoop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Time-series (InfluxDB, TimescaleDB) — metingen met tijdstempel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Analytisch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Snowflake · BigQuery · ClickHouse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Weinig kolommen, alle rijen → kolomopslag wint ordes van grootte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OLTP ↔ OLAP: uitgewerkt in niveau 2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en\eductus-trainingen\Databasemanagement\databasecursus-output\_figures\figuur-1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097280"/>
            <a:ext cx="99669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Categorieën zijn specialisaties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generaties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vraag is nooit "wat is de beste database".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vraag is "welke past bij deze werklast".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Categorie bij werklast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situaties bij Meridiaan. Kies en motiveer in één zin.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ACID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Atomicity — geheel of niet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Consistency — geldige toestand in, geldige toestand uit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Isolation — gelijktijdig zonder zichtbare beïnvloeding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Durability — bevestigd is bevestigd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23 — BASE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Basically Available — altijd antwoord, desnoods verouderd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 state — mag tijdelijk afwijken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Eventual consistency — convergeert uiteindelijk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Waardeoverdracht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Bedrag af bij fonds A → bedrag bij bij fonds B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 BASE bestaat er een venster waarin het geld nergens staat.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 een tijdlijn: prima. Voor een pensioenaanspraak: niet.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Hoe lang mag dit onjuist zijn,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wie draagt de schade?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"ACID is veiliger."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Maar: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is een vraag voor de business, niet voor jou.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ACID of BASE?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gegevenssoorten bij Meridiaan.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minuten,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27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PostgreSQL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Berkeley, jaren '80 (POSTGRES) · huidige naam sinds 1996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Community-ontwikkeld, geen eigenaar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License (BSD/MIT-familie)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Objectrelationeel, sterk uitbreidbaar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Vier onderscheidende eigenschappen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Licentie — geen kosten, geen audit, geen core-afrekening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Governance — niemand kan de licentie eenzijdig wijzigen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Uitbreidbaarheid — PostGIS, TimescaleDB, pgvector, Citus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Typesysteem — arrays, ranges, uuid, en jsonb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30 — jsonb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Documentopslag binnen een transactionele relationele database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Geïndexeerd · doorzoekbaar · met joins en constraints eromheen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In veel projecten de reden dat er géén aparte documentstore nodig is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31 — Vergelijking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PostgreSQL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Oracle/SQL Server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MySQL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Licentiekosten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 core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Lock-in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Middel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Standaard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Middel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Middel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Uitbreidbaar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Zeer 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Beperkt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Beperkt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Support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Inkopen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Van leverancier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Inkopen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en\eductus-trainingen\Databasemanagement\databasecursus-output\_figures\figuur-1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097280"/>
            <a:ext cx="9966960" cy="4937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Analyse op petabyteschaal → kolomplatform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Wereldwijde schrijfbelasting, lage latentie overal → Cassandra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Extreme key-value doorvoer → Redis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kennis én geen bereidheid support in te kopen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Pakketsoftware die alleen op een ander platform gecertificeerd is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33 — Versiebeleid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Hoofdversie: ± jaarlijks, kan gedrag wijzigen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Subversie: alleen correcties en beveiliging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Ondersteuning: 5 jaar na verschijnen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Upgrade is een terugkerende activiteit, geen project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Actuele versies en einddata: Toolbijlage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Adviesnota aan de stuurgroep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Eisen → weging → score → conclusie → risico's van de aanbevolen optie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minuten, drietallen · 2 minuten presenteren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2 — Het relationele model en de PostgreSQL-architectuur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gebeurt er tussen Enter en het antwoord?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Vooraf: PostgreSQL lokaal installeren volgens de Toolbijlage.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Lukt het niet? Meld je vóór de sessie.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2026-08-17T10:11:00Z</dcterms:created>
  <dcterms:modified xsi:type="dcterms:W3CDTF">2026-08-17T10:11:00Z</dcterms:modified>
</cp:coreProperties>
</file>