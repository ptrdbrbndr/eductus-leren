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meest gemaakte diagnosefout is meteen naar laag 4 kijken.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vrijwel iedereen zegt nee. Verbind dan als buitenstaander.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Rollen, rechten en security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1 — Deel 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laatste probleem uit deel 1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Vijf van de zes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Redundantie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 deel 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Inconsistentie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 deel 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Gelijktijdigheid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 deel 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Integriteitsbewaking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 deel 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Herstelbaarheid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 deel 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Toegangsbeheer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vandaag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"*"Een stagiair krijgt toegang tot de map met werkgeverdata om een analyse te maken en ziet daarbij ook de bestanden met deelnemergegevens inclusief burgerservicenummers."*"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hier precies misgegaan?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Dat is de normale vorm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een beveiligingsprobleem.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stagiair kreeg legitiem toegang.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toegang bleek breder dan bedoeld.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kwaadwillende. Geen fout van de stagiair.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Geef de minste rechten die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werk mogelijk maken.  ·  En niet meer.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Vier lagen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1. Netwerk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Kun je de server bereiken?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2. Verbinding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Mag jij van daaraf verbinden? (pg_hba.conf)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3. Rollen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ben je?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4. Rechten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mag je? (GRANT)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TYPE  DATABASE   USER           ADDRESS        METHOD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local   all        postgres                      peer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host    meridiaan  meridiaan_app  10.0.1.0/24    scram-sha-256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host    all        all            0.0.0.0/0      reject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boven naar beneden. Eerste passende regel wint.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trust = geen controle. Nooit buiten een wegwerpomgeving.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Inventariseren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neemt de database over. Wat tref je aan?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Rollen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aparte gebruikers en groepen.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rollen — het verschil is LOGIN.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ROLE analist NOLOGIN;              -- groep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ROLE anouk LOGIN PASSWORD '…';     -- gebruiker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analist TO anouk;                   -- lidmaatschap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Anouk gaat weg.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Hoeveel handelingen zijn er nodig?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Groepsrol: één.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Direct toegekend: uitzoekwerk dat zelden volledig lukt.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Tijdelijke toegang met een einddatum.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hoeft niemand eraan te denken.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ROLE stagiair LOGIN PASSWORD '…'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VALID UNTIL '2026-09-01';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Rechten zijn hiërarchisch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CONNECT ON DATABASE meridiaan TO analist;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USAGE  ON SCHEMA meridiaan     TO analist;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SELECT ON ALL TABLES IN SCHEMA meridiaan TO analist;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drie zijn nodig.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Vergeet je USAGE, dan krijgt de gebruiker een foutmelding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niets zegt over de oorzaak.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En vergeet de sequenties niet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USAGE ON ALL SEQUENCES IN SCHEMA meridiaan TO schrijver;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dit faalt elke INSERT in een tabel met een identiteitskolom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een fout over een object dat je nooit hebt aangemaakt.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Je eerste rol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Hoeveel GRANTs heb je nodig?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Kan deze rol nu iets?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ROLE buitenstaander LOGIN PASSWORD 'test';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vrijwel iedereen zegt nee. Verbind dan als buitenstaander.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Niemand heeft deze rol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ook maar één recht gegeven.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 heeft standaard CONNECT op elke nieuwe database.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Iedereen is automatisch lid van PUBLIC.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En verder?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* FROM pg_roles;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Werkt ook. De rol kent nu alle accounts op het cluster,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 wie superuser is.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Niemand had hem dat gegeven.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stond aan.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 voor de werkgeversanalyse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via PUBLIC toegang tot elke database op het cluster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Dichtzetten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REVOKE CONNECT ON DATABASE meridiaan FROM PUBLIC;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REVOKE ALL ON SCHEMA public FROM PUBLIC;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Kan bestaande applicaties breken die er stilzwijgend op leunden.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Test op acceptatie. Niet op vrijdagmiddag.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publieke valkuil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Standaardrechten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… ON ALL TABLES geldt voor de tabellen die nu bestaan.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tabel van morgen valt erbuiten.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DEFAULT PRIVILEGES IN SCHEMA meridiaan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SELECT ON TABLES TO analist;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faalt niet meteen.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faalt maanden later.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Standaardrechten gelden per aanmakende rol.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DEFAULT PRIVILEGES FOR ROLE meridiaan_eigenaar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SCHEMA meridiaan GRANT SELECT ON TABLES TO analist;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Standaardrechten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Werkt het? Dan niet. Dan wel. Dan weer niet.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Het BSN afschermen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Kolomrechten: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SELECT (deelnemer_id, achternaam, woonplaats)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deelnemer TO analist;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Werkt — maar elke nieuwe kolom vereist onderhoud.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26 — Of: een view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VIEW deelnemer_beperkt AS SELECT … FROM deelnemer;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REVOKE ALL ON deelnemer FROM analist;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GRANT SELECT ON deelnemer_beperkt TO analist;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view draait met de rechten van zijn eigenaar.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Nul rechten op de tabel, en toch leesbaar.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BSN afschermen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Bouw beide oplossingen. Kies daarna.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Het rollenmodel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meridiaan_eigenaar   (NOLOGIN — bezit de objecten)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meridiaan_lezer  ←──  meridiaan_schrijver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│                     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rapportage            portaal_app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Drie ontwerpkeuzes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De eigenaar logt niet in.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gecompromitteerd applicatieaccount kan geen tabellen droppen.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 Tijdelijke toegang heeft een einddatum.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3. ⬇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applicatie is geen superuser.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superuser omzeilt élke rechtencontrole,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élke row level security, élke auditmaatregel.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een SQL-injectie ligt het hele cluster open.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rollenmodel bouwen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32 — Row level security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Kolomrechten beperken welke kolommen.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RLS beperkt welke rijen.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POLICY deelnemer_eigen ON deelnemer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 SELECT TO portaal_app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USING (deelnemer_id = current_setting('app.deelnemer_id')::integer);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33 — Drie dingen over RLS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tabeleigenaar omzeilt RLS standaard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Superusers omzeilen hem altijd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kost prestaties — indexeer de kolom in de policy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FORCE ROW LEVEL SECURITY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zie slide 30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En dan ga je hem "repareren"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terwijl hij goed was.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test als eigenaar. Je ziet alles.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concludeert dat de policy niet werkt.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Row level security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Inclusief: wat gebeurt er als de applicatie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sessie-instelling vergeet?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SET search_path is niet optioneel.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FUNCTION mutatie_afronden(integer) …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SECURITY DEFINER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 search_path = meridiaan, pg_temp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afgebakende handeling, zonder rechten op de tabel.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is het rechtenescalatie.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Encryptie in rust beschermt tegen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gestolen schijf — niet tegen · iemand met een geldige verbinding.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Onderweg — TLS. Altijd doen.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rust — schijfversleuteling.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Kolom — pgcrypto; niet doorzoekbaar, niet indexeerbaar.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Je logbestand wordt een tweede kopie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je persoonsgegevens — met andere  ·  toegangsregels.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log_statement = 'all' zet ook gegevens in de log.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meest verwaarloosde maatregel: de ongeanonimiseerde productiekopie op acceptatie.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Beveiligingsonderzoek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Bevindingen · prioritering op risico · rollenmatrix voor Karin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één organisatorische maatregel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10 — Capstone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lijst van zes is compleet.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 bouwen én verdedigen jullie het geheel.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Meenemen: jullie adviesnota uit opdracht 1.6.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(En nu eerst opruimen — opdracht 9.10.)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2026-08-17T09:38:36Z</dcterms:created>
  <dcterms:modified xsi:type="dcterms:W3CDTF">2026-08-17T09:38:36Z</dcterms:modified>
</cp:coreProperties>
</file>