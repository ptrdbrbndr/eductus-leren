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controleer dat dit bij iedereen lukt vóór je verdergaat.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nuttige zin bij een leverancier die "ACID compliant" claimt.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altijd: wie schrijft de retry?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Transacties, ACID en MVCC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1 — Deel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laatste probleem uit deel 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De zes problemen van de schil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Probleem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Opgelost 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Redundantie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Inconsistentie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Gelijktijdigheid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Vandaag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Integriteitsbewaking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Herstelbaarheid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2 (WAL)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Toegangsbeheer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9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"*"Twee collega's werken 's middags in hetzelfde Excel-bestand. Om 17:10 blijkt het werk van de een verdwenen."*"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het gebeurt gewoon. — Vanmiddag reproduceren jullie dit in een échte database. — Met constraints, foreign keys en ACID.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 — Vandaag: twee vensters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nu twee psql-sessies naast elkaar.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search_path TO oefening, meridiaan, public;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controleer dat dit bij iedereen lukt vóór je verdergaat.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Alles slaagt, of niets slaagt.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deelnemer + eerste dienstverband aanmaken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oude adresperiode sluiten + nieuwe openen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nota vaststellen + journaalpost wegschrijven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alleen voor geld: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Elke opdracht is al een transactie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losse UPDATE draait impliciet tussen BEGIN en COMMIT.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Zodra je opdrachten wilt samenvoegen, maak je het expliciet.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Je sessie is niet kapot.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 beschermt je.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ERROR: current transaction is aborted,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 ignored until end of transaction block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Uitweg: ROLLBACK;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Atomiciteit voelen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 savepoints.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ACID, nu concreet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Waargemaakt door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Atomicity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Transactiebeheer + WAL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Consistency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Jullie constraints (deel 6)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Isolation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MVCC + locks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Durability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WAL met fsync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database zonder constraints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nog steeds volledig ACID.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 bewaakt alleen niets.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sessies, één rij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ziet sessie 2? Waar wacht hij?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en\eductus-trainingen\Databasemanagement\databasecursus-output\_figures\figuur-7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097280"/>
            <a:ext cx="9966960" cy="4937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Dirty read — je leest iets dat nooit heeft bestaan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Non-repeatable read — dezelfde vraag, twee antwoorden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Phantom read — er komt een rij bij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Serialization anomaly — geen enkele volgorde had dit opgeleverd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Isolatieniveaus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Dirty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Non-rep.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Phantom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Serial.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Read uncommitted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Read committed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Repeatable read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–*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Serializable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Drie dingen over PostgreSQL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uncommitted bestaat niet — je krijgt read committed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Standaard is read committed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Repeatable read sluit óók phantoms uit — strenger dan de standaard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drie een gevolg van MVCC.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Welk niveau?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committed — vrijwel al het werk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Repeatable read — als deeltotalen moeten optellen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Serializable — als correctheid boven doorvoer gaat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Wie serializable kiest zonder retry-logica,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ruilt een stille fout in voor een luide.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ERROR: could not serialize access due to concurrent update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bug. Het ontwerp.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vraag altijd: wie schrijft de retry?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anomalieën reproduceren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Non-repeatable · phantom · dirty (probeer maar)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MVCC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UPDATE wijzigt niets.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 komt een nieuwe rijversie bij.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xmin, xmax, * FROM plaats;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xmin = wie maakte deze versie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xmax = wie beëindigde hem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Lezers blokkeren geen schrijvers.</a:t>
            </a:r>
            <a:endParaRPr lang="en-US" sz="2400" dirty="0"/>
          </a:p>
        </p:txBody>
      </p:sp>
      <p:pic>
        <p:nvPicPr>
          <p:cNvPr id="3" name="Image 0" descr="C:\Projecten\eductus-trainingen\Databasemanagement\databasecursus-output\_figures\figuur-7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097280"/>
            <a:ext cx="996696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Ik zie een rijversie als: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xmin is vastgelegd en zichtbaar voor mij, én xmax niet.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Wat dat oplevert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rapportagequery van tien minuten legt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administratie niet stil.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systemen met vergrendelend lezen wel.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Lange transacties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Zolang een transactie loopt, moeten alle rijversies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bewaard blijven die zij nog zou kunnen zien.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de hele database.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= 'idle in transaction'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Onthoud die term.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MVCC zichtbaar maken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xmin · xmax · en waarom een grote UPDATE de tabel verdubbelt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Voorspel de eindwaarde.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Sessie 1                    Sessie 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leest 50.000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leest 50.000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schrijft 52.000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COMMIT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schrijft 51.000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COMMIT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Constraints, foreign keys, ACID 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allemaal aan. En het gebeurt gewoon.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2.000 euro verdwenen.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foutmelding. Beide medewerkers zagen "opgeslagen".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26 — Waarom ACID hier niet helpt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I garandeert dat sessies elkaar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in een halve toestand zien.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dat ze elkaars werk niet overschrijven.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27 — Oplossing 1: reken in de database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dienstverband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jaarsalaris = jaarsalaris + 2000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dienstverband_id = 1;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Sessie 2 wacht, leest de nieuwe waarde, telt daarbij op.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53.000. Wat beiden bedoelden.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Oplossing 2 en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Pessimistisch: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… FOR UPDATE;   -- claim de rij vóór je rekent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Optimistisch: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… WHERE id = 1 AND versie = 7;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-- 0 rijen? Iemand was je voor.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 een webformulier kun je geen lock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Pessimistisch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Optimistisch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Goed bij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Veel conflicten, kort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Weinig conflicten, lange bedenktijd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Kosten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Anderen wachten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Werk overdoen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lost update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Reproduceer hem. Los hem op. Drie manieren.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31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32 — Deadlock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Sessie 1        Sessie 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A        UPDATE B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B ←──────── wacht ────────→ UPDATE 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detecteert het en breekt er één af.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Benader rijen altijd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dezelfde volgorde.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Houd transacties kort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Vergrendel niet meer dan nodig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Vang de fout op en probeer opnieuw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34 — SKIP LOCKED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* FROM mutatie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verwerkt_op IS NULL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BY aangemeld_op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 10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UPDATE SKIP LOCKED;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Meerdere verwerkers, elk andere rijen, niemand wacht.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bij een crash vallen de locks vanzelf weg.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35 — Opdracht 7.6 &amp; 7.7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7.6 Deadlock veroorzaken en voorkomen — 15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7.7 SKIP LOCKED voor de mutatieverwerking — 15 min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36 — De prijs van MVCC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UPDATE en DELETE laat een dode rijversie achter.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VACUUM ruimt op, werkt statistieken bij,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voorkomt XID-wraparound.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Gebeurt dat te lang niet → PostgreSQL stopt met schrijven.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bekendste manier om 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PostgreSQL-productieomgeving stil te leggen.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het begint altijd met hetzelfde redelijke argument: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"autovacuum kost te veel I/O"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38 — Transactiegrenzen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transactie per bedrijfshandeling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Nooit gebruikersinteractie binnen een transactie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Externe aanroepen erbuiten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 kort mogelijk — maar niet korter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Transactieontwerp voor Meridiaan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handelingen. Waar staat BEGIN? Welk isolatieniveau? Welke vergrendeling?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8 — Indexen en views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Jullie database is nu correct, ook met honderd mensen tegelijk.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 maken we hem snel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dan blijkt dat "traag" bijna nooit betekent wat mensen denken.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Meenemen: die query uit deel 4 die langer duurde dan verwacht.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2026-08-17T10:11:02Z</dcterms:created>
  <dcterms:modified xsi:type="dcterms:W3CDTF">2026-08-17T10:11:02Z</dcterms:modified>
</cp:coreProperties>
</file>