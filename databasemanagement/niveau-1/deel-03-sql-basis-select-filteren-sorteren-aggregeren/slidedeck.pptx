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demonstreren.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voorspellen dat 2 + 3 = 1. Toon dat het niet klopt.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foutmelding staan en vraag: welke van de dertig namen zou er moeten staan?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SQL basis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1 — Deel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SELECT, filteren, sorteren, aggregeren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Wél: verklaren waarom een query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verkeerde antwoord geeft  ·  zónder foutmelding.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SELECT leren typen.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psql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\dt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Tabellen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\d deelnemer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Structuur van één tabel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\x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Uitgebreide weergave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\timing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Uitvoeringstijd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\?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Alle commando's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database hangt niet.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Hij wacht op jou.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 zonder puntkomma: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meridiaan=#  →  meridiaan-#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demonstreren.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De vorm van een SELECT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  kolommen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    tabellen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   rijfilter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 BY groepering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HAVING   groepsfilter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 BY sortering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    aantal;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Dit is de schrijfvolgorde. Onthoud dat woord.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Aanhalingstekens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'enkele'   -- een tekstwaarde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"dubbele"  -- een kolom- of tabelnaam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"Jansen";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ERROR: column "Jansen" does not exist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Advies: altijd kleine letters met liggende streepjes.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Namen samenvoegen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voorletters || ' ' || tussenvoegsel || ' ' || achternaam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Tussenvoegsel is NULL → de hele naam wordt NULL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concat_ws(' ', voorletters, tussenvoegsel, achternaam)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concat_ws negeert NULL.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Opdracht 3.1 &amp; 3.2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3.1 Verkennen met psql — 10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3.2 Kolommen en berekeningen — 15 min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Filteren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= &lt;&gt; &lt; &gt;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Vergelijken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BETWEEN a AND b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Inclusief beide grenzen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 (…)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 een lijst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LIKE / ILIKE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Patroon (%, _)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IS NULL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Onbekend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Twee valkuilen in WHERE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AND bindt sterker dan OR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land='BE' OR land='DE' AND einddatum IS NULL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altijd haakjes zetten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BETWEEN op timestamp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t &gt;= '2025-01-01' AND t &lt; '2026-01-01'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ondergrens inclusief, bovengrens exclusief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11 — Voorspel de uitkomst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count(*) FROM deelnemer;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count(*) FROM deelnemer WHERE woonplaats = 'Utrecht';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count(*) FROM deelnemer WHERE woonplaats &lt;&gt; 'Utrecht';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de zaal voorspellen dat 2 + 3 = 1. Toon dat het niet klopt.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Waar zijn ze gebleven?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~240 deelnemers hebben geen woonplaats.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 &lt;&gt; 'Utrecht' is onbekend → WHERE laat alleen true door.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woonplaats IS DISTINCT FROM 'Utrecht'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"Drie afdelingen, drie deelnemersaantallen."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Dit is precies hoe dat gebeurt. — Geen foutmelding. Alleen een verkeerd getal.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Filteren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Zeven vragen, waaronder de naïeve én de correcte telling.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Sorteren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 BY geboortedatum DESC, achternaam;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 sorteert in PostgreSQL: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laatst bij ASC, eerst bij DESC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 BY jaarsalaris DESC NULLS LAST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levert willekeurige rijen.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lijkt stabiel. Dat is toeval.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 een update, vacuum of ander plan krijg je andere rijen.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OFFSET is duur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OFFSET 100000 LIMIT 10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de database produceert 100.010 rijen om er 10 te tonen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Alternatief (keyset-paginering): niveau 2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Sorteren en beperken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Tekstfuncties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length · upper · lower · initcap · trim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substring · replace · left · right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split_part · concat_ws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De woonplaatsen van Meridiaan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 haag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 HAAG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 Haag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  Bosch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s-Hertogenbosch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schrijfwijzen. Twee steden.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Opruimen in een query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initcap(trim(woonplaats)), count(*)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deelnemer GROUP BY 1 ORDER BY 2 DESC;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Dit repareert het symptoom.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oplossing is een domein: een plaatsentabel met een foreign key.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deel 5 en 6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Rommelige 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Datumfuncties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age(d)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Leeftijd als interval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extract(year FROM d)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Onderdeel eruit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date_trunc('month', t)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Afronden op periode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make_date(j,m,d)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Opbouwen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to_char(t, 'YYYY-MM')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Opmaken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Gebruik timestamptz,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tenzij je een heel goede reden hebt.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Zomertijd: een uur bestaat twee keer, of helemaal niet.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Datums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Leeftijden, decennia, doorlooptijden per kanaal.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27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CASE, COALESCE, NULLIF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WHEN … THEN … ELSE … END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coalesce(woonplaats, 'onbekend')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nullif(aantal, 0)          -- tegen deling door nul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 op: coalesce(salaris, 0) in een gemiddelde vertekent het resultaat.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Onbekend is niet nul.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29 — Integerdeling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7 / 2;          -- 3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7.0 / 2;        -- 3.5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altijd 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count() FILTER (…) / count()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goed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100.0  count() FILTER (…) / count(*)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numeric voor geld. Altijd.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0.1::float + 0.2::float = 0.3::float;      -- false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0.1::numeric + 0.2::numeric = 0.3::numeric; -- true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31 — Aggregeren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count(*) — alle rijen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count(kolom) — niet-NULL waarden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count(DISTINCT kolom) — verschillende waarden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 · avg · min · max — negeren NULL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string_agg · array_agg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32 — FILTER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count(*)                                        AS totaal,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count(*) FILTER (WHERE einddatum IS NULL)       AS actief,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count(*) FILTER (WHERE bsn IS NULL)             AS zonder_bsn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deelnemer;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getallen. Eén scan. Eén moment.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33 — De GROUP BY-regel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kolom in SELECT staat óf in GROUP BY, óf in een aggregatie.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sector, naam, count(*) FROM werkgever GROUP BY sector;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ERROR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de foutmelding staan en vraag: welke van de dertig namen zou er moeten staan?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34 — WHERE of HAVING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— filtert rijen, vóór het groeperen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HAVING — filtert groepen, ná het groeperen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Aggregaties mogen alleen in HAVING.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Alles wat per rij kan, hoort in WHERE.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en\eductus-trainingen\Databasemanagement\databasecursus-output\_figures\figuur-3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097280"/>
            <a:ext cx="9966960" cy="4937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Eén schema verklaart de meeste beginnersfouten.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Alias niet in WHERE → bestaat nog niet (stap 2 vóór 5)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Alias wél in ORDER BY → stap 7 ná 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aggregatie in WHERE → nog geen groepen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37 — Opdracht 3.8 &amp; 3.9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 Verklaar vier query's zonder ze uit te voeren — 10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3.9 Stuurinformatie voor Karin: betaalprestatie per sector — 30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4 — Joins, subquery's en CTE's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Vandaag kreeg je de join kado bij opdracht 3.9.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 verdien je hem.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Meenemen: één vraag over Meridiaan die je met vandaag níét kunt beantwoorden.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2026-08-17T10:11:01Z</dcterms:created>
  <dcterms:modified xsi:type="dcterms:W3CDTF">2026-08-17T10:11:01Z</dcterms:modified>
</cp:coreProperties>
</file>