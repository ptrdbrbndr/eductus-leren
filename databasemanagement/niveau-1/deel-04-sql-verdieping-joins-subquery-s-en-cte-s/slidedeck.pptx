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oogst drie vragen die met deel 3 onbeantwoordbaar waren. Schrijf ze op het bord. Kom er aan het eind op terug.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draaien. Het eerste getal maakt indruk.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meerderheid zegt 0 en 0. Het is 1 en 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draaien, rijen tellen, zaal laten verklaren vóórdat je het zegt.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demonstreer dit. Het is de werkwijze die ze bij 4.9 nodig hebben.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Joins, subquery's en CTE's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Niveau 1 — Deel 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Gegevens uit meerdere tabellen combineren — zonder stille fouten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 — Jullie vragen uit deel 3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12648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oogst drie vragen die met deel 3 onbeantwoordbaar waren. Schrijf ze op het bord. Kom er aan het eind op terug.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Alle drie zien er plausibel uit.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INNER waar LEFT bedoeld is → rijen ontbreken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Voorwaarde in WHERE bij een outer join → outer wordt inner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Fan-out bij één-op-veel → totalen te hoog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4 — Waarom joinen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Deel 5 splitst gegevens op zodat elk feit één keer bestaat.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Joinen brengt weer samen wat bewust gescheiden is.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Denk in verzamelingen, niet in lussen.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5 — Een join is een filter op een product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SELECT count(*) FROM werkgever, dienstverband;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-- 250 × 11.000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SELECT count(*) FROM werkgever JOIN dienstverband USING (werkgever_id);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612648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live draaien. Het eerste getal maakt indruk.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6 — INNER JOIN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SELECT d.achternaam, w.naam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FROM dienstverband dv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JOIN deelnemer d ON d.deelnemer_id = dv.deelnemer_id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JOIN werkgever w ON w.werkgever_id = dv.werkgever_id;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Alleen rijen met een match aan beide kanten.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Aliassen zijn geen luxe. Gebruik ze vanaf nu altijd.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7 — Niet doen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SELECT * FROM a, b WHERE a.id = b.a_id;   -- komma-join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Vergeet je de WHERE → stilzwijgend een cartesisch product.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Gebruik de expliciete JOIN-syntaxis.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Eerste joins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min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9 — LEFT JOIN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SELECT w.naam, count(dv.dienstverband_id)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FROM werkgever w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LEFT JOIN dienstverband dv ON dv.werkgever_id = w.werkgever_id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GROUP BY w.werkgever_id, w.naam;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Behoudt alle rijen links, ook zonder match.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1463040"/>
            <a:ext cx="73152" cy="3474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0" y="1463040"/>
            <a:ext cx="94183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"INNER beantwoordt vragen over combinaties.  LEFT beantwoordt vragen over de linkertabel, met extra informatie."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63040" y="512064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"Alle werkgevers met hun aantal deelnemers" → LEFT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LEFT JOIN vindt wat er níét is.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een fout in de administratie, of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een werkgever die niets aanlevert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1069848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Een aangesloten werkgever zonder enige deelnemer is: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12 — Voorspel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Werkgever zonder dienstverbanden, na LEFT JOIN: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count(*)                    → ?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count(dv.dienstverband_id)  → ?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612648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meerderheid zegt 0 en 0. Het is 1 en 0.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13 — count(*) na een LEFT JOIN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Er ís een rij — gevuld met NULL's.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count(*) telt hem: 1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count(kolom) telt alleen niet-NULL: 0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14 — RIGHT, FULL, CROSS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RIGHT — draai de tabellen om en schrijf LEFT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FULL — alles van beide kanten; voor het vergelijken van bronnen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CROSS — elke combinatie; nuttig om een volledig raster te maken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15 — ON, USING, NATURAL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 d.deelnemer_id = dv.deelnemer_id   -- altijd goed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USING (deelnemer_id)                  -- korter, één kolom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NATURAL JOIN                          -- NIET GEBRUIKEN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NATURAL joint op alle gelijknamige kolommen.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Iemand voegt een kolom toe → je query verandert stilzwijgend.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INNER of LEFT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 min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17 — Pauze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18 — De klassieke fout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SELECT w.naam, count(p.premienota_id)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FROM werkgever w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LEFT JOIN premienota p ON p.werkgever_id = w.werkgever_id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WHERE p.betaaldatum IS NULL        -- ← hier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GROUP BY w.werkgever_id, w.naam;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612648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draaien, rijen tellen, zaal laten verklaren vóórdat je het zegt.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Je LEFT JOIN is een INNER JOIN geworden.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FROM / JOIN   ← de rijen ontstaan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WHERE         ← en worden hier weggegooid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1069848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Werkgevers die álles betaalden, hebben geen enkele rij meer over.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en\eductus-trainingen\Databasemanagement\databasecursus-output\_figures\figuur-4-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97280" y="1097280"/>
            <a:ext cx="9966960" cy="4937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59436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LEFT JOIN premienota 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 p.werkgever_id = w.werkgever_id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AND p.betaaldatum IS NULL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Regel: bij een outer join horen voorwaarden over de rechtertabel in ON, niet in WHERE.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klassieke fout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Vinden, verklaren, repareren, controleren.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min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22 — Fan-out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SELECT count(*) FROM deelnemer;                      -- 8.000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SELECT count(*) FROM deelnemer JOIN aanspraak …;     -- 13.300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SELECT count(*) FROM deelnemer JOIN aanspraak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JOIN dienstverband …; -- veel meer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Elke één-op-veel-join vermenigvuldigt rijen.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Hoeveel te hoog is dat rapport?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Stel dat daar sum(bedrag) had gestaan.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Niet alleen fout — onbepaald fout.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24 — Twee oplossingen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count(DISTINCT …) waar je telt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Eerst aggregeren in een CTE, dan joinen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1069848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tweede is meestal schoner — en het patroon voor opdracht 4.9.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Fan-out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min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26 — UNION, INTERSECT, EXCEPT</a:t>
            </a:r>
            <a:endParaRPr lang="en-US" sz="26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UNION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Samenvoegen, ontdubbelen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UNION ALL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Samenvoegen, alles behouden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INTERSECT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In beide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EXCEPT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Wel in de eerste, niet in de tweede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27 — Pauze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28 — Subquery's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Scalair — één waarde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WHERE jaarsalaris &gt; (SELECT avg(jaarsalaris) FROM dienstverband)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 — een lijst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EXISTS — bestaat er een rij?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NOT EXISTS — anti-join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Gebruik NOT EXISTS,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niet NOT IN.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Eén NULL in de subquery → NOT IN geeft nooit rijen.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Geen foutmelding.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Subquery's en anti-joins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Inclusief de NOT IN-valkuil op bsn.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 min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31 — CTE's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Van boven naar beneden leesbaar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Meerdere keren bruikbaar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Stap voor stap te testen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651760"/>
            <a:ext cx="106984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WITH per_werkgever AS (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…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SELECT … FROM per_werkgever …;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32 — Zo bouw je een complexe query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Schrijf de eerste CTE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Voer alleen die uit — klopt het?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Bouw verder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Herhaal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612648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demonstreer dit. Het is de werkwijze die ze bij 4.9 nodig hebben.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Let bij PostgreSQL-advies altijd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 versie én datum.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Tot versie 12: ja, altijd een optimization fence.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Sinds versie 12: nee, bij enkelvoudig gebruik.</a:t>
            </a:r>
            <a:endParaRPr lang="en-US" sz="15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34 — Recursieve CTE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WITH RECURSIVE maanden AS (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SELECT DATE '2025-01-01' AS maand      -- anker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UNION ALL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SELECT maand + INTERVAL '1 month'      -- recursie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FROM maanden WHERE maand &lt; DATE '2025-12-01'   -- stop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Vergeet de stopvoorwaarde → oneindige query.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Voor reeksen: liever generate_series.</a:t>
            </a:r>
            <a:endParaRPr lang="en-US" sz="1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CTE's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 min</a:t>
            </a:r>
            <a:endParaRPr lang="en-US" sz="15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Rekent over een groep rijen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zonder ze samen te vouwen.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row_number() · rank() · sum() OVER (…) · lag() / lead()</a:t>
            </a:r>
            <a:endParaRPr lang="en-US" sz="15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37 — Het patroon dat je het vaakst nodig hebt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SELECT * FROM (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SELECT p.*, row_number() OVER (PARTITION BY werkgever_id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ORDER BY periode_jaar DESC,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periode_maand DESC) AS rn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FROM premienota p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) x WHERE rn = 1;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filtering moet naar buiten — vensterfuncties bestaan in WHERE nog niet.</a:t>
            </a:r>
            <a:endParaRPr lang="en-US" sz="16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keuze gaat over leesbaarheid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 robuustheid. Zelden over snelheid.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698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NOT EXISTS — aanbevolen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LEFT JOIN … IS NULL — even goed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NOT IN — tijdbom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EXCEPT — elegant voor sleutels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3474720"/>
            <a:ext cx="106984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Welke werkgevers hebben geen dienstverband?</a:t>
            </a:r>
            <a:endParaRPr lang="en-US" sz="16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Het werkgeversdossier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Alle werkgevers · geen fan-out · geen NULL waar een getal hoort · opgebouwd met CTE's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30 min, drietallen</a:t>
            </a:r>
            <a:endParaRPr lang="en-US" sz="15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Deel 5 — Datamodellering en normalisatie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Vier dagdelen hebben we deze database gebruikt.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Volgende keer beoordelen we hem — inclusief de bewuste fouten.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Meenemen: één ding in het model dat je zou veranderen.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2026-08-17T10:11:01Z</dcterms:created>
  <dcterms:modified xsi:type="dcterms:W3CDTF">2026-08-17T10:11:01Z</dcterms:modified>
</cp:coreProperties>
</file>