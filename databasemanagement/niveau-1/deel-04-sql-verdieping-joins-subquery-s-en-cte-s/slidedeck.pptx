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oogst drie vragen die met deel 3 onbeantwoordbaar waren. Schrijf ze op het bord. Kom er aan het eind op terug.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draaien. Het eerste getal maakt indruk.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meerderheid zegt 0 en 0. Het is 1 en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draaien, rijen tellen, zaal laten verklaren vóórdat je het zegt.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demonstreer dit. Het is de werkwijze die ze bij 4.9 nodig hebben.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Joins, subquery's en CTE's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— Deel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Gegevens uit meerdere tabellen combineren — zonder stille fouten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Jullie vragen uit deel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oogst drie vragen die met deel 3 onbeantwoordbaar waren. Schrijf ze op het bord. Kom er aan het eind op terug.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 drie zien er plausibel uit.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INNER waar LEFT bedoeld is → rijen ontbreken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Voorwaarde in WHERE bij een outer join → outer wordt inner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Fan-out bij één-op-veel → totalen te hoog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Waarom joinen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splitst gegevens op zodat elk feit één keer bestaat.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Joinen brengt weer samen wat bewust gescheiden 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Denk in verzamelingen, niet in lussen.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Een join is een filter op een product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werkgever, dienstverband;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-- 250 × 11.000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werkgever JOIN dienstverband USING (werkgever_id);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live draaien. Het eerste getal maakt indruk.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INNER JOIN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d.achternaam, w.naam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dienstverband dv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JOIN deelnemer d ON d.deelnemer_id = dv.deelnemer_id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JOIN werkgever w ON w.werkgever_id = dv.werkgever_id;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rijen met een match aan beide kanten.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Aliassen zijn geen luxe. Gebruik ze vanaf nu altijd.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Niet doen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a, b WHERE a.id = b.a_id;   -- komma-join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Vergeet je de WHERE → stilzwijgend een cartesisch product.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Gebruik de expliciete JOIN-syntaxis.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Eerste joins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LEFT JOIN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w.naam, count(dv.dienstverband_id)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werkgever w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LEFT JOIN dienstverband dv ON dv.werkgever_id = w.werkgever_id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GROUP BY w.werkgever_id, w.naam;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Behoudt alle rijen links, ook zonder match.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"INNER beantwoordt vragen over combinaties.  LEFT beantwoordt vragen over de linkertabel, met extra informatie."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"Alle werkgevers met hun aantal deelnemers" → LEFT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LEFT JOIN vindt wat er níét is.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fout in de administratie, of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werkgever die niets aanlevert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69848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aangesloten werkgever zonder enige deelnemer is: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Voorspel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Werkgever zonder dienstverbanden, na LEFT JOIN: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count(*)                    → 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count(dv.dienstverband_id)  → 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meerderheid zegt 0 en 0. Het is 1 en 0.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count(*) na een LEFT JOIN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ís een rij — gevuld met NULL's.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count(*) telt hem: 1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count(kolom) telt alleen niet-NULL: 0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RIGHT, FULL, CROSS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RIGHT — draai de tabellen om en schrijf LEFT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 — alles van beide kanten; voor het vergelijken van bronnen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 — elke combinatie; nuttig om een volledig raster te maken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ON, USING, NATURAL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d.deelnemer_id = dv.deelnemer_id   -- altijd goed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USING (deelnemer_id)                  -- korter, één kolom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NATURAL JOIN                          -- NIET GEBRUIKEN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NATURAL joint op alle gelijknamige kolommen.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Iemand voegt een kolom toe → je query verandert stilzwijgend.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INNER of LEFT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De klassieke 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w.naam, count(p.premienota_id)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werkgever w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LEFT JOIN premienota p ON p.werkgever_id = w.werkgever_id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p.betaaldatum IS NULL        -- ← hier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GROUP BY w.werkgever_id, w.naam;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draaien, rijen tellen, zaal laten verklaren vóórdat je het zegt.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LEFT JOIN is een INNER JOIN geworden.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/ JOIN   ← de rijen ontstaan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        ← en worden hier weggegooid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69848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Werkgevers die álles betaalden, hebben geen enkele rij meer over.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4-1 — wordt toegevoegd bij de interactieve versie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LEFT JOIN premienota 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p.werkgever_id = w.werkgever_id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p.betaaldatum IS NULL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Regel: bij een outer join horen voorwaarden over de rechtertabel in ON, niet in WHERE.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klassieke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Vinden, verklaren, repareren, controleren.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Fan-out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deelnemer;                      -- 8.000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deelnemer JOIN aanspraak …;     -- 13.300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deelnemer JOIN aanspraak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JOIN dienstverband …; -- veel meer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één-op-veel-join vermenigvuldigt rijen.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Hoeveel te hoog is dat rapport?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Stel dat daar sum(bedrag) had gestaan.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alleen fout — onbepaald fout.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Twee oplossingen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count(DISTINCT …) waar je telt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 aggregeren in een CTE, dan joinen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69848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tweede is meestal schoner — en het patroon voor opdracht 4.9.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Fan-out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UNION, INTERSECT, EXCEPT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UNION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Samenvoegen, ontdubbelen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UNION ALL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Samenvoegen, alles behouden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INTERSECT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beide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EXCEPT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in de eerste, niet in de tweede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Subquery's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Scalair — één waarde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jaarsalaris &gt; (SELECT avg(jaarsalaris) FROM dienstverband)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— een lijst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EXISTS — bestaat er een rij?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EXISTS — anti-join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Gebruik NOT EXISTS,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NOT 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NULL in de subquery → NOT IN geeft nooit rijen.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foutmelding.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Subquery's en anti-joins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 de NOT IN-valkuil op bsn.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CTE's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boven naar beneden leesbaar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Meerdere keren bruikbaar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Stap voor stap te testen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per_werkgever AS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… FROM per_werkgever …;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Zo bouw je een complexe query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 de eerste CTE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Voer alleen die uit — klopt het?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 verder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Herhaal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demonstreer dit. Het is de werkwijze die ze bij 4.9 nodig hebben.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Let bij PostgreSQL-advies altijd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versie én datum.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 versie 12: ja, altijd een optimization fence.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Sinds versie 12: nee, bij enkelvoudig gebruik.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Recursieve CTE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RECURSIVE maanden AS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DATE '2025-01-01' AS maand      -- anker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UNION ALL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maand + INTERVAL '1 month'      -- recursie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maanden WHERE maand &lt; DATE '2025-12-01'   -- stop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Vergeet de stopvoorwaarde → oneindige query.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reeksen: liever generate_series.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CTE's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Rekent over een groep rijen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ze samen te vouwen.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row_number() · rank() · sum() OVER (…) · lag() / lead()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37 — Het patroon dat je het vaakst nodig hebt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p.*, row_number() OVER (PARTITION BY werkgever_id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periode_jaar DESC,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periode_maand DESC) AS rn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premienota 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 x WHERE rn = 1;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filtering moet naar buiten — vensterfuncties bestaan in WHERE nog niet.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keuze gaat over leesbaarheid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robuustheid. Zelden over snelheid.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EXISTS — aanbevolen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LEFT JOIN … IS NULL — even goed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IN — tijdbom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EXCEPT — elegant voor sleutels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474720"/>
            <a:ext cx="10698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werkgevers hebben geen dienstverband?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werkgeversdossier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werkgevers · geen fan-out · geen NULL waar een getal hoort · opgebouwd met CTE's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5 — Datamodellering en normalisatie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dagdelen hebben we deze database gebruikt.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 beoordelen we hem — inclusief de bewuste fouten.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Meenemen: één ding in het model dat je zou veranderen.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2026-08-17T09:38:32Z</dcterms:created>
  <dcterms:modified xsi:type="dcterms:W3CDTF">2026-08-17T09:38:32Z</dcterms:modified>
</cp:coreProperties>
</file>