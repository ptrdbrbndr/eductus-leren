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oogst de meegenomen aantekeningen uit deel 4. Op het bord, en laat ze de hele dag staan.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laat ze het in de casusdatabase opzoeken. Ja. En dáár komen de drie verschillende deelnemersaantallen uit deel 1 vandaan.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laat de zaal het verschil zelf formuleren.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Datamodellering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 normalisatie  ·  Niveau 1 — Deel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dagdelen gebruikten we deze database. Vandaag beoordelen we hem.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 — Jullie wijzigingen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12648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oogst de meegenomen aantekeningen uit deel 4. Op het bord, en laat ze de hele dag staan.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"De schil bij Meridiaan is niet ontstaan doordat mensen slecht waren in SQL."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Hij is ontstaan doordat niemand — ooit vastlegde wat een deelnemer ís.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Kan een deelnemer twee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gelijktijdige dienstverbanden hebben?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5 — Wat een model doet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legt betekenis vast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legt regels vast die de database afdwingt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is een gespreksinstrument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1069848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rendement zit niet in de plaat.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zit in de vragen die je moest stellen om hem te tekenen.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6 — Drie niveaus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Beantwoordt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Voor wie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Conceptueel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bestaat er?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Business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Logisch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Hoe relationeel vastleggen?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Analisten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Fysiek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Hoe in PostgreSQL?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Ontwikkelaars, DBA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sleutels.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"Deelnemer heeft een deelnemer_id" is een implementatiekeuze,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feit over de wereld.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Leg je het op tafel, dan gaat het gesprek over techniek.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8 — Entiteit of attribuut?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Kun je er meerdere van hebben?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 je er meer over vastleggen?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331720"/>
            <a:ext cx="10698480" cy="3703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toetsvragen: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keer nee → attribuut.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vijf schrijfwijzen zijn geen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invoerprobleem. Ze zijn een modelprobleem.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Nu een attribuut. Gevolg (deel 3):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den haag · DEN HAAG · " Den Haag"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10 — Kraaienpoot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`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`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Precies één / verplicht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Nul — optioneel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&lt;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""Een werkgever heeft nul of meer dienstverbanden." "Een dienstverband is bij precies één werkgever.""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Hardop. Zo hoort de business of het klopt.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12 — Optionaliteit is de discussie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Deelnemer zonder dienstverband? Ja — slapers.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Dienstverband zonder deelnemer? Nooit.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Werkgever zonder deelnemers? Ja.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1069848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Vraag bij elke relatie: kan dit er niet zijn?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 vertaalt rechtstreeks naar NOT NULL (deel 6)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13 — Opdracht 5.1 &amp; 5.2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5.1 Entiteit of attribuut — 10 min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5.2 Cardinaliteit uitspreken — 10 min, tweetallen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14 — Van gesprek naar model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Onderstreep de zelfstandige naamwoorden → entiteiten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Onderstreep de werkwoorden → relaties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Schift attributen eruit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Let op signaalwoorden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971800"/>
            <a:ext cx="10698480" cy="3063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"meerdere" → veel-op-veel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"niet altijd" → optioneel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"of hij heeft gewerkt" → historie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Klantcontact bij Meridiaan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Teken het conceptuele model. Op papier.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16 — Pauze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17 — Veel-op-veel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deelnemer ||──O&lt; dienstverband &gt;O──|| werkgever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Belangrijkste les: een koppeltabel is zelden alleen een koppeling.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Heeft hij een naam die de business gebruikt → het is een entiteit.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Heet hij deelnemer_werkgever → je hebt niet doorgevraagd.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 → B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Ken je A, dan ligt B vast.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Partieel — hangt af van een deel van de sleutel → 2NF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Transitief — A → B → C → 3NF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Elk attribuut hangt af van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sleutel,  ·  de hele sleutel,  ·  en niets dan de sleutel.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(Kent, 1983)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20 — 1NF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deelnemer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telefoonnummers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1001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06-1234, 070-5678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jsonb voor wat je bewaart.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Kolommen voor wat je gebruikt.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PostgreSQL schendt 1NF bewust — en dat mag soms.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Filteren, aggregeren, bewaken → kolommen.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22 — 2NF: de drie anomalieën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werkgever_id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periode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werkgever_naam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42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2025-01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Van Dijk Bouw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42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2025-03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Van Dijk Bouw B.V.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Niets houdt "Utrect" tegen.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deelnemer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postcode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woonplaats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1001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3511AB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Utrecht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1002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3511AB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Utrect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24 — Waar theorie stopt en oordeel begint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externe bron beheren die maandelijks wijzigt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meestal een licentie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buitenlandse adressen passen niet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1069848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postcodetabel betekent: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Verdedigbare tussenweg: plaatsentabel zonder postcodelogica.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Normaliseren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tabel uit de oude Access-schil.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min, individueel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26 — Pauze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27 — Denormalisatie: drie voorwaarden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Je hebt gemeten dat het genormaliseerde model niet voldoet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Je hebt vastgelegd hoe het synchroon blijft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staat in de documentatie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1069848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onlegitieme reden die je overal hoort: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"joins zijn traag"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Eén is fout. Eén is juist.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Welke, en waarom?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A. Werkgeversnaam naar dienstverband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B. Jaarsalaris naar aanspraak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29 — Het antwoord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is een kopie van een actuele waarde → redundantie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 is een historisch feit → het salaris zoals het tóén was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Veel schijnbare denormalisatie is in werkelijkheid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bewust bevroren moment.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Denormalisatie beoordelen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voorstellen.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min, tweetallen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31 — Historie: drie soorten tijd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Geldigheidstijd — vanaf wanneer geldt dit?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Registratietijd — vanaf wanneer weten wij het?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Beslissingstijd — op welke kennis is toen besloten?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Welk adres had deze deelnemer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toen wij het UPO van 2023 verstuurden?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Antwoord in de huidige database: niet te achterhalen.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Bij een klacht is dat een probleem.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33 — Vier patronen</a:t>
            </a:r>
            <a:endParaRPr lang="en-US" sz="26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Patroon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Kosten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Alleen huidige toestand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Geen historie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Geldig van/tot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Elke query heeft een peildatum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Aparte historietabel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Twee bronnen bevragen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Bitemporeel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Aanzienlijk complexer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Historie toevoegen aan een model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 er niet op gebouwd is,  ·  komt neer op herbouwen.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Daarom is dit een conceptuele vraag.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Historie ontwerpen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Adres en salaris met geldigheidsperiode.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36 — De casus, beoordeeld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woonplaats als vrij tekstveld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adres, geen adreshistorie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Aanspraak aan deelnemer, niet aan dienstverband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soort en kanaal als tekst met CHECK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historie op jaarsalaris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entiteit voor het UPO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"*"En we versturen elk jaar een overzicht, dat willen we ook kunnen terugvinden."*"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Modelleerfouten ontstaan zelden door — verkeerd redeneren, en bijna altijd — door niet doorvragen. — De UPO-entiteit stond letterlijk in het gesprek: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38 — Opdracht 5.7 &amp; volgende keer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5.7 Modelherzieningsvoorstel — 25 min, drietallen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Prioriteer op risico, niet op zuiverheid. En noem één wijziging die je bewust níét doet.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6 — DDL, datatypen en constraints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 bouwen wat jullie vandaag bedachten. Inclusief de constraint die je bij 5.6 miste.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2026-08-17T09:38:32Z</dcterms:created>
  <dcterms:modified xsi:type="dcterms:W3CDTF">2026-08-17T09:38:32Z</dcterms:modified>
</cp:coreProperties>
</file>