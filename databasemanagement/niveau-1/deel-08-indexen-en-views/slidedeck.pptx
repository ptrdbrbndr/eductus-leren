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 het bord, laat staan tot opdracht 8.7.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eerst mutatie_groot laten aanmaken.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Indexen en views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1 — Deel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database is correct. Nu maken we hem snel.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verschillende problemen.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één query is traag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alles is traag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traag sinds vanochtend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traag sinds de laatste release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traag voor één gebruiker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kan betekenen: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De vier oorzaken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ontbrekende index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Verouderde statistieken → verkeerd plan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query die te veel opvraagt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Vergrendeling — hij rekent niet, hij wacht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het bord, laat staan tot opdracht 8.7.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helpt een index.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nummer 4 helpt hij niets —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dat is precies waar mensen er het vaakst een toevoegen.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Gesorteerd, gebalanceerd. Zoeken als in een telefoonboek.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miljoen rijen → ongeveer 23 stappen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index kent de waarde plus een verwijzing naar de rij.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Waar een B-tree goed in is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= &lt; &gt; BETWEEN 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ORDER BY op dezelfde kolommen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 — al gesorteerd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LIKE 'abc%'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LIKE '%abc'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EXPLAIN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 Scan on deelnemer  (cost=0.00..205.00 rows=320 width=97)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Filter: (achternaam = 'Jansen'::text)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 = geschat, niet in seconden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 = geschat aantal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width = bytes per rij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voert de query niet uit.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EXPLAIN ANALYZE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 Scan on deelnemer  (cost=0.00..205.00 rows=320 width=97)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(actual time=0.021..1.842 rows=298 loops=1)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 Removed by Filter: 7702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Buffers: shared hit=105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Execution Time: 1.903 ms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Factor 10 verschil?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statistieken kloppen niet.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Rows Removed by Filter — hoog? → index ontbreekt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rows= tegenover actual rows=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EXPLAIN ANALYZE voert de query uit.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een UPDATE betekent dat: de wijziging vindt plaats.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ANALYZE UPDATE …;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ROLLBACK;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eerste plan lezen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en\eductus-trainingen\Databasemanagement\databasecursus-output\_figures\figuur-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097280"/>
            <a:ext cx="9966960" cy="493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 Scan — alles lezen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 Scan — zoek, spring naar de rij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 Only Scan — alles staat in de index; snelst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Bitmap Heap Scan — verzamel treffers, dan één keer door de tabel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Sequentieel of index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beide keren. Voor en na.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Seq Scan is geen fout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tabel klein 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meer dan ~5-10% van de rijen nodig hebt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toch alles nodig hebt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Sequentieel is de beste keuze wanneer: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Niet: "hoe dwing ik een index af?"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Wel: "waarom denkt de planner dat dit  ·  goedkoper is — en heeft hij gelijk?"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Zie je een Seq Scan waar je een index verwachtte: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Meestal heeft hij gelijk.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Joinalgoritmen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Nested Loop — per rij links zoeken rechts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Hash Join — hashtabel van de kleinste kant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 Join — beide gesorteerd doorlopen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kiest ze niet. Je leest ze.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op Nested Loop met een hoge loops.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functie om de kolom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maakt de index onbruikbaar.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index op geboortedatum wordt NIET gebruikt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extract(year FROM geboortedatum) = 1960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wél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geboortedatum &gt;= DATE '1960-01-01'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geboortedatum &lt;  DATE '1961-01-01'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Of: expressie-index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deelnemer (lower(achternaam));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Maar: herschrijven verslaat een expressie-index.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herschrijving is gratis. De index kost onderhoud.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klassieke fout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Samengestelde index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Filter 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Bruikbaar?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werkgever_id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werkgever_id + periode_jaar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alleen periode_jaar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Bruikbaar voor een voorvoegsel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de kolommen.  ·  2. Gelijkheid vóór bereik.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werkgever_id = 42 AND jaar &gt;= 2024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index op (werkgever_id, jaar)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Kolomvolgorde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query's, één index. Welke werken?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Partiële index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mutatie_open_idx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mutatie (aangemeld_op)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verwerkt_op IS NULL;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12% van de rijen → ongeveer ⅛ van de omvang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En: verwerkte rijen verdwijnen eruit.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index groeit niet mee met de historie.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Covering index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INDEX ON dienstverband (deelnemer_id) INCLUDE (jaarsalaris);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gevraagde kolommen in de index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Index Only Scan, de tabel blijft ongemoeid.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Kosten: grotere index.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Partiële index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omvang én snelheid.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Wat een index kost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Schijfruimte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Schrijfsnelheid — elke INSERT/UPDATE/DELETE werkt élke index bij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Onderhoud — bloat, vacuum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Plannerwerk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index die één rapport per dag versnelt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duizend schrijfbewerkingen per uur vertraagt,  ·  is een verlies.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beide kanten.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kosten van indexen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Invoegen zonder indexen. Dan met vijf. Meet.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zelf gemeten = gerucht.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~~count(1) is sneller dan count(*)~~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~~IN is trager dan OR~~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~~meer indexen is beter~~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~~CTE's zijn altijd traag~~ (niet meer sinds v12)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~~SELECT * maakt niets uit~~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Allemaal onjuist of achterhaald: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Diagnose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meldingen. Wat is je eerste vraag?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Mensen voegen indexen toe bij A.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Alleen bij C helpt een nieuwe index.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A wacht de query (deel 7).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B ligt de index er al, maar wordt hij niet gekozen.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Views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VIEW actieve_deelnemer 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… FROM deelnemer WHERE einddatum_deelname IS NULL;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Slaat geen gegevens op — de query draait elke keer.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view legt vast wat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"actieve deelnemer" betekent.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1: drie afdelingen, drie deelnemersaantallen.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plek. Zichtbaar. Wijziging werkt overal door.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36 — Materialized 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Slaat het resultaat wel 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REFRESH MATERIALIZED VIEW CONCURRENTLY …;   -- vereist unieke index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nette vorm van denormalisatie uit deel 5.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materialized view die stilletjes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stopt met verversen, ziet er precies  ·  hetzelfde uit als een actuele.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Regel: bewaak de verversing, en zet het verversmoment in de gegevens.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"de stagiair die ook bij de burgerservicenummers kon."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8.9 Materialized view voor Karin — 25 min, drietallen — Deel 9 — Rollen, rechten en security — Het laatste probleem uit deel 1: — Meenemen: wie kan er in jullie organisatie bij de database, en klopt dat?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2026-08-17T10:11:02Z</dcterms:created>
  <dcterms:modified xsi:type="dcterms:W3CDTF">2026-08-17T10:11:02Z</dcterms:modified>
</cp:coreProperties>
</file>