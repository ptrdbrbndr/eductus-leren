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waarschuw dat dit het zwaarste dagdeel van niveau 1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benoem dat dit een keuze is, niet de enige verdedigbare.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in psql typen. Zaal hardop laten voorspellen vóór elke uitvoering.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opbouwen op het whiteboard. Vraag per proces: wat gaat er mis zonder?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waarschuw voor het misverstand in overleg met infrastructuur.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relationele model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de PostgreSQL-architectuur  ·  Niveau 1 — Deel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gebeurt er tussen Enter en het antwoord?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 — Vandaag in twee helften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— relatie, sleutels, integriteit, NULL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 — processen, geheugen, opslag, WAL, MVCC, de planner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waarschuw dat dit het zwaarste dagdeel van niveau 1 is.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 — Leerdoelen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Modeltermen correct gebruiken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Sleutelkeuze motiveren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drie integriteitsregels toepassen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NULL-vallen herkennen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PostgreSQL-processen benoemen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 / database / schema onderscheiden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reis van een query beschrijven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WAL, MVCC en vacuum uitleggen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4 — 1970, dertien pagina's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E.F. Codd — A Relational Model of Data for Large Shared Data Banks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product, maar een wiskundige basis.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Bewerkingen zijn gesloten: relatie in → relatie uit.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Daarom mag een optimalisator je query herschrijven.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5 — De bouwstenen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Model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SQL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Relatie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Tabel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Tupel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Rij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Attribuut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Kolom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Domein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Datatype + constraints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Cardinaliteit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Aantal rijen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Graad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Aantal kolommen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""Nvt" · "onbekend" · "zie mail Karin""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schoonmaakklus. — Een ontwerpbeslissing. — varchar(200) staat toe: — Bij Meridiaan: negen varianten van "gehuwd" in één kolom.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7 — Sleutels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Supersleutel — identificeert uniek (meestal veel en nutteloos)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Kandidaatsleutel — minimaal uniek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Primaire sleutel — de gekozen kandidaat, nooit NULL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Alternatieve sleutel — de niet-gekozen kandidaten → UNIQUE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Vreemde sleutel — verwijzing naar een andere tabel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8 — Natuurlijk of surrogaat?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Natuurlijk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Surrogaat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Betekenisvol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Stabiel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Vaak niet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Altijd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Altijd aanwezig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Privacygevoelig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Vaak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Extra join nodig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Nee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9 — Het BSN-probleem bij Meridiaan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elke deelnemer heeft er een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Bijzonder persoonsgegeven → verspreidt zich via elke foreign key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Kan in uitzonderingsgevallen wijzigen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Cursusregel: surrogaat als primaire sleutel, natuurlijke sleutel als UNIQUE.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benoem dat dit een keuze is, niet de enige verdedigbare.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10 — Opdracht 2.1 &amp; 2.2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2.1 Modeltermen op de tabel deelnemer — 10 min,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2.2 Tarik wil overal BSN als primaire sleutel. Reageer in 120 woorden — 15 min, tweetallen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11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12 — Drie integriteitsregels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Entiteit — geen NULL in de primaire sleutel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Referentieel — vreemde sleutel wijst naar iets dat bestaat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Domein — waarden binnen het toegestane bereik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Referentiële integriteit maakt dit onmogelijk.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1: "In de SharePoint-lijst staat een mutatie op werkgeversnummer 8842. Dat nummer bestaat niet."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14 — Verwijdergedrag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Gedrag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Wanneer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RESTRICT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Weiger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Standaard, meestal juist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CASCADE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Verwijder mee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Alleen bij echt eigendom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SET NULL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Zet op NULL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Optionele relatie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SET DEFAULT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Standaardwaarde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Zelden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CASCADE verandert foutmeldingen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in correct gedrag,  ·  maar in stille gegevensvernietiging.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werkgever verwijderd → 800 deelnemers → al hun aanspraken.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Verwijdergedrag kiezen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situaties bij Meridiaan.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individueel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2-2 — wordt toegevoegd bij de interactieve versie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NULL = onbekend of niet van toepassing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0. Niet "". Niet leeg.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Logica met drie waarden: waar, onwaar, onbekend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18 — Voorspel het resultaat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NULL = NULL;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NULL IS NULL;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5 &gt; NULL;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in psql typen. Zaal hardop laten voorspellen vóór elke uitvoering.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19 — Vier vallen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x &lt;&gt; 100 laat NULL-rijen weg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en COUNT(kolom) negeren NULL — COUNT(*) niet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IN met NULL in de lijst → nooit rijen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UNIQUE staat meerdere NULL's toe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20 — De oplossingen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 plaats van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Gebruik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x &lt;&gt; waarde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x IS DISTINCT FROM waarde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NOT IN (subquery)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NOT EXISTS (...)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COUNT(kolom) als je rijen bedoelt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COUNT(*)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"Drie afdelingen, drie deelnemersaantallen, alle drie verdedigbaar."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 weet je hoe dat gebeurt.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22 — Ontwerpregel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Gebruik NULL alleen als "onbekend of niet van toepassing" een geldige toestand is.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Nooit als verkapte statuskolom.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NULL-vallen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Achter de machine. Voorspel eerst, voer dan uit.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24 — Relationele algebra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Operator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SQL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Selectie σ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WHERE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Projectie π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SELECT-lijst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Vereniging ∪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UNION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Verschil −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EXCEPT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Product ×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CROSS JOIN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Join ⋈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JOIN ... 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join is een cartesisch product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 een filter.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340.000 × 4.100 als je de voorwaarde vergeet.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26 — Waar SQL afwijkt van het model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Bags, geen sets → duplicaten bestaan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Volgorde bestaat (en is niet gegarandeerd zonder ORDER BY)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NULL en driewaardige logica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Kolomvolgorde is betekenisvol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Niet-atomaire waarden: arrays, jsonb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27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Elke verbinding = een eigen OS-proces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Gevolg: robuust, maar verbindingen zijn duur.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29 — De processen</a:t>
            </a:r>
            <a:endParaRPr lang="en-US" sz="2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Achtergrond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Taak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Background writer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Vuile pagina's geleidelijk wegschrijven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Checkpointer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Checkpoints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WAL writer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WAL-buffers → schijf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Autovacuum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Dode rijversies + statistieken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Archiver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WAL-segmenten archiveren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2-4 — wordt toegevoegd bij de interactieve versie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Gedeeld: shared_buffers (pagina's van 8 kB), WAL buffers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 backend: work_mem, maintenance_work_mem, temp_buffers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shared_buffers is één keer,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 het hele cluster.  ·  work_mem is **per bewerking,  ·  per verbinding** — en vermenigvuldigt.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32 — Cluster ≠ meerdere machines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 — één instantie, één datadirectory, één poort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Database — geïsoleerde verzameling schema's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Schema — naamruimte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 — de gegevens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waarschuw voor het misverstand in overleg met infrastructuur.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33 — Scheiden: hoe ver?</a:t>
            </a:r>
            <a:endParaRPr lang="en-US" sz="2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Niveau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je houdt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je verliest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Schema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Joins, één transactie, één back-up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Minder isolatie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Database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Meer isolatie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Joins, transacties over beide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Cluster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Volledige isolatie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Dubbel beheer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Verwijder nooit met de hand iets uit base/ of pg_wal/.</a:t>
            </a:r>
            <a:endParaRPr lang="en-US" sz="26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base/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 databases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global/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Clusterbrede objecten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pg_wal/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Write-ahead log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postgresql.conf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Configuratie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pg_hba.conf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Wie mag van waar verbinden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35 — Opdracht 2.5 &amp; 2.6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2.5 Architectuur zichtbaar maken — achter de machine, 20 min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2.6 Cluster, database of schema? — drietallen, 15 min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2-5 — 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37 — Waarom WAL ook sneller is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WAL = sequentieel schrijven, achter elkaar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Gegevensbestanden = willekeurig verspreid over de schijf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Duurzaamheid tegen een fractie van de kosten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Lezers blokkeren geen schrijvers.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Schrijvers blokkeren geen lezers.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wijzigt niets. Er komt een nieuwe versie bij.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bekendste manier om een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PostgreSQL-productieomgeving te slopen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Dode rijversies blijven staan → iemand moet opruimen → vacuum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Autovacuum uitzetten "omdat het I/O kost":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2-6 — wordt toegevoegd bij de interactieve versie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SQL is declaratief.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Jij zegt wat. De planner bepaalt hoe.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Daarom kan dezelfde query vandaag snel zijn en morgen traag —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zonder dat query, data of hardware veranderd is.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Deel 3 — SQL basis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SELECT, filteren, sorteren, aggregeren op de Meridiaan-database.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Vooraf: casusdatabase laden volgens de Toolbijlage.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Controle: SELECT count(*) FROM deelnemer;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2026-08-17T09:38:31Z</dcterms:created>
  <dcterms:modified xsi:type="dcterms:W3CDTF">2026-08-17T09:38:31Z</dcterms:modified>
</cp:coreProperties>
</file>