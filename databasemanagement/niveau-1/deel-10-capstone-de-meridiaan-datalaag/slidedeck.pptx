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was op dagdeel 1 een lijst met problemen. Nu is het de inhoudsopgave van wat ze kunnen.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kies vooraf uit E5a-d in de docentenhandleiding.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tijdslot per team projecteren.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Capstone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Meridiaan-datalaag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dagdelen onderdelen. Vandaag het geheel.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De lijst van zes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Redundantie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Inconsistentie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Gelijktijdigheid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Integriteitsbewaking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Herstelbaarheid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Toegangsbeheer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✓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derde is de moeilijkste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de meest onderscheidende.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 je het bouwen?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 je het uitleggen?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 je verantwoorden wat je níét hebt gedaan?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"Nee, dit niet — en dit is waarom"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scoort hoger dan "ja, alles."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eisen maximaal invullen en de kosten negeren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levert een ontwerp dat in een echt programma sneuvelt.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De vier eisen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E1 — Aantoonbaarheid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salaris gold bij die berekening? Naar welk adres ging dat UPO?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E2 — Portaal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Deelnemers zien uitsluitend hun eigen gegevens.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E3 — Stuurinformatie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Betaalprestatie per sector, ook bij tien keer het volume.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E4 — Scheiding van toegang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Rapportage ziet geen BSN. Inzage is herleidbaar.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Vier producten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Datamodel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plaat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Migratiescript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uitvoerbare SQL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Query- en indexdossier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max. 2 A4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Autorisatie-ontwerp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max. 1 A4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[wordt nu bekendgemaakt]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doet het beter dan een team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hem half inbouwt.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hoeft de aanvullende eis niet in te bouwen.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team dat hem niet bouwt maar wél kan zeggen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hij kost, wat hij raakt, en waarom hij niet 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 release past 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Wie er tegenover je zit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Karin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Programmamanager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Geld en 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Tarik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Enterprise-architect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Houdbaarheid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Ruud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Beheerhoofd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Vier man, en 's nachts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Sanne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Privacyfunctionaris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Aantoonbaarheid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Twaalf minuten presentatie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0-2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Model, drie belangrijkste wijzigingen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wijziging: welke eis, welke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4-6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Eén keuze tussen twee opties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6-8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Rollenmatrix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8-10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je bewust niet deed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10-12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misgaat als iemand dit negeert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 het is de enige die laat zien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je een afweging hebt gemaakt.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is de eerste passage die sneuvelt bij tijdgebrek.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Achttien minuten vragen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Langer dan de presentatie. Met opzet.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Verdeel de rollen in je team.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een onderdeel bouwde, verdedigt het.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"*"Daar heeft u gelijk in. Dat zou ik oplossen door [maatregel]; dat kost ongeveer [omvang]."*"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Sterker dan verdedigen — wat niet te verdedigen is.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"*"Dat weet ik niet zeker. Om het uit te zoeken zou ik [aanpak], en tot die tijd houd ik [voorzichtige keuze] aan."*"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een goed antwoord. Bluffen is dat niet.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getal noemen dat je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gemeten hebt.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Ruud onthoudt het. En rekent er in maart op.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Aan het werk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 1:30.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Denk aan: is jullie migratiescript gedraaid?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(Een script dat niet gedraaid is, draait niet.)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Verdedigingen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tijdslot per team projecteren.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Jullie adviesnota uit deel 1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Drie vragen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eis bleek belangrijker dan je dacht?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eis ontbrak in je nota?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risico dat je benoemde is werkelijk opgetreden — en welk niet?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minuten, individueel.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punt is niet dat hij fout was.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punt is dat je nu ziet  ·  wát je toen niet wist.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nota is geschreven op dagdeel één,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de kennis van dagdeel één.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De ontdekking die meestal komt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nota ging over licentiekosten en lock-in.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werkelijke werk zat 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beheer, migratie, historie en autorisatie.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Historie.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veranderde het model het meest.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kostte het meeste werk.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hij stond niet in het platformadvies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omdat het geen platformvraag is.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*Hoe lang mag dit onjuist zijn,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wie draagt de schade?*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migratie in één transactie, met controles vóór de commit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prestatiebewering zonder meting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EXISTS, niet NOT 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applicatie is geen superuser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de vraag die onder alles ligt: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Dank, en tot dan.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EDB PostgreSQL Associate — je bent voorbereid.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(Deze cursus is voorbereiding, geen vervanging van het officiële examenmateriaal. Actueel aanbod: Toolbijlage.)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neemt deze datalaag naar productieschaal: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configuratie · query-optimalisatie · geavanceerde indexering · concurrency · partitionering · back-up en herstel · replicatie · hoge beschikbaarheid · monitoring · security-verdieping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2026-08-17T09:38:36Z</dcterms:created>
  <dcterms:modified xsi:type="dcterms:W3CDTF">2026-08-17T09:38:36Z</dcterms:modified>
</cp:coreProperties>
</file>