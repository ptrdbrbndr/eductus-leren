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herhalen. Er is altijd iemand die het mist.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één voorbeeld uitwerken. Wat gebeurt er als iemand die tabel met een script bijwerkt?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zaal verwacht een fout. Het gaat gewoon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DDL, datatypen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constraints  ·  Niveau 1 — Deel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5 bedacht wat er zou moeten staan. Vandaag bouwen we het.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Iedereen werkt in oefening.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SCHEMA oefening;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search_path TO oefening, meridiaan, public;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in meridiaan bouwt, sloopt de casus voor deel 7 t/m 10.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herhalen. Er is altijd iemand die het mist.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Elke regel die je niet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de database vastlegt,  ·  moet iemand anders onthouden.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 — Datatypen: numeriek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integer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Standaard geheel getal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bigint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Sleutels van grote tabellen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numeric(p,s)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Geld. Altijd.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real / double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Wetenschappelijke metingen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Nog één keer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0.1::float + 0.2::float = 0.3::float;        -- false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0.1::numeric + 0.2::numeric = 0.3::numeric;  -- true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cent verschil op 340.000 aanspraken is geen academisch punt.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 PostgreSQL is text de standaard.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prestatieverschil met varchar(n).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varchar(n) alleen als de lengte een echte bedrijfsregel is: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KvK = 8, ISO-landcode = 2.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char(n) — vermijden (vult aan met spaties).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 dus een productiefout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op iemand wacht.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bedrijfsregel. Een schatting.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Gebruik timestamptz, niet timestamp.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 · timestamptz · interval · daterange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2026-10-25 02:30 in Nederland: welk van de twee?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Rangetypen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daterange(DATE '2024-01-01', DATE '2024-07-01', '[)')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@&gt; DATE '2024-03-15'    -- true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'[)' = ondergrens inclusief, bovengrens exclusief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waarde in plaats van twee kolommen — en het maakt slide 25 mogelijk.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jsonb voor wat je bewaart.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Kolommen voor wat je gebruikt.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Wel: ruw bericht uit een koppelvlak, configuratieblok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een adres — daar wil je op filteren, bewaken en historie voeren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Datatypen kiezen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Tien gegevens, met motivering in één zin.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Sleutelwaarden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aanbevolen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deelnemer_id integer GENERATED ALWAYS AS IDENTITY PRIMARY KEY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legacy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deelnemer_id serial PRIMARY KEY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GENERATED ALWAYS verbiedt een eigen waarde → geen sequentiebotsingen.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Beloof niets voordat je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gevolgen hebt uitgelegd.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teruggedraaide transactie geeft het nummer niet terug.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Vraagt de business om gatenloze nummering?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Waarom in de database en niet in de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 is nooit één applicatie — ook een importscript, ook psql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Code wordt vervangen; gegevens blijven — 5 jaar tegen 20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Gelijktijdigheid — "eerst kijken, dan invoegen" faalt onder belasting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Wie heeft er een bedrijfsregel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alleen in applicatiecode staat?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De constrainttypen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NULL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Waarde verplicht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UNIQUE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Geen duplicaten (NULL's wel)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PRIMARY KEY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UNIQUE + NOT NULL, één per tabel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FOREIGN KEY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Verwijst naar bestaande rij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CHECK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Regel binnen de eigen rij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EXCLUDE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Verbiedt combinaties tussen rijen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Voorspel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TEMP TABLE t (bedrag numeric CHECK (bedrag &gt; 0));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INSERT INTO t VALUES (NULL);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zaal verwacht een fout. Het gaat gewoon door.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CHECK vervangt NOT NULL niet.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CHECK die unknown oplevert wordt toegestaan.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 je beide? Schrijf beide.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Twee dingen over FOREIGN KEY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PostgreSQL maakt geen index op de verwijzende kolom.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trage joins, en elke DELETE op de ouder scant de kindtabel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ON UPDATE CASCADE is bij surrogaatsleutels overbodig.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Nog een argument vóór surrogaten.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Gedeeltelijke uniciteit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UNIQUE INDEX deelnemer_actief_bsn_uniek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deelnemer (bsn) WHERE einddatum_deelname IS NULL;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 actieve deelnemers is het BSN uniek; historische rijen mogen herhalen.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 alleen als index, niet als constraint.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Constraints kiezen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Negen regels. Welk type, en schrijf hem uit.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plaatstabel bouwen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Alles in één transactie. Controleer vóór de COMMIT.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"*"Welke constraint voorkomt dat twee adresperioden van dezelfde deelnemer overlappen?"*"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 is het gereedschap dat je toen miste.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EXCLUDE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EXTENSION IF NOT EXISTS btree_gist;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CONSTRAINT adres_geen_overlap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EXCLUDE USING gist (deelnemer_id WITH =, geldigheid WITH &amp;&amp;)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twee rijen met dezelfde deelnemer én overlappende perioden.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Met de constraint is het onmogelijk.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iedereen. Ook voor jou met psql.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constraint bewaakt de applicatie de overlap —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dat faalt zodra twee mutaties tegelijk binnenkomen.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Historie bouwen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Adres met daterange en exclusion constraint.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Probeer hem te breken.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Gegenereerde kolommen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volledige_naam text GENERATED ALWAYS AS 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concat_ws(' ', voorletters, tussenvoegsel, achternaam)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 STORED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veilige vorm van denormalisatie: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alleen de database schrijft hem.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30 — Domein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DOMAIN bsn_type AS text CHECK (VALUE ~ '^[0-9]{9}$');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regel staat op één plek en geldt overal.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Enum? Ziet er netjes uit — tot je een waarde moet hernoemen.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Liever een referentietabel.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Domein en gegenereerde kolom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32 — ALTER TABLE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Bewerking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Kolom toevoegen (geen default)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Gratis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Kolom toevoegen (constante default)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Vrijwel gratis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Type wijzigen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Herschrijft de tabel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NULL toevoegen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Scant de tabel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CHECK toevoegen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Scant de tabel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gevaar van deze wijzigingen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dat ze op je laptop altijd goedgaan.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meten straks 0,00 seconden.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8 miljoen rijen: minuten waarin alles wacht.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ALTER TABLE en de gevolgen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Inclusief: Ruud wil char(9) naar text op 8 miljoen rijen, tijdens kantooruren.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35 — DELETE, TRUNCATE, DROP</a:t>
            </a:r>
            <a:endParaRPr lang="en-US" sz="2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DELETE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Rij voor rij, met WHERE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TRUNCATE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 één keer leeg, exclusieve lock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DROP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commando kan zo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halve database legen.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TRUNCATE test_ouder CASCADE;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test_kind is nu ook leeg. Je noemde hem niet.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DDL is in PostgreSQL transactioneel.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TABLE deelnemer;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ROLLBACK;   -- hij is er nog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Anders dan Oracle en MySQL, waar DDL automatisch vastlegt.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Elke migratie in één transactie.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Controleren vóór de COMMIT.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migratie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controlequery's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COMMIT;   -- of ROLLBACK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migratie: salarishistorie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Prioriteit 1 uit jullie voorstel van deel 5.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transactie · aanname in een COMMENT · drie controlequery's die iets bewijzen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"twee collega's in hetzelfde bestand — de laatste die opslaat, wint."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7 — Transacties, ACID en MVCC — Jullie hebben nu een database die regels afdwingt. — Maar één probleem uit deel 1 staat nog open: — Laat je oefeningschema staan.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2026-08-17T09:38:32Z</dcterms:created>
  <dcterms:modified xsi:type="dcterms:W3CDTF">2026-08-17T09:38:32Z</dcterms:modified>
</cp:coreProperties>
</file>