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Architectuur voor meerdere fondsen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3 — Deel 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begin van een nieuwe schaal.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is nu één van drie fondsen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een gedeeld platform.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Meridiaan Pensioen is niet verdwenen.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Kompas — vergelijkbare omvang, transport en logistiek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Baken — kleiner, veel hoger mutatievolume per deelnemer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Nieuwe rol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Femke — architect bij de Pensioenfederatie,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verantwoordelijk voor het gezamenlijke platform.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Tarik — nu architect namens Meridiaan specifiek,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meer namens "het platform" in algemene zin.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Delen waar het kan. Scheiden waar het moet.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Federatie wil: kosten delen, gezamenlijk beheer.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 fonds wil: gegarandeerde scheiding,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prestaties, eigen auditspoor.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casus in kaart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Vier vragen die niveau 2 niet beantwoordde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Deelt een Kompas-query resources met Meridiaan?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Raakt Bakens hoge mutatiedruk de andere twee?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een Kompas-incident automatisch ook Meridiaans incident?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 één fonds groeien zonder de andere te raken?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klassieke patronen.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Meerdere, onafhankelijke klanten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één gedeeld technisch platform.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Het overzicht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Patroon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Isolatie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Beheerlast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Gedeeld schema + RLS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Laagst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Schema per fonds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Database per fonds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Hoogst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Patroon 1: RLS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POLICY fonds_isolatie ON deelnemer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(fonds_id = current_setting('app.fonds_id')::int);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Precies deel 21 — nu op fondsniveau.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Herinner je gebeurtenis 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uit de deel-22-capstone?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Isolatie hangt volledig af van correcte configuratie.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 is de impact: niet één werkgever, maar een heel fonds.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Patroon 1 bouwen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Inclusief: waarom SET i.p.v. SET LOCAL hier gevaarlijker is.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Patroon 2: schema per fonds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SCHEMA meridiaan AUTHORIZATION meridiaan_beheer;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SCHEMA kompas AUTHORIZATION kompas_beheer;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policy die "correct" moet zijn.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Logische garantie versus structurele garantie.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Patroon 1: "de policy-logica garandeert scheiding"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Patroon 2: "de rol heeft domweg geen toegang"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De prijs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keer zoveel schema-objecten.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migratie (deel 22) drie keer uitvoeren.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Nog steeds: gedeelde bufferpool, gedeelde checkpoint-cyclus.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Patroon 2 bouwen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Patroon 3: database per fonds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├── database: meridiaan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├── database: kompas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└── database: baken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Mogelijk zelfs aparte servers.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Volledige isolatie, volledige kosten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Wint: eigen RPO/RTO, eigen HA, eigen back-upschema per fonds.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Kost: drie keer monitoring, drie keer beveiligingsbeleid,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keer migratieprojecten.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Patroon 3 doordenken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Geen rangorde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Eis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Snelle onboarding, veel kleine fondsen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Sterke isolatie, beheersbare kosten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Harde garanties, eigen compliance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Eenvoudige cross-fonds-rapportage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vergelijkingskader toepassen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scenario's — elk lokt een ander patroon uit.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Ja.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Hoort een deelnemer bij precies één fonds?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inherente noodzaak tot datadeling tussen fondsen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deelnemerniveau. Dat vereenvoudigt de keuze.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expliciet ontworpen rapportagelaag.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iets dat "toevallig" meelift op de architectuur.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Geaggregeerde rapportages — totale beleggingen, benchmarking.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Geen architectuur is voor altijd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Expand-contract (deel 22) — nu op architectuurniveau.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Patroon 1 → 2: nieuw schema, backfill, RLS vervangen.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Patroon 2 → 3: logische replicatie (deel 18).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Waarom logische replicatie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Principieel andere doelstructuur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(aparte database, misschien aparte server).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Precies het criterium uit deel 22 §8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triggers, niet dubbel schrijven.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migratiepad schetsen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Baken: van schema naar eigen database.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27 — Terug naar de casus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Meridiaan &amp; Kompas: vergelijkbaar profiel → patroon 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Baken: afwijkend profiel → patroon 3 overwegen,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ook al blijven de andere twee op patroon 2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federatie hoeft niet voor alle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aangesloten fondsen hetzelfde  ·  patroon te kiezen.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architectuuradvies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fonds beargumenteerd · rapportagelaag expliciet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migratiepad met juiste techniek · een écht risico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24 — Sharding-fundamenten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Vandaag: fondsen scheiden op één cluster.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keer: wat als één fonds — of de federatie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 geheel — te groot wordt voor één server?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ander probleem dan isolatie.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2026-08-17T09:38:43Z</dcterms:created>
  <dcterms:modified xsi:type="dcterms:W3CDTF">2026-08-17T09:38:43Z</dcterms:modified>
</cp:coreProperties>
</file>