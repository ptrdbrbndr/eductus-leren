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niveau-3-capstone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het einde van de reis  ·  Deel 30 — Laatste deel van de cursus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 — Acht delen, één kader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scheid je tenants?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24-25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Wanneer en hoe shard je?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Hoe verbind je zonder duplicatie?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27-28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als geschiedenis de waarde is?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29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als gebruikers overal zitten?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 steeds: "nog niet nodig,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 de kennis om er klaar voor te zijn."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Meten in plaats van aannemen.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Weten wat een patroon niet oplost.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anticlimax. Consistente toepassing van de leer.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Opzettelijk onzeker scenario.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volledige informatie.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bestuur vraagt Femke om een architectuurplan.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zoals een architect vaak moet werken.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Het scenario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Groei van 3 naar 10-15 fondsen?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Fusie met een internationaal fonds?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Aangescherpte audit-eisen van de toezichthouder?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acute capaciteitsnood, maar geen verrassingen willen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Vijf vragen, één plan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Multi-tenancy — houdbaar bij groei?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Sharding — welk signaal, hoe waarschijnlijk?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Federatie — hoe meegroeien?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 sourcing — verandert de audit-eis iets?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Geo-distributie — eerste stap bij fusie?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6984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6. Synthese: prioriteitsvolgorde.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vijfjarenplan schrijven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Concreet standpunt per onderdeel. Geen "het hangt ervan af."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90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Het verdedigingspanel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Femke — samenhang en haalbaarheid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Tarik — Meridiaans belang specifiek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Ruud — operationele haalbaarheid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Sanne — AVG en dataresidentie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Vandaag: één samenhangend plan,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kritisch bevraagd van vier kanten.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22: acht losse, onvoorspelbare incidenten.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Passend bij architectuurniveau.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Herleid je een onverwachte vraag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naar het juiste deel van je eigen plan?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ken je het antwoord.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Voorbeeldvraag — Femke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*"Als drie van deze vijf aanbevelingen tegelijk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acuut worden, wat doen we eerst?"*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Voorbeeldvraag — Tarik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*"Wat verandert er voor Meridiaan specifiek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groei naar vijftien fondsen?"*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14 — Voorbeeldvraag — Ruud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*"Hebben we de kennis al in huis, of moeten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 die eerst opbouwen?"*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Voorbeeldvraag — Sanne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*"Wat gebeurt er met crypto-shredding-sleutels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data naar een nieuwe regio verhuist?"*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verdediging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Presenteer. Beantwoord minstens twee vragen per panellid.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 min, groepen + panel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Toegeven is sterker dan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verdedigen tot elke prijs.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zwak punt in het eigen plan?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de les van de deel-22-capstone.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rode draad van niveau 3 losgelaten.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Onder druk toch "laten we morgen beginnen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sharding, voor de zekerheid"?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Examenvoorbereiding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Clustercertificering — architectuurdomein.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Controleer de blauwdruk vlak vóór het examen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Citus en gedistribueerde technologie evolueren sneller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niveau 1-2's fundamenten.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Oefen scenario's, niet definities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3-examens toetsen vaker: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"welk patroon past hier"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pure syntax.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Herhaal de vergelijkingskaders uit elk deel.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Terugblik: de hele cursus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fundamenten. Meridiaan, één server.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2 — DBA/consultant. Meridiaan op productieschaal.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3 — architectuur. De Pensioenfederatie.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23 — Van tabel tot federatie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1: wat is een tabel.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30: een architectuurplan voor drie continenten.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Wat overal hetzelfde bleef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Meten in plaats van aannemen.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Weten wat een maatregel niet oplost.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Beslissingen bij wie ze horen.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Dezelfde mensen, dezelfde tabel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 — rode draad door bijna elk deel.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Karin, Tarik, Ruud, Sanne — en later Femke.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deel 1 tot deel 30.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elk patroon hoort in elk systeem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je ooit bouwt.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oordeel om te weten wanneer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techniek — en wanneer geen enkele.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een lijst technieken om overal toe te passen.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Wat je nu kunt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SQL-fundamenten tot gedistribueerde,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event-sourced, geo-bewuste architectuur.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Dertig delen. Drie niveaus. Eén doorlopende casus.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Met dank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 Karin. Aan Tarik. Aan Ruud. Aan Sanne. Aan Femke.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 de volledige reis hebben gedragen —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één tabel tot een federatie van fondsen.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Einde van niveau 3.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Einde van de cursus.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volgend deel. Alleen wat je er nu mee gaat doen.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2026-08-17T09:38:46Z</dcterms:created>
  <dcterms:modified xsi:type="dcterms:W3CDTF">2026-08-17T09:38:46Z</dcterms:modified>
</cp:coreProperties>
</file>