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aantrekkelijkheid even zinken.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Geo-distributie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3 — Deel 29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"waar" — op een nieuwe schaal.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Vandaag: waar, opnieuw —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over landsgrenzen heen.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23-26: waar staan gegevens (tenants, shards, federatie)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27-28: wát je vastlegt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 — Drie, verschillende redenen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Beschikbaarheid — regio-brede uitval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Latency — gebruikers ver van de database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Dataresidentie — wettelijke grenzen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met elkaar verwarren.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drie triggers herkennen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er voor de Pensioenfederatie, vandaag, één van de drie?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tuning-parameter verandert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afstand tussen twee continenten.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Europa ↔ Azië: 100-150ms retourtijd.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Wat dat kost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Synchrone COMMIT naar een verre regio?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100ms komt bovenop elke schrijfactie.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Latency doorrekenen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gebeurt er met 100 schrijftransacties/seconde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100ms retourtijd?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Technisch aantrekkelijk ≠ toegestaan.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AVG: gegevensoverdracht buiten de EU alleen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 specifieke voorwaarden.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Dataresidentie toepassen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raadpleeg je vóór de technische keuze?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11 — Drie topologieën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Schrijven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Complexiteit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Read-replica's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Eén regio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Actief-passief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Eén regio actief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Middel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Actief-actief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12 — Topologie 1: read-replica's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Primary (NL, schrijven+lezen)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│ asynchroon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▼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Replica (andere EU-regio, alleen lezen)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uitbreiding van deel 18. Niets nieuws.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Topologie 2: actief-passief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Patroni's failover-principe (deel 19) — nu op regioschaal.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RTO/RPO (deel 17) opnieuw, met een grotere afstand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bewust minder automatisering.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belofte: lage latency overal.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 A (schrijven+lezen) ⇄ Regio B (schrijven+lezen)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de aantrekkelijkheid even zinken.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enkele gezaghebbende plek meer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om het conflict op te lossen.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regio's, dezelfde rij, tegelijk gewijzigd.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16 — Vier oplossingen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Last-write-wins — simpel, verlieslatend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Domeinspecifieke merge — correcter, maatwerk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CRDT's — wiskundig gegarandeerd, niet overal toepasbaar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Voorkomen: geo-partitioneren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971800"/>
            <a:ext cx="106984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Volgorde van voorkeur: 4, dan pas de rest.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17 — Opdracht 29.4 &amp; 29.5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29.4 Topologieën toepassen — vier scenario's — 20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29.5 Conflictresolutie doordenken — bouw het scenario zelf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18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Geo-partitionering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bij de bron houden, niet overal repliceren.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Precies deel 16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TABLE deelnemer (...) PARTITION BY LIST (regio);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TABLE deelnemer_nl PARTITION OF deelnemer FOR VALUES IN ('NL');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TABLE deelnemer_be PARTITION OF deelnemer FOR VALUES IN ('BE');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Range-partitionering, nu op regio in plaats van tijd.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Wat dit gratis oplost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cross-regio-latency voor het gangbare geval.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actief-actief-conflict mogelijk.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Dataresidentie: bij ontwerp gegarandeerd.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Geo-partitionering ontwerpen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Combineer conceptueel met Citus shard placement.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Moet de sleuteltabel ook naar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replica-regio repliceren.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verwijderingsverzoek (crypto-shredding, deel 28).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replica "vergeet" het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verwijderingsverzoek. Voor altijd.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Sleuteltabel per ongeluk uitgesloten van replicatie?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AVG over regio's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Heb ik gebruikers of wettelijke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eisen in meerdere regio's —  ·  vandaag, of aantoonbaar op korte termijn?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niet: een oplossing voor een probleem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nog niet bestaat.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van de drie triggers aanwezig.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scherpste "nog niet nodig" van heel niveau 3.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Maar niet nutteloos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Als het ooit relevant wordt: begin bij read-replica's.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Overweeg geo-partitionering bij structureel schrijfverkeer.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Vermijd actief-actief zonder geteste strategie.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geo-advies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Eerlijk "nu niet nodig" · lichtste eerste stap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concrete voorwaarde voor actief-actief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praktisch dataresidentie-risico, ook nu al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30 — De niveau-3-capstone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delen. Multi-tenancy tot geo-distributie.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Volgende keer: alles samen, in een afsluitende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architectuuropdracht — en een terugblik op de hele cursus.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2026-08-17T10:11:06Z</dcterms:created>
  <dcterms:modified xsi:type="dcterms:W3CDTF">2026-08-17T10:11:06Z</dcterms:modified>
</cp:coreProperties>
</file>