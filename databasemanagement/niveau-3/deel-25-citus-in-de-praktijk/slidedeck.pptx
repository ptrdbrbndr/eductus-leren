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vóór elke EXPLAIN vragen: wat verwacht je?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antwoorden vóór het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Citus in de praktijk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3 — Deel 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 bouwen jullie wat deel 24 alleen doordacht heeft.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Citus is een extensie.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ander databasesysteem. Geen fork.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SQL die je kent, blijft geldig.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pg_stat_*-weergaven bestaan nog — per node.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De architectuur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Coördinator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(weet WAT waar staat)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┌────────┼────────┐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Worker 1   Worker 2   Worker 3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(shards)   (shards)   (shards)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node: een volwaardige PostgreSQL-server.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coördinator kan 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point of failure zijn.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Tenzij hij zelf ook Patroni krijgt (deel 19).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cluster verkennen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Verbind rechtstreeks met een worker.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dit "gewoon" PostgreSQL?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tweetallen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Distributed table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deelnemer ( ... 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create_distributed_table('deelnemer', 'deelnemer_id');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shardsleutel uit deel 24 — nu één functieaanroep.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Reference table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fonds ( ... 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create_reference_table('fonds');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Volledige kopie op elke worker.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join blijft lokaal.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Distributed tables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fonds, deelnemer, dienstverband, mutatie.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Gewone SQL. De applicatie weet niet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de data over servers verspreid is.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deelnemer WHERE deelnemer_id = 42;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 INTO mutatie (...) VALUES (...);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EXPLAIN, nu met Task Count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 Scan (Citus Adaptive)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 Count: 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-&gt;  Task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Node: host=worker2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shard, één worker. Het distributed-equivalent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"één partitie in het plan" (deel 16).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Task Count?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count(*) FROM deelnemer WHERE fonds_id = 2;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fonds_id is niet de shardsleutel.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vóór elke EXPLAIN vragen: wat verwacht je?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Alle shards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 Count: 32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coördinator stuurt naar élke worker,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telt zelf, en sommeert de deelresultaten.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pruning — dezelfde les als deel 16 §8.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Task Count zien veranderen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queries. Voorspel steeds eerst.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Zijn ze automatisch co-located?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tabellen, dezelfde shardsleutel (deelnemer_id).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Cross-shard join, ondanks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dezelfde sleutel.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create_distributed_table('aanspraak', 'deelnemer_id');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géén colocate_with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Co-locatie is nooit impliciet.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Altijd expliciet.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create_distributed_table('aanspraak', 'deelnemer_id',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colocate_with =&gt; 'deelnemer');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co-locatie-valkuil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Zie het zelf misgaan. Corrigeer het. Meet het verschil.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Reference tables in de praktijk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als fonds per ongeluk gedistribueerd was?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Rebalancing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citus_add_node('worker4-host', 5432);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rebalance_table_shards('deelnemer');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Expand-migrate-contract (deel 24) — grotendeels automatisch.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Wat automatisering niet wegneemt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kopieerwerk: weg.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noodzaak tot verificatie: blijft.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discipline als deel 6, 16, 22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automatisering verkleint het risico, elimineert het niet.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Rebalancing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Indien mogelijk: uitvoeren. Anders: conceptueel doordenken.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Wat Citus niet automatisch oplost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Cross-shard-transacties — nog steeds bewust ontwerp nodig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Globale uniciteit buiten de shardsleutel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 per node — elke worker heeft zijn eigen Patroni nodig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Back-up — nu gecoördineerd over coördinator + workers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beschikbaarheid.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orthogonale eisen — allebei nog nodig.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Migreren: de synthese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Gepartitioneerd (deel 16) → gedistribueerd (vandaag)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de partitiesleutel hergebruiken als shardsleutel.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Nieuwe tabel, logische replicatie (deel 18),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expand-contract (deel 22).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Drie eerdere delen, één operatie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16 + Deel 18 + Deel 22 + vandaag's syntax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 één concrete migratie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nieuwe techniek. Hergebruik.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Migreren van gepartitioneerd naar Citus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Wanneer Citus NIET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natuurlijke co-locatie-sleutel →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coördinatiekosten eten de winst op.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worstelt al met één HA-cluster →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sharding vermenigvuldigt de last.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fondsen. Ruim onder 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capaciteitsgrens.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Citus is nu niet nodig.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wél gewonnen is: de kennis om er klaar voor te zijn.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Dezelfde discipline als BRIN (14),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partitionering (16), patroon 3 (23).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een dagdeel vol krachtige mogelijkheden: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Kies op gemeten noodzaak. Niet op enthousiasme.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Wel of niet Citus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scenario's.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implementatievoorstel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Tabellen + distributie · clusterarchitectuur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migratiepad met juiste techniek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vier niveau-2-onderwerpen herzien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één query met blijvend hoge Task Count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26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Vandaag: horizontale capaciteit. Het sharding-tweeluik is af.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 verlaat de architectuur een andere as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"hoeveel data kan één systeem aan" maar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"hoe bewaar je de volledige geschiedenis van hoe de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huidige stand is ontstaan".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2026-08-17T09:38:44Z</dcterms:created>
  <dcterms:modified xsi:type="dcterms:W3CDTF">2026-08-17T09:38:44Z</dcterms:modified>
</cp:coreProperties>
</file>