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zaal even worstelen vóór het antwoord.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Event sourcing in de praktijk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Deel 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een werkend antwoord op vergetelheid in een onveranderlijke geschiedenis.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Van concept naar productie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27: de concepten, en de geruststelling dat je 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bouwstenen al kende.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command handlers, snapshotting, projecties,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het AVG-vraagstuk.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Command handlers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FUNCTION verwerk_salariswijziging(...) AS $$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BEGIN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-- 1. huidige stand bepalen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-- 2. bedrijfsregel controleren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-- 3. event vastleggen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END; $$;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commando kan falen. Het event, eenmaal vastgelegd, nooit meer.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command handler bouwen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Waarom valideren vóór de INSERT, niet erna?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botst. Wie wint?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sessies, hetzelfde aggregaat, hetzelfde volgnummer.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Precies deel 15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lees volgnummer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probeer met volgnummer + 1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unique_violation: opnieuw, met spreiding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bovengrens aan pogingen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retry-logica als een serialisatiefout. Nieuwe context.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Optimistic concurrency botsen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het zelf gebeuren. Bouw de retry-lus.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Meet het zelf.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Honderden events. Elke keer alles herberekenen?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Snapshotting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snapshots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aggregate_id uuid, volgnummer integer, state jsonb,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KEY (aggregate_id, volgnummer)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Snapshot + events erna. Niet meer bij event 1 beginnen.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Snapshotting meten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500+ events. Meet vóór en na.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Projecties automatiseren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Periodiek (pg_cron, REFRESH CONCURRENTLY)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eenvoudig, met vertragingsvenster.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Trigger-gebaseerd — bijna synchroon, meer overhead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 schrijfactie.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Let op: vereist een permanente,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niet-gepoolde verbinding.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tussenweg. Publish-subscribe, ingebouwd.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Dezelfde valkuil als deel 19 — nieuwe context.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Projecties automatiseren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15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Hoe kan dat allebei waar zijn?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Onze events zijn onveranderlijk. Voor altijd.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deelnemer heeft recht op vergetelheid. Wettelijk.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Je moet het onleesbaar maken.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hoeft het event niet te verwijderen.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Crypto-shredding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deelnemer_sleutels (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deelnemer_id integer PRIMARY KEY, sleutel bytea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payload versleuteld met de sleutel van déze deelnemer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Het recht op vergetelheid, in code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NIET: events verwijderen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-- WEL: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DELETE FROM deelnemer_sleutels WHERE deelnemer_id = 42;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historische events: onherstelbaar onleesbaar.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structuur van de geschiedenis: intact.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AVG-vraagstuk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Versleutel. Ontsleutel. Vernietig de sleutel.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Probeer opnieuw te ontsleutelen.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min, drietallen — het hart van dit dagdeel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Toepassing van pgcrypto (deel 21)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 een nieuw probleem.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event bestaat nog. De payload niet meer leesbaar.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sleutel overleeft daar mogelijk nog.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oude back-up van deelnemer_sleutels?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Bewaarbeleid voor back-ups (deel 17) moet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zijn met crypto-shredding.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23 — Event-schema-evolutie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`json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{"_version": 1, "nieuw_salaris": 42000}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{"_version": 2, "nieuw_salaris": 45000, "reden": "..."}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Oude events blijven oud. Voor altijd.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"contract"-fase zoals deel 22.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24 — Upcasting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FUNCTION upcast_salariswijziging(payload jsonb)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 jsonb AS $$ ... $$;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Vertaalt oude formaten naar het nieuwste vóór verwerking.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Schema-evolutie toepassen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26 — Testen: het goede nieuws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Gegeven: [DienstverbandGestart, SalarisGewijzigd(40000)]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Wanneer: verwerk_salariswijziging(70000)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Dan: foutmelding, geen nieuw event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Event-sourced systemen zijn vaak makkelijker te testen.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27 — Monitoring: wat erbij komt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Groei van de event store (DELETE is geen optie)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Projectie-lag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unique_violation-conflicten per aggregaat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Snapshot-leeftijd vs. streamlengte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Monitoring-signalen herkennen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29 — Meridiaan end-to-end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Commando → command handler → event → verwerking →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projectie → (versleutelde) persoonsgegevens → partitionering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**Geen ander systeem. Dezelfde mutatieverwerking,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expliciet.**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implementatieplan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Command handlers met écht specifieke regels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onderbouwde snapshotstrategie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AVG-ontwerp gekoppeld aan deel 17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specifiek monitoringalarm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31 — Wat vandaag samenkwam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7 (concurrency) · 11 (checkpoint-ritme) · 15 (retry)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 (LISTEN/NOTIFY) · 21 (pgcrypto) · 17 (back-upbeleid)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Alles hergebruikt. Niets nieuw uitgevonden.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29 — Geo-distributie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Vandaag: wát je vastlegt, ook onder AVG-druk.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terug naar waar — nu op de schaal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 meerdere regio's en landsgrenzen.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2026-08-17T09:38:45Z</dcterms:created>
  <dcterms:modified xsi:type="dcterms:W3CDTF">2026-08-17T09:38:45Z</dcterms:modified>
</cp:coreProperties>
</file>