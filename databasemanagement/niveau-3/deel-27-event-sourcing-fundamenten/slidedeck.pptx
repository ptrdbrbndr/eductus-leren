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het echt proberen. Het lukt niet.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Event sourcing: fundamenten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aanname die 26 delen lang nooit werd uitgesproken.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Vind nu de oude achternaam terug.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deelnemer SET achternaam = 'Jansen-Vermeer'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deelnemer_id = 42;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het echt proberen. Het lukt niet.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database bewaart de huidige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 van zaken. De rest wordt  ·  overschreven.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 delen lang nooit hardop gezegd. Omdat het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vanzelfsprekend leek.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aanname zelf ervaren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Twee manieren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State-based: de rij ís de waarheid, nu.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Event-based: de gebeurtenissen zijn de waarheid.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huidige stand wordt berekend.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State-based bewaart wat waar is.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Event-based bewaart wat er is  ·  gebeurd, en leidt daaruit af  ·  wat waar is.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Wat een event is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event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 een event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"Wijzig het adres"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AdresGewijzigd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"Ken pensioen toe"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PensioenToegekend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Events versus commando's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Herschrijf vijf commando's naar correcte events.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De event store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events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event_id bigint GENERATED ALWAYS AS IDENTITY PRIMARY KEY,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aggregate_id uuid NOT NULL,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event_type text NOT NULL,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payload jsonb NOT NULL,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volgnummer integer NOT NULL,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occurred_at timestamptz NOT NULL DEFAULT now(),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 (aggregate_id, volgnummer)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deel legt de naam op wat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al kende.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12: insert-only tabellen hebben minder bloat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15: hotspot oplossen door invoegen i.p.v. bijwerken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16: partitioneren, DROP TABLE i.p.v. DELETE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De UNIQUE-constraint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 (aggregate_id, volgnummer)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Optimistische concurrency control (deel 7)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toegepast op events.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event store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Probeer een dubbel volgnummer. Kijk wat er gebeurt.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Aggregates en streams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aggregaat: de eenheid met consistentiegaranties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(één deelnemer, één dienstverband).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stream: de geordende reeks events van dat aggregaat.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Co-locatie, opnieuw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events van één aggregaat horen bij elkaar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het principe uit deel 24-25,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toegepast op events i.p.v. shards.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stream bevragen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Bereken het huidige salaris. Bereken het salaris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vóór een specifiek moment — tijdreizen.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Projecties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telt handmatig een hele stream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MATERIALIZED VIEW dienstverband_huidige_stand 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... FROM events GROUP BY aggregate_id;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het patroon uit deel 8. Nu over events.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projectie bouwen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Voeg een event toe. Bevraag de projectie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vóór en na REFRESH.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 is eventual consistency,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tastbaar gemaakt.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Vóór REFRESH: de projectie loog niet — hij was gewoon nog niet bijgewerkt.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Het contrast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Projectie kwijt? Herbouwen uit de events. Geen verlies.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gewone tabel kwijt, zonder back-up?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Echt weg.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Wat je "gratis" krijgt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Volledige, inherente audit trail (geen pgaudit nodig, deel 20)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Tijdreizen — bereken de stand op elk moment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Nieuwe inzichten achteraf, zonder verlies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Correcties blijven zichtbaar náást de fout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Wat het kost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Eventual consistency — projecties lopen achter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 ontwerpcomplexiteit — elke vraag vraagt een projectie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Event-schema-evolutie — oude events blijven oud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gratis globale queries zonder goede projectie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CQRS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Commando's → Event store (schrijven)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Query's ← Projecties (lezen)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Schrijf- en leeskant met fundamenteel andere eigenschappen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expliciet gescheiden.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CQRS herkennen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Wijs het commando-pad en het query-pad aan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je eigen opzet.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De terugblik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Optimistisch vergrendelen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UNIQUE-constraint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Insert-only, minder bloat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event store zelf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Hotspot: invoegen i.p.v. bijwerken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events ontstaan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Partitioneren + DROP TABLE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Oude events opruimen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Materialized views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Projecties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Event sourcing is minder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nieuw idee dan een naam voor  ·  een patroon dat je al kende.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terugblik toepassen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 vijf eerdere concepten in eigen woorden uit.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Het raakvlak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Locked Platform — FSM + CQRS + event sourcing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alternatief voor BPMN/CMMN-procesengines.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denken, toegepast op procesbesturing zelf.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(Een zijlijn — geen kernstof vandaag.)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 de geschiedenis van hoe iets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ontstond zelf waardevol —  ·  of volstaat de huidige stand?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Adres: meestal volstaat de stand.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Aanspraakopbouw: de geschiedenis IS het punt.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Opdracht 27.8, 27.9 &amp; volgende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27.8 Wel of niet event sourcing — vijf domeinen — 15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27.9 Het architectuuradvies — specifieke keuze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kosten net zo expliciet als baten · concreet risico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echte uitsluiting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min, drietallen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28 — Event sourcing in de praktijk. Snapshotting, en het vraagstuk van vergetelheid in een onveranderlijke geschiedenis.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2026-08-17T09:38:45Z</dcterms:created>
  <dcterms:modified xsi:type="dcterms:W3CDTF">2026-08-17T09:38:45Z</dcterms:modified>
</cp:coreProperties>
</file>