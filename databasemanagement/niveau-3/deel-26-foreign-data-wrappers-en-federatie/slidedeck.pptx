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gokken vóór het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Foreign data wrappers en federatie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3 — Deel 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Hoe bouwt de federatie één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gezamenlijk dashboard?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Meridiaan + Kompas: schema per fonds.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Baken: eigen database.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van beide is precies dit probleem.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Logische replicatie — een tweede, vertraagde kopie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Citus — horizontale capaciteit binnen één geheel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gat herkennen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Foreign data wrapper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Federatie-database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postgres_fdw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┌────┼────┐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Meridiaan Kompas Baken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Live, query-tijd-toegang. Geen duplicatie.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Opzetten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SERVER meridiaan_server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FOREIGN DATA WRAPPER postgres_fdw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OPTIONS (host '...', dbname 'meridiaan');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USER MAPPING FOR federatie_rapportage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 meridiaan_server OPTIONS (user '...', password '...');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Foreign tables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 FOREIGN SCHEMA meridiaan_prod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 TO (deelnemer, dienstverband)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SERVER meridiaan_server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INTO federatie_meridiaan;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Gedraagt zich daarna als een gewone tabel.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postgres_fdw opzetten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Pushdown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* FROM federatie_meridiaan.deelnemer WHERE deelnemer_id = 42;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WHERE wordt meegestuurd naar de bron.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Alleen de relevante rij komt terug.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Wordt deze join doorgeschoven?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join tussen TWEE VERSCHILLENDE bronnen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m.achternaam, k.achternaam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federatie_meridiaan.deelnemer m,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federatie_kompas.deelnemer 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m.achternaam = k.achternaam;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de zaal gokken vóór het experiment.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federatieve equivalent van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cross-shard-join (deel 24-25).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Nested Loop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-&gt;  Foreign Scan on deelnemer m   -- hele tabel opgehaald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-&gt;  Foreign Scan on deelnemer k   -- hele tabel opgehaald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(join lokaal, na ophalen)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Remote SQL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Foreign Scan on deelnemer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Remote SQL: SELECT ... WHERE (deelnemer_id = 42)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Hetzelfde controleerbare signaal als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 Count (Citus) en pruning (partities).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Pushdown zien werken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Voorspel steeds vóór elke EXPLAIN.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De federatieve rapportagelaag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VIEW deelnemers_per_fonds AS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'Meridiaan', count(*) FROM federatie_meridiaan.deelnemer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UNION ALL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'Kompas', count(*) FROM federatie_kompas.deelnemer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UNION ALL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'Baken', count(*) FROM federatie_baken.deelnemer;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tak: doorgeschoven naar zijn eigen bron.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Belast drie bronservers tegelijk 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hun eigen drukste moment.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Tientallen gebruikers, elke ochtend om 8 uur,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allemaal een dure cross-server-query.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Materialized view, opnieuw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MATERIALIZED VIEW kwartaaloverzicht AS ...;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REFRESH MATERIALIZED VIEW kwartaaloverzicht;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Precies deel 8 — nu over federatieve in plaats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lokale gegevens.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federatieve rapportagelaag bouwen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vs. materialized — meet het verschil.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Drie manieren, drie profielen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FDW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Replicatie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Citus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Duplicatie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Actualiteit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Live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Vertraging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Live (in cluster)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Beheerlast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Geen universeel beste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Ad-hoc, incidenteel → FDW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Continu, snel → Replicatie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logisch, horizontaal geheel → Citus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Opdracht 26.5 &amp; 26.6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26.5 Rechten controleren — 10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26.6 FDW, replicatie of Citus — vier scenario's — 15 min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23 — Rechten over de grens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REVOKE ALL ON FOREIGN SERVER meridiaan_server FROM PUBLIC;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USAGE ON FOREIGN SERVER meridiaan_server TO federatie_rapportage;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Minimale leesrol op de bron. Geen BSN in de import.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SSL verplicht — net als elke andere verbinding (deel 21).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transactionele garantie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 de databasegrens heen.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INSERT INTO federatie_meridiaan.deelnemer (...) VALUES (...);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Technisch mogelijk.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Hetzelfde probleem als cross-shard-transacties (deel 24).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Schrijven via FDW afwegen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Incidenteel, leesgericht? → FDW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Continu, snel? → Replicatie  ·  Eén horizontaal geheel? → Citus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welke is het beste. Welke past bij déze behoefte.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federatieontwerp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Rapportagebehoeften met live/materialized-keuze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dataminimalisatie concreet · scherp onderscheid met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replicatie · een specifiek risico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27 — Event sourcing-fundamenten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Vandaag: wáár gegevens staan (drieluik compleet).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keer: wát je eigenlijk vastlegt.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deel tot nu toe nam aan: een database bewaart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huidige stand, en overschrijft de rest.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aanname staat volgende keer ter discussie.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2026-08-17T10:11:05Z</dcterms:created>
  <dcterms:modified xsi:type="dcterms:W3CDTF">2026-08-17T10:11:05Z</dcterms:modified>
</cp:coreProperties>
</file>