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laat de zaal het zelf ontdekken.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laat de zaal het probleem zelf vinden.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Sharding-fundamenten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Niveau 3 — Deel 24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Concepten vandaag. Implementatie volgende keer.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Als de SOM van alle fondsen samen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één machine overschrijdt —  ·  helpt fijner partitioneren niet meer.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Alle partities delen nog steeds: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dezelfde CPU, hetzelfde geheugen, dezelfde schijf.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Verticaal versus horizontaal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Reken het uit: bij welk aantal fondsen wordt dit een probleem?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10 min, individueel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4 — Verticaal schalen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grotere machine.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Wat niveau 2 impliciet deed: elke optimalisatie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haalde meer uit dezelfde server.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Grens: technisch én economisch — de kosten stijgen niet lineair.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prijs: je geeft op wat één machine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gratis geeft — alle data op één plek,  ·  met volledige ACID.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Meer machines, samen de belasting dragend.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6 — Sharding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mutatie-tabel, verdeeld: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Shard 1 (server A)   Shard 2 (server B)   Shard 3 (server C)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Partitie: binnen één server, gedeelde resources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Shard: aparte servers, eigen resources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7 — Complementair, niet concurrerend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shard is zelf vaak weer gepartitioneerd (deel 16).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Partitionering: binnen een server.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Sharding: tussen servers.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shardsleutel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Bepaalt vrijwel alles wat volgt.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Wat is hier mis mee?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-- shardsleutel: fonds_id ?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612648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laat de zaal het zelf ontdekken.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10 — Twee problemen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Cardinaliteit: slechts 3 waarden — nooit meer dan 3 shards.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Verdeling: Bakens profiel wijkt af —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shard wordt onevenredig zwaar belast.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deelnemer_id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Hoge cardiniteit. Gelijkmatige verdeling.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Sluit aan bij het dominante toegangspatroon —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bijna alles draait om één deelnemer.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Een shardsleutel kiezen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Vijf kandidaten. Welke aanraden, welke afraden?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min, drietallen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13 — Pauze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14 — Co-locatie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Rijen die vaak samen bevraagd worden,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altijd op dezelfde shard.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-- snel: deelnemer + mutatie co-located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SELECT * FROM deelnemer d JOIN mutatie m …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WHERE d.deelnemer_id = 42;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Die blijven een distributed query.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Duurder dan binnen één server.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Rapportages die inherent over de hele dataset gaan.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Co-locatie ontwerpen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Welke tabel is lastig? (Hint: niet elke tabel heeft deelnemer_id.)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min, drietallen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Geen enkele lokale transactie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garandeert dat allebei lukken.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waardeoverdracht tussen twee deelnemers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op verschillende shards.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18 — Drie oplossingen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2PC — correct, traag, kwetsbaar voor een falende coördinator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Saga — sneller, tijdelijk zichtbaar inconsistent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Ontwerp het weg — co-locatie, zodat het probleem niet ontstaat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651760"/>
            <a:ext cx="1069848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Volgorde van voorkeur: 3, dan pas 1 of 2.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Cross-shard-transacties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Waarom is een zeldzaam probleem hier gevaarlijker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dan een veelvoorkomend?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min, drietallen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20 — Globale uniciteit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mutatie_id bigint GENERATED ALWAYS AS IDENTITY  -- op één server: triviaal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Over shards heen: elke shard genereert zijn eigen reeks.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Botsingen, tenzij je iets doet.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21 — Drie oplossingen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UUID's · sequenties met offset per shard · centrale ID-generator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Elk met een prijs — net als BRIN in deel 14.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22 — Referentietabellen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Klein, zelden gewijzigd, overal nodig.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fonds → volledige kopie op elke shard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Voorkomt cross-shard-verkeer voor iets triviaals.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Referentietabellen aanwijzen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10 min, individueel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24 — Pauze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Voorspel: wat gebeurt er met nieuwe deelnemers?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Bereik: shard 1 krijgt 1-500.000, shard 2 krijgt 500.001-...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Zelfde dynamiek als het tellerrij-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probleem uit deel 15 — nu op shard-niveau.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1069848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Nieuwe deelnemers concentreren zich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op de "nieuwste" shard.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Hash-gebaseerd: gelijkmatige verdeling, geen hotspot.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Bereik versus hash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min, tweetallen</a:t>
            </a:r>
            <a:endParaRPr lang="en-US" sz="1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28 — Rebalancing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nieuwe shard toevoegen — hetzelfde risico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als elke migratie uit deel 22, nu over servergrenzen.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Expand → migrate → contract.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Verificatie: niet optioneel.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Rebalancing doordenken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min, drietallen</a:t>
            </a:r>
            <a:endParaRPr lang="en-US" sz="15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Wanneer shard je NIET?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Net als "wat een index niet oplost" (14)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 "wanneer niet partitioneren" (16):</a:t>
            </a:r>
            <a:endParaRPr lang="en-US" sz="15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Heb ik een gemeten, aangetoonde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capaciteitsgrens die verticaal  ·  schalen niet meer oplost?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Zo niet: sharding is een oplossing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voor een probleem dat je nog niet hebt.</a:t>
            </a:r>
            <a:endParaRPr lang="en-US" sz="15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32 — Opdracht 24.8, 24.9 &amp; volgende keer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24.8 Wel of niet shardenen — vier scenario's — 10 min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24.9 Het sharding-principebesluit — inclusief een eerlijk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"nog niet nodig" en een concreet, meetbaar signaal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50 min, drietallen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25 — Citus in de praktijk. Alles wat vandaag is afgewogen, bouw je volgende keer echt.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2026-08-17T09:38:44Z</dcterms:created>
  <dcterms:modified xsi:type="dcterms:W3CDTF">2026-08-17T09:38:44Z</dcterms:modified>
</cp:coreProperties>
</file>