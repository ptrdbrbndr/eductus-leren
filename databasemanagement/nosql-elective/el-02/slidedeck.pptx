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deelnemer_id = partition key, bezocht_op = clustering key.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leg uit waarom WHERE d1 &lt;&gt; d2 nodig 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dit is de kernboodschap van beide elective-dagdelen samen — laat hem staan als afsluiter.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NoSQL-elective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640080" y="33832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Deel 2 — Wide-column en graaf in de praktijk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Cursus Databasemanagement | Ductus — elective, geen aparte certificeringslijn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2 — Terugblik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Deel 1: Redis (cache) en MongoDB (documenten)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Vandaag: Cassandra (wide-column) en Neo4j (graaf)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 laatste twee scenario's uit deel 21, paragraaf 13.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3 — Cassandra: wat het is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Tabellen, maar het ontwerp draait om twee sleuteltypen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Partition key → welke machine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Clustering key → sorteervolgorde binnen die partition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651760"/>
            <a:ext cx="1069848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Wide-column store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4 — De denk-omkering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Niveau 1: ontwerp rond de entiteit, query's volgen daarna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Cassandra: ontwerp rond de query, entiteit volgt daarna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Vaak meerdere tabellen, dezelfde data, elk voor één toegangspatroon.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5 — Waarom dit zo goed schaalt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Partition key bepaalt vooraf waar een rij naartoe gaat →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schrijven over honderden machines zonder coördinatie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Prijs: ad-hoc query's zonder filter op de partition key zijn traag of onmogelijk.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6 — Praktijk: portaal-telemetrie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"Laatste honderd paginaweergaven van deelnemer X, nieuwste eerst"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CREATE TABLE portaal_bezoeken_per_deelnemer (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deelnemer_id bigint,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bezocht_op timestamp,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pagina text,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PRIMARY KEY (deelnemer_id, bezocht_op)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) WITH CLUSTERING ORDER BY (bezocht_op DESC);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612648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deelnemer_id = partition key, bezocht_op = clustering key.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7 — Een tweede vraag, een tweede tabel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"Hoeveel bezoeken per dag, over alle deelnemers?"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 eerste tabel kan dit niet efficiënt beantwoorden.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Bewuste duplicatie — het normale patroon in Cassandra, geen ontwerpfout.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8 — Opdracht EL2.1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Ontwerp de tweede tabel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Partition key, clustering key, en de vraag of duplicatie hier een fout of een keuze is.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15 minuten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9 — Neo4j: wat het is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Nodes (knopen)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Relationships (relaties, met richting en type)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Properties (attributen op beide)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651760"/>
            <a:ext cx="1069848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Graafdatabase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10 — Het echte verschil met relationeel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SQL-join: berekent het verband tijdens de query, elke keer opnieuw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Graafrelatie: fysiek opgeslagen verbinding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Constante tijd per stap, ongeacht de rest van de database.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11 — De vraag uit deel 21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"Welke deelnemers delen een werkgever binnen twee schakels, via welke tussenliggende relaties"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Toen: onhandelbaar in SQL bij grote, diepe netwerken.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Nu: uitgewerkt in Cypher.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12 — Directe collega's in Cypher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MATCH (d1:Deelnemer {id: 4821})-[:WERKT_BIJ]-&gt;(w:Werkgever)&lt;-[:WERKT_BIJ]-(d2:Deelnemer)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WHERE d1 &lt;&gt; d2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RETURN DISTINCT d2.naam, w.naam AS gedeelde_werkgever;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612648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leg uit waarom WHERE d1 &lt;&gt; d2 nodig is.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13 — Binnen twee schakels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MATCH path = (d1:Deelnemer {id: 4821})-[:WERKT_BIJ|DEELNEEMT_AAN*1..2]-(d2:Deelnemer)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WHERE d1 &lt;&gt; d2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RETURN DISTINCT d2.naam, [r IN relationships(path) | type(r)] AS via;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Het pad is een eersteklas concept in de query — geen herhaalde join.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14 — Vergelijk met de recursieve CTE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Bij twee schakels: recursieve CTE (deel 4/8) prima werkbaar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Bij vier, vijf, onbekend veel schakels: het verschil wordt beslissend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Zelfde vraag, andere schaal — dan pas telt het verschil.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15 — Opdracht EL2.2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Cypher lezen en uitbreiden met count()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15 minuten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16 — Grenzen: Cassandra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Eventual consistency — geen garantie dat een schrijving overal direct zichtbaar is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Acceptabel voor telemetrie. Onacceptabel voor een pensioensaldo.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17 — Grenzen: Neo4j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Beperkte aggregatiekracht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"Gemiddeld saldo per leeftijdscategorie, over 340.000 deelnemers" — blijft het domein van het relationele model.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18 — Opdracht EL2.3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Drie scenario's — Cassandra, Neo4j, of geen van beide?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15 minuten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19 — De vier systemen op een rij</a:t>
            </a:r>
            <a:endParaRPr lang="en-US" sz="26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3688080"/>
                <a:gridCol w="3688080"/>
                <a:gridCol w="36880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Systeem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Scenario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Uniek goed in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Redis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Sessie-cache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Sub-ms sleutel-opzoeking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MongoDB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Documenten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Variërend schema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Cassandra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Telemetrie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Schrijfschaal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Neo4j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Relaties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Constante tijd per pad-stap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20 — Wat niet verandert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Meridiaans kernregistratie blijft relationeel, in PostgreSQL.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Integriteit, transactionele garanties, generieke query-flexibiliteit — waar het relationele model sterk in is.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21 — Opdracht EL2.4 (hoofdopdracht)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Een vijfde scenario: nachtelijk herberekend risicoprofiel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Past dit bij één van de vier systemen, of bij een techniek binnen PostgreSQL zelf?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25 minuten, individueel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22 — Pauze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23 — Bespreking hoofdopdracht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Materialized view — geen vijfde systeem nodig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Zeldzaam schrijven, veel lezen: precies het patroon waar een materialized view voor bedoeld is.</a:t>
            </a:r>
            <a:endParaRPr lang="en-US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24 — De valkuil die deze hele elective test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"Nieuw probleem, dus nieuw systeem" slaat een stap over.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Eerst onderzoeken wat PostgreSQL al kan — pas dan, met een gemeten knelpunt, een gespecialiseerd alternatief.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612648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dit is de kernboodschap van beide elective-dagdelen samen — laat hem staan als afsluiter.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25 — Terug naar de hoofdlijn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Deel 22 vervolgt: zero-downtime migraties en de niveau-2-capstone.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Einde van de NoSQL-elective.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2026-08-17T11:13:09Z</dcterms:created>
  <dcterms:modified xsi:type="dcterms:W3CDTF">2026-08-17T11:13:09Z</dcterms:modified>
</cp:coreProperties>
</file>