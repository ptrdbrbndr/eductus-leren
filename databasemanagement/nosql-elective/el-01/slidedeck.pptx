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de zaal deze vier uit het hoofd te noemen vóór je verdergaat.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het echte ontwerpprobleem, niet de opslag zelf.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 met de SQL GROUP BY-vorm uit deel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benoem het afgehandeld/is_afgehandeld-voorbeeld uit de reader.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NoSQL-elective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 — Document en key-value in de praktijk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Cursus Databasemanagement | Ductus — elective, geen aparte certificeringslijn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Waar we vandaan komen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Cache-laag met sub-milliseconde eisen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Relatieanalyse die inherent graafvormig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Grootschalig volledige-tekst-zoeken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Logging op zeer grote schaal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984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21 gaf vier eerlijke gevallen voor NoSQL naast PostgreSQL: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vraag de zaal deze vier uit het hoofd te noemen vóór je verdergaat.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Vandaag en volgende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scenario 1 (Redis) en documentopslag (MongoDB)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sessie: scenario 2 en 4 (Neo4j, Cassandra)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Scenario 3 (Elasticsearch) blijft conceptueel, zoals in deel 21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NoSQL komt er naast PostgreSQL, niet in plaats ervan.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Redis: wat het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Vrijwel alles in werkgeheugen → extreem snel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persistentie-configuratie: herstart = dataverlies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Nooit de enige opslag van iets belangrijks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In-memory key-value store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Vier datastructuren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Structuur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Gebruik bij Meridiaan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geserialiseerd sessie-object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Hash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sessie met losse velden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bekeken werkgever-ID's vandaag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Sorted set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rate-limiter, "recent bekeken"-lijst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TTL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live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sleutel verdwijnt vanzelf na de ingestelde tijd.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cache ruimt zichzelf op — geen aparte opruimlogica nodig.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Drie invalidatiestrategieën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TTL alleen — simpel, kan tijdelijk stale zijn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Actief invalideren bij wijziging — vraagt discipline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Write-through — nooit direct naar de bron zonder de cache mee te nemen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het echte ontwerpprobleem, niet de opslag zelf.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Sessieobject in Redis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HSET sessie:a1b2c3 deelnemer_id 4821 naam "Karin de Wolff" taal "nl"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EXPIRE sessie:a1b2c3 1800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elke aanvraag: TTL verlengen, velden lezen — geen PostgreSQL-query.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Wat wél, wat niet in de cache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Wél: naam, taal — weinig-veranderend, vaak gelezen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pensioensaldo — te belangrijk om stale te zijn, te weinig gelezen per sessie om de kost te rechtvaardigen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Leesfrequentie versus foutkosten bij staleness — de vuistregel.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Opdracht EL1.1 en EL1.2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EL1.1 — TTL-strategie voor een "recent bekeken"-lijst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EL1.2 — Cache-invalidatie bij een taalvoorkeur-wijziging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individueel, klassikaal bespreken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MongoDB: wat het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Documenten (BSON) in collections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vastgelegd schema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documenten in dezelfde collection kunnen verschillen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Documentstore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Embedding versus referencing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 — genest in hetzelfde document, snel lezen, mogelijk dubbel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Referencing — verwijzing naar een ID, geen databaseafdwinging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Vergelijk met deel 5 (normalisatie) en deel 6 (REFERENCES-constraint).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Waarom klantcorrespondentie?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E-mail: onderwerp, bijlagen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Telefoonnotitie: gespreksduur, medewerker-ID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Portaalbericht: sessie-referentie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Sterk uiteenlopende metadata per kanaal: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Een correspondentiedocument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`json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"deelnemer_id": 4821,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"kanaal": "email",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"onderwerp": "Vraag over indexatie 2026",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"afgehandeld": false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Zoeken en aggregeren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db.correspondentie.find({ deelnemer_id: 4821, afgehandeld: false })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db.correspondentie.aggregate([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 $match: { afgehandeld: false } },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 $group: { _id: "$kanaal", aantal: { $count: {} } } }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])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vergelijk met de SQL GROUP BY-vorm uit deel 3.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Waarom niet gewoon jsonb?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Vaak is dat ook het juiste antwoord.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 paragraaf laat zien hóe het alternatief werkt — niet dat het per definitie beter is.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Opdracht EL1.3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Commentaren toevoegen aan een correspondentiedocument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 ontwerpen, een probleemscenario benoemen, beargumenteren wanneer je naar referencing zou overstappen.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Consistentie: wie is de bron van waarheid?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(Redis): eenrichtingsverkeer, PostgreSQL → Redis, nooit terug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Correspondentie (MongoDB): genuanceerder — eigen bron van waarheid óf periodieke sync naar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De vuistregel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dichter bij integriteits- en transactie-eisen, hoe sterker de reden om bij PostgreSQL te blijven.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verder ervan af (sessies, ongestructureerde correspondentie), hoe eerder een aparte datastore verdedigbaar is.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Twee valkuilen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Redis als bron van waarheid gebruiken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MongoDB's schemaloosheid verwarren met "geen ontwerp nodig"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benoem het afgehandeld/is_afgehandeld-voorbeeld uit de reader.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Opdracht EL1.4 (hoofdopdracht)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nieuw scenario: "vergelijk mijn pensioensituatie"-functie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 systeem past hier? Wat is het concrete, meetbare knelpunt?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Bespreking hoofdopdracht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Toegangspatroon: similarity search / nearest-neighbor.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Eerste te onderzoeken pad: pgvector binnen PostgreSQL zelf — vóór een apart systeem.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Vooruitblik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sessie: wide-column (Cassandra) en graaf (Neo4j)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relatiequery uit deel 21 ("welke deelnemers delen een werkgever binnen twee schakels") wordt dan echt in Cypher uitgewerkt.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grondvraag, twee nieuwe gereedschappen.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2026-08-17T11:13:09Z</dcterms:created>
  <dcterms:modified xsi:type="dcterms:W3CDTF">2026-08-17T11:13:09Z</dcterms:modified>
</cp:coreProperties>
</file>