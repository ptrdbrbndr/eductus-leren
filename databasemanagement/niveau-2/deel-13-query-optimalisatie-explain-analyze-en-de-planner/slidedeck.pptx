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kiezen voordat je verder gaat.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Query-optimalisatie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EXPLAIN ANALYZE en de planner  ·  Niveau 2 — Deel 13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Wie heeft het dringendste probleem?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Ruud: "Het portaal is traag op dinsdagavond."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Karin: "Mijn maandrapport duurt vier minuten."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 — Reken mee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Karins rapport: 4 minuten × 1 keer per maand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= 4 minuten per maand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portaalquery: 5 ms × 2.000.000 keer per maand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= bijna 3 uur per maand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totale belasting =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aantal aanroepen × gemiddelde tijd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query waarover geklaagd wordt,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zelden de query die ertoe doet.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server voelt het omgekeerde.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Klachten gaan over wat mensen voelen.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wachttijd van vier minuten valt op.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query van 5 ms niet.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pg_stat_statements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EXTENSION IF NOT EXISTS pg_stat_statements;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Normaliseert query's: WHERE id = 42 en WHERE id = 99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worden één regel met WHERE id = $1.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⚠ Vereist shared_preload_libraries — en dus een herstart (deel 11).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Sorteer op totaal, niet op gemiddelde.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substr(query,1,80), calls,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round(total_exec_time::numeric,0) AS totaal_ms,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round(mean_exec_time::numeric,2)  AS gem_ms,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round(100*total_exec_time/sum(total_exec_time) OVER (),1) AS pct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pg_stat_statements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ORDER BY total_exec_time DESC LIMIT 20;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Vijf invalshoeken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Sorteer 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Vindt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total_exec_time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grootste belasting — begin hier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calls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 vaak aangeroepen (applicatieprobleem)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shared_blks_read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Veel van schijf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stddev_exec_time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Wisselvallig — vaak de planner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rows / calls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 veel rijen terug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Opdracht 13.1 &amp; 13.2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13.1 Werklast opwekken — 10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13.2 Wat doet er werkelijk toe — 25 min,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Reset eerst: SELECT pg_stat_statements_reset();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Hoe de planner beslist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Kostenparameters — random_page_cost etc. (deel 11)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Statistieken — bijgehouden door ANALYZE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Selectiviteit — welk deel voldoet aan de voorwaarde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ingrediënten: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Bijna altijd bij 3.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bij 1 of 2.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kosten zijn juist berekend.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aantal rijen was verkeerd geschat.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dan is élke keuze daarboven ook fout.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Denkt de planner dat een join 100 rijen oplevert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worden het er een miljoen —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Dat is het antwoord op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"waarom is het plan op acceptatie anders".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EXPLAIN (ANALYZE, BUFFERS, SETTINGS, VERBOSE) SELECT …;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SETTINGS toont welke planner-instellingen afwijken.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Waar gaat de tijd heen?</a:t>
            </a:r>
            <a:endParaRPr lang="en-US" sz="2400" dirty="0"/>
          </a:p>
        </p:txBody>
      </p:sp>
      <p:pic>
        <p:nvPicPr>
          <p:cNvPr id="3" name="Image 0" descr="C:\Projecten\eductus-trainingen\Databasemanagement\databasecursus-output\_figures\figuur-13-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097280"/>
            <a:ext cx="9966960" cy="4937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deze volgorde.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Twee valkuilen bij vraag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tijd van een knoop is inclusief zijn kinderen.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4.800 ms − 4.700 ms kind = 100 ms eigen kosten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actual time is per loop.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loops=8000 → vermenigvuldigen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16 — Signalen die je direct herkent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 het plan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Betekent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external merge Disk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work_mem te 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Batches: 8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Hashtabel paste 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Heap Fetches: 987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Visibility map oud → VACUUM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Rows Removed by Filter: 2000000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Filter te laat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loops=8000 bij Nested Loop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Check de rijschatting erboven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vragen aan een plan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18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De rij-estimatiefout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Nested Loop  (cost=0.42..8.47 rows=1 …)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(actual time=0.03..4821.55 rows=184302 loops=1)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Verwacht: 1 rij. Gekregen: 184.302.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Nested Loop is prima bij 1 rij.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een ramp bij 184.302.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Repareer de schatting, niet de join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Verouderde statistieken → ANALYZE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Afhankelijke kolommen → uitgebreide statistieken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 lage resolutie → SET STATISTICS 1000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Functie of expressie → expressie-index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Correlatie tussen tabellen → herschrijven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106984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oorzaken, in volgorde van hoe vaak ze voorkomen: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Waarom afhankelijke kolommen misgaan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plaats = 'Utrecht' AND provincie = 'UT'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planner neemt aan dat kolommen onafhankelijk zijn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vermenigvuldigt de selectiviteiten.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⅓ × ⅓ = 1/9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Maar de tweede voorwaarde sluit niets uit.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van de weinige plaatsen waar je de planner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écht iets nieuws vertelt.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STATISTICS afh (dependencies, ndistinct, mcv)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plaats, provincie FROM tabel;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ANALYZE tabel;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rij-estimatiefout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 op: in meridiaan_prod klopt de aanname wél.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vaststellen hoort erbij.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35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24 — Wat de planner weet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attname, n_distinct, null_frac,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most_common_vals, most_common_freqs, correlation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pg_stats WHERE tablename = 'mutatie';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n_distinct negatief = verhouding tot het aantal rijen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-1 = elke rij uniek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25 — n_distinct vastzetten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TABLE mutatie ALTER COLUMN kanaal SET (n_distinct = 5);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Krachtig — je vertelt de planner een feit dat hij niet kende.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Gevaarlijk — je overschrijft de werkelijkheid met een bewering.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Wanneer wordt die bewering onwaar, en wie merkt dat?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Statistieken bijstellen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27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De ontbrekende indexen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opschaalscript liet er bewust een paar weg.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foreign keys zonder index op de verwijzende kolom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Zoek ze in de catalogus, niet in je geheugen.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een DELETE op de oudertabel.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bij joins over de hele tabel.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index: een sequentiële scan over 466.000 rijen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verwijderde rij.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ontbrekende indexen vinden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Met OFFSET wacht de gebruiker die het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diepst zoekt het langst.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traag, en steeds trager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… ORDER BY mutatie_id LIMIT 20 OFFSET 2000000;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constant snel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… WHERE mutatie_id &gt; 2000000 ORDER BY mutatie_id LIMIT 20;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32 — Vier andere herschrijfregels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Filter zo vroeg mogelijk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Aggregeer vóór je joint (deel 4)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EXISTS boven IN met een grote subquery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LATERAL voor "de top n per groep"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Herschrijven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varianten van dezelfde vraag. Meet alle drie.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34 — Prepared statements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Eerste 5 uitvoeringen: custom plan (per waarde gepland)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Daarna mogelijk: generic plan (één plan voor alles)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een scheve verdeling is dat ene plan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 minstens één waarde verkeerd.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35 — Herken je dit?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"In psql is hij snel. In de applicatie traag."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 plan_cache_mode = 'force_custom_plan';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Veel ORM's gebruiken prepared statements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dat de ontwikkelaar dat weet.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hoge stddev_exec_time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pg_stat_statements.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Dezelfde query, soms snel en soms traag,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dat de gegevens veranderden.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(De belofte van slide 8.)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37 — auto_explain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auto_explain.log_min_duration = 3000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auto_explain.log_analyze = 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auto_explain.sample_rate = 0.1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pg_stat_statements → welke query's ertoe doen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auto_explain → waarom die ene traag was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⚠ log_analyze meet élke query. Gebruik sample_rate.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38 — De werkwijze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Reset en meet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Kies één query — de bovenste, niet de gemelde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EXPLAIN (ANALYZE, BUFFERS, SETTINGS) — noteer de 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Stel de vier vragen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Zoek de eerste foute schatting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Verander één ding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opnieuw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1 — de rangorde is veranderd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39 — Waar het in de praktijk misgaat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Stap 6: drie dingen tegelijk veranderen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je weet niet wat werkte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Stap 8: blijven sleutelen aan dezelfde query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terwijl er allang een andere bovenaan staat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Als de query snel genoeg 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 wat hij moet doen.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als hij zo snel mogelijk is.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Optimaliseren zonder doel is oneindig werk.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optimalisatierapport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 vijf · diagnose en gemeten winst · één query die je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bewust níét optimaliseert · en wat je Karin antwoordt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35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14 — Geavanceerde indexering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bijna elke maatregel van vandaag was het antwoord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index. En steeds een B-tree.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Volgende keer de indexen die dat niet zijn — en dan blijkt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correlatie uit deel 12 een index van een paar kilobyte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mogelijk te maken op een tabel van 600 megabyte.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Bewaar je top vijf.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2026-08-17T11:13:01Z</dcterms:created>
  <dcterms:modified xsi:type="dcterms:W3CDTF">2026-08-17T11:13:01Z</dcterms:modified>
</cp:coreProperties>
</file>