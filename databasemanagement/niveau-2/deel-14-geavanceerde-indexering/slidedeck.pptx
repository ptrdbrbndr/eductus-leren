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drie van de vier. c) kán wel — dat is de brug naar BRIN vanmiddag.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plenair draaien. Janssen komt bovenaan.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beide meten voordat je verder klikt.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Geavanceerde indexering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2 — Deel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Vorige keer was het antwoord steeds een B-tree.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 — Probeer deze vier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a: welke berichten bevatten deze sleutel?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inhoud @&gt; '{"soort":"adreswijziging"}'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b: wie heet ongeveer "Janssen"?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achternaam ILIKE '%anss%'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c: welke mutaties vielen in maart?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aangemeld_op &gt;= '2024-03-01' AND … &lt; '2024-04-01'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d: welke adresperioden overlappen?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Voor welke van deze vier kán een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B-tree principieel niets betekenen?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keer een sequentiële scan.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Vier vragen die B-tree niet aankan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 — Zes types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Type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Voor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Omvang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Schrijfkosten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B-tree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Gelijkheid, bereik, sortering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Middel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Zoeken binnen een waarde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Groot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Hoog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GiST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Bereiken, uitsluiting, fuzzy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Middel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Middel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SP-GiST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Niet-gebalanceerde structuren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Klein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Middel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BRIN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Groot + hoge correlatie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Minuscuul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Zeer laag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Hash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Alleen gelijkheid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Klein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Dit zijn specialisaties, geen upgrade.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GIN en BRIN staan aan de uiteinden.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Duur en krachtig ↔ bijna gratis en voorwaardelijk.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(Net als de datastore-categorieën in deel 1.)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7 — B-tree: sorteervolgorde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INDEX ON premienota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(werkgever_id, periode_jaar DESC, periode_maand DESC);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 de juiste richting: index aflopen, na 1 rij stoppen.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 de verkeerde: alles sorteren.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Bij gemengde richtingen kan PostgreSQL niet achterstevoren lezen.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Maar: Heap Fetches hoog?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 levert het niets op.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INDEX ON mutatie (deelnemer_id) INCLUDE (aangemeld_op);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Doel: Index Only Scan.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INCLUDE op een tabel die zelden gevacuümd wordt, is verspilling. (Deel 12.)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B-tree verfijnen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Partiële index, op schaal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Klein: 12% in plaats van alles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Groeit niet mee met de historie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Lagere schrijfkosten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INDEX mutatie_open_idx ON mutatie (aangemeld_op)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verwerkt_op IS NULL;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 5 jaar: volledige index 250 MB, deze nog steeds 6 MB.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index wordt niet gebruikt.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index:  WHERE verwerkt_op IS NULL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query:  WHERE verwerkt_op &gt; now() - INTERVAL '1 day'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planner doet geen logisch redeneerwerk over bereiken.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voorwaarde moet matchen.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Partiële index op productieschaal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GIN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B-tree indexeert de hele waarde.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GIN indexeert de onderdelen.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Sleutels in een jsonb · elementen van een array · woorden in tekst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Zoals de index achter in een boek.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jsonb met GIN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INDEX ON koppelvlakbericht USING gin (inhoud);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inhoud @&gt; '{"soort":"adreswijziging"}'   -- werkt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inhoud ? 'bsn'                            -- werkt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inhoud -&gt;&gt; 'soort' = 'adreswijziging'     -- werkt NIET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GIN voor "bevat deze structuur".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B-tree op een expressie voor · "deze sleutel heeft deze waarde".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INDEX ON koppelvlakbericht ((inhoud -&gt;&gt; 'soort'));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17 — Wat GIN kost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Schrijven. Eén rij invoegen = één bijwerking per onderdeel.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jsonb met 50 sleutels → 50 bijwerkingen.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Ruimte. Vaak een aanzienlijk deel van de tabelomvang.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jsonb_path_ops is kleiner — alleen containment.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GIN op jsonb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Meet ook de schrijfkant (onderdeel g).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is het cijfer dat je indexplan verandert.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Het probleem van LIKE '%…%'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klantenservice zoekt op een deel van een naam.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voorvoegsel → geen B-tree.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EXTENSION pg_trgm;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INDEX ON deelnemer USING gin (achternaam gin_trgm_ops);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Trigrammen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"Janssen" →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j ·  ja · jan · ans · nss · sse · sen · en 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zoekopdracht wordt op dezelfde manier opgedeeld.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En dan dit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achternaam, similarity(achternaam, 'Jansenn') AS score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deelnemer WHERE achternaam % 'Jansenn'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 BY score DESC LIMIT 10;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plenair draaien. Janssen komt bovenaan.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Dit maakt iets mogelijk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eerst niet kon.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Alles vandaag maakt query's sneller.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naam die telefonisch verkeerd is opgenomen,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alsnog gevonden.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Alleen waar men werkelijk zo zoekt.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Trigram-indexen zijn groot — vaak groter dan de kolom.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vier tekstkolommen van deelnemer: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veelvoud van de tabel aan index.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Zoeken op naam met pg_trgm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25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26 — GiST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 je het al bent tegengekomen — deel 6: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CONSTRAINT adres_geen_overlap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EXCLUDE USING gist (deelnemer_id WITH =, geldigheid WITH &amp;&amp;)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bereik is niet lineair te ordenen.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B-tree kan "overlapt met" niet beantwoorden.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Bonus: diezelfde index versnelt je peildatumquery's.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tientallen kilobytes.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Slaat per groep van 128 pagina's alleen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minimum en maximum op.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INDEX ON mutatie USING brin (aangemeld_op);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600 MB tabel: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Tegenover een B-tree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Omvang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B-tree op aangemeld_op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~50 MB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BRIN op aangemeld_op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~40 kB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B-tree is sneller.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BRIN sluit blokken uit. Hij wijst geen rijen aan.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winst zit in ruimte en schrijfkosten. Niet in leessnelheid.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30 — De strikte voorwaarde</a:t>
            </a:r>
            <a:endParaRPr lang="en-US" sz="2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Kolom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Correlatie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BRIN?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mutatie_id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~1,0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Uitstekend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aangemeld_op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hoog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Goed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deelnemer_id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Waardeloos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BRIN op een ongecorreleerde kolom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waardeloos.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Elke blokgroep bevat het hele waardebereik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er wordt niets uitgesloten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je leest de hele tabel én raadpleegt een index.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BRIN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Inclusief: bij welke tabelomvang stap je over?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Onderbouw met cijfers.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33 — Indexen bouwen op productie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Duurt langer (tabel wordt twee keer doorlopen)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Kan niet in een transactie (uitzondering op deel 6)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Kan mislukken → ongeldige index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INDEX CONCURRENTLY … 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Controleer dit altijd na CONCURRENTLY.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ongeldige index: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bestaat · wordt bij elke schrijfactie onderhouden · wordt nooit gebruikt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c.relname FROM pg_index i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 pg_class c ON c.oid=i.indexrelid WHERE NOT i.indisvalid;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35 — Het invoerpatroon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CONCURRENTLY, buiten de piek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indisvalid controleren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EXPLAIN: wordt hij gebruikt?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 opnieuw meten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 een week: idx_scan controleren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Stap 5 slaat vrijwel iedereen over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het is de enige die vaststelt of het de kosten waard was.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Indexhygiëne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Ongebruikt · dubbel · ongeldig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Bij welke helpt een index?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meldingen: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A. "Vanmorgen 40 seconden, nu 200 ms. Data onveranderd."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B. "80.000 rijen terug, gebruiker ziet er 25."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C. "Query van 2 ms staat bovenaan op totale tijd."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D. "Import twee keer zo traag sinds drie nieuwe indexen."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Stel eerst de diagnose (deel 13).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Alleen bij "ontbrekende index" is een index het antwoord.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— plan slaat om, of vergrendeling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 — te veel rijen; pagineren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 — te vaak aangeroepen; applicatie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 — het probleem is de index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indexplan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index: type · winst gemeten · kosten inclusief schrijfkant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Minimaal één niet-B-tree, met verantwoording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verzoek dat je afwijst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Invoerplan met stap 5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15 — Concurrency en locking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(twee dagdelen)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Jullie database is nu snel.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keer: honderdvijftig sessies die tegelijk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hetzelfde willen. En dan blijkt snelheid niet het probleem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query's zijn snel, ze staan op elkaar te wachten.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Bewaar je indexplan. De locks van CREATE INDEX komen terug.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2026-08-17T11:13:02Z</dcterms:created>
  <dcterms:modified xsi:type="dcterms:W3CDTF">2026-08-17T11:13:02Z</dcterms:modified>
</cp:coreProperties>
</file>