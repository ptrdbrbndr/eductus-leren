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 het bord, laat staan. Elke opdracht vult er één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plenair in twee vensters. Toon dat er rijen niet verwijderd kunnen worden.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 de zaal dit patroon zelf benoemt, is het dagdeel geslaagd.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Fysiek ontwerp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Pagina's, TOAST en bloat  ·  Niveau 2 — Deel 12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kan er nog een noemen?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 was bijna twee keer zo groot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de gegevens erin.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vonden één oorzaak.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Vijf redenen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Overhead per rij — 24 bytes administratie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Uitlijning — kolomvolgorde kost bytes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Bloat — dode rijversies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Fill factor — bewust vrijgelaten ruimte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Indexen — met hun eigen bloat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het bord, laat staan. Elke opdracht vult er één in.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tabel die 30% kleiner is,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30% vaker in je bufferpool.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gaat niet over schijfruimte.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gaat over hoe vaak je van schijf moet lezen.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De pagina van 8 kB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Page header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 bytes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Item pointers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 bytes per rij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Vrije ruimte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variabel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Rijversies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 achter naar voren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De rijheader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bytes per rijversie, plus 4 voor de pointer.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t_xmin · t_xmax — de MVCC-velden uit deel 7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t_ctid — waar de volgende versie staat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NULL-bitmap — alleen als er NULL's zijn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78% overhead.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gegevens: 8 bytes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werkelijk verbruik: ~36 bytes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69848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Tabel met twee integer-kolommen: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overhead per rij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betekent dit voor een tabel die je wilt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opsplitsen "voor de netheid"?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Welke is groter, en met hoeveel?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pg_column_size(ROW(1::smallint, 1::bigint, 1::smallint,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1::bigint, 1::integer)) AS a,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pg_column_size(ROW(1::bigint, 1::bigint, 1::integer,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1::smallint, 1::smallint)) AS b;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kolommen. Andere volgorde.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Uitlijning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Waarden beginnen op hun natuurlijke grens.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daarvoor wordt overgeslagen, is verloren.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smallint (2) → 6 bytes opvulling → bigint (8)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tegen 24 bytes. Op 2,4 miljoen rijen: 29 MB.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Kolommen op aflopende grootte.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bytes (bigint, timestamptz)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4 bytes (integer, date)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2 bytes (smallint)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boolean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variabel (text, numeric, jsonb)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Alleen waar het meetbaar is.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werkgever met 4.100 rijen: 49 kB winst.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En: documenteer waarom de volgorde zo is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anders zet de volgende ontwikkelaar hem "netjes" terug.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Uitlijning meten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TOAST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rij past nooit in meer dan één pagina.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doet PostgreSQL met een text-veld van 50 kB?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Boven ~2 kB: comprimeren, en zo nodig verplaatsen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een aparte TOAST-tabel. In de rij blijft een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verwijzing van 18 bytes.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Twee dingen die je moet weten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pg_relation_size telt TOAST niet mee.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gebruik pg_total_relation_size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Een TOAST-waarde ophalen kost een extra leesbewerking.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argument tegen SELECT * uit deel 3 —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met een mechanisme erbij.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koppelvlakbericht;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TOAST zichtbaar maken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Let op: repeat('c', 100000) comprimeert tot vrijwel niets.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Gebruik de willekeurige tekst uit het werkboek.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Wat kost een UPDATE aan indexen?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Normaal: elke index die naar die rij wijst,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krijgt een nieuwe verwijzing.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Tien indexen = tien indexbijwerkingen. Voor één UPDATE.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geen geïndexeerde kolom wijzigt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de nieuwe versie past op dezelfde pagina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enkele index hoeft bij, als: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Voorwaarde 2 = fill factor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mutatie SET (fillfactor = 85);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Standaard is 100: pagina's helemaal vol.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is er bij een UPDATE geen ruimte — geen HOT.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De afruil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Fill factor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Compact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HOT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85-90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HOT mogelijk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10-15% meer pagina's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≤70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Verspilling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Meten of het werkt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relname, n_tup_upd, n_tup_hot_upd,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round(100.0*n_tup_hot_upd/nullif(n_tup_upd,0),1) AS pct_hot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pg_stat_user_tables ORDER BY n_tup_upd DESC;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Laag percentage bij veel updates = concrete verbeterkans.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HOT-updates en fill factor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experimenten. Voorspel eerst.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Bloat: drie bronnen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Updates en deletes — MVCC (deel 7)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 lopende transacties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Autovacuum die het niet bijhoudt (deel 11)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doel is niet nul. Onder 20% is prima.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trend zegt meer dan het getal.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Meten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Schatting — goedkoop, ruw: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relname, n_dead_tup, … FROM pg_stat_user_tables;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Exact — duur, scant de hele tabel: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pgstattuple('mutatie');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pgstattuple_approx('mutatie');  -- steekproef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Opruimen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Ruimte terug naar 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Lock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VACUUM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VACUUM FULL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Alles wacht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pg_repack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Kort, begin en eind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Zoek de oorzaak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Los de oorzaak op  ·  3. Ruim dan pas op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1 en 2 overslaat, herschrijft elk kwartaal dezelfde tabel.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Even meekijken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Sessie 2: BEGIN; SELECT count(*) FROM mutatie; — verder niets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Sessie 1: rijen bijwerken, dan VACUUM (VERBOSE)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plenair in twee vensters. Toon dat er rijen niet verwijderd kunnen worden.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 welke tabellen kan vacuum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niets opruimen?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Sessie 2 heeft één tabel aangeraakt.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idle in transaction is geen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netheidskwestie.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de meest onderschatte oorzaak van een volle schijf.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(En daarom stond idle_in_transaction_session_timeout in je configuratievoorstel van deel 11.)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Bloat meten en opruimen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 de openstaande transactie.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Freeze en wraparound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transactieteller is 32 bits en loopt rond.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Vacuum bevriest oude rijen om dat op te vangen.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relname, age(relfrozenxid) FROM pg_class …;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Vier fasen als je dit negeert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Agressieve freeze-run — I/O op een ongelegen 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Waarschuwingen in de log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Waarschuwing bij elke commit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database weigert nieuwe transacties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6984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Herstel: single-user mode. Met downtime.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enige waarde uit dit dagdeel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waarbij falen catastrofaal is  ·  in plaats van geleidelijk.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de enige die je maanden van tevoren ziet aankomen.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oplossing is VACUUM.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een andere index.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Index Only Scan using … (actual rows=1000)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Heap Fetches: 987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index is prima. Wat ontbreekt is de zichtbaarheidsinformatie.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37 — Tel eens mee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Statistieken → queryplannen (deel 8)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Bloat → tabelomvang (vandaag)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Visibility map → index-only scans (vandaag)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Vacuum is nu drie keer een prestatievraag gebleken: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de zaal dit patroon zelf benoemt, is het dagdeel geslaagd.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38 — Opdracht 12.9 &amp; volgende keer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12.9 Het opslagadvies voor Ruud — 30 min, drietallen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Onderscheid nu opruimen van voorkomen dat het terugkomt.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 — Query-optimalisatie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query's doen er werkelijk toe? Zelden die waarover geklaagd wordt.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Controleer dat pg_stat_statements in shared_preload_libraries staat.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niet: plan een herstart vóór volgende keer.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2026-08-17T09:38:37Z</dcterms:created>
  <dcterms:modified xsi:type="dcterms:W3CDTF">2026-08-17T09:38:37Z</dcterms:modified>
</cp:coreProperties>
</file>