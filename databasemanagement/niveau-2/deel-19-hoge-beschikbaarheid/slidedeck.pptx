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notesMasterIdLst>
    <p:notesMasterId r:id="rId4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notesMaster" Target="notesMasters/notesMaster1.xml"/><Relationship Id="rId49" Type="http://schemas.openxmlformats.org/officeDocument/2006/relationships/presProps" Target="presProps.xml"/><Relationship Id="rId50" Type="http://schemas.openxmlformats.org/officeDocument/2006/relationships/viewProps" Target="viewProps.xml"/><Relationship Id="rId51" Type="http://schemas.openxmlformats.org/officeDocument/2006/relationships/theme" Target="theme/theme1.xml"/><Relationship Id="rId5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laat de zaal het scenario zelf construeren.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laat schattingen op het bord komen vóór het experiment.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laat de zaal zelf zien dat hij overal weg is. Dan: 2 van de 3 etcd-nodes uitschakelen — primary blijft draaien, maar geen failover meer mogelijk. Bewust veilig, geen storing.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Hoge beschikbaarheid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Dagdeel A — Automatische failover  ·  Niveau 2 — Deel 19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2 — Vier vragen die openbleven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Wie merkt dat de primary uitviel?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Wie beslist welke replica promoveert?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Wie voorkomt split-brain?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Wie vertelt de applicatie waar de nieuwe primary is?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971800"/>
            <a:ext cx="10698480" cy="3063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Uit jullie eigen ontwerp, vorige keer: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Wanneer faalt deze regel?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Twee servers. Geen derde partij.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"Als ik de ander niet meer zie, promoveer ik mezelf."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Beide promoveren zichzelf.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verbinding tussen de twee servers is stuk.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Beide zijn nog gewoon bereikbaar voor cliënten.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Twee primaries. Split-brain.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 probleem zelf ervaren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Beredeneer het, zonder Patroni of etcd te noemen.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10 min, drietallen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Eén node mag nooit alleen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beslissen dat hij primary is.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meerderheid van onafhankelijke waarnemers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moet het eens zijn.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7 — Quorum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[Waarnemer 1]  [Waarnemer 2]  [Waarnemer 3]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└──────────────┼──────────────┘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Meerderheid?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Met twee waarnemers: nooit eenduidig bij onenigheid.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Met drie: altijd een meerderheid, ook bij één uitval.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8 — etcd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waarnemers zijn geen PostgreSQL-servers.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apart, lichtgewicht consensussysteem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(Raft) dat weet wie primary mag zijn.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9 — Patroni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Patroni+PG    Patroni+PG    Patroni+PG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(primary)     (replica)     (replica)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└─────────────┼─────────────┘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etcd (3 nodes)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Patroni gebruikt consensus. Hij ís het niet.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10 — Het mechanisme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Primary vernieuwt periodiek een leiderschapsslot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Valt hij uit → het slot verloopt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Replica's strijden (via etcd) om het over te nemen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Winnaar promoveert zichzelf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Een primary die zijn slot niet kan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41732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vernieuwen, degradeert zichzelf actief.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1920240"/>
            <a:ext cx="1069848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Niet: "de anderen ontdekken dat hij weg is."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Wél: "hij trekt zelf de noodrem."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(Komt drie keer terug vandaag.)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 cluster verkennen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`bash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patronictl list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curl http://node1:8008/primary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min, tweetallen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13 — Pauze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Hoeveel schrijfpogingen falen er,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 hoe lang duurt dat venster?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Jullie stoppen zo de primary hard.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Failover meemaken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Draai eerst een schrijflus. Stop dan de primary. Meet.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45 min, drietallen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16 — Vergelijk met ttl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ttl: 30s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venster hoort in die orde van grootte te liggen.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Dat getal, niet een schatting, is je RTO voor dit scenario.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Hij degradeert zichzelf.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Automatisch.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Wat als de oude primary weer online komt?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Hij ontdekt: een ander heeft het slot.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Is hij, in dat venster, nog bereikbaar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voor een deel van de cliënten?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Niet een crash — een netwerkisolatie.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oude primary blijft zelf gewoon draaien.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Fencing zien werken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Isoleer de primary. Probeer er nog op te schrijven.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min, tweetallen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20 — Switchover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Gepland, niet gedwongen.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`bash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patronictl switchover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Geen wachttijd op een verlopen slot —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oude primary werkt actief mee. Geen dataverlies.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Switchover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Vergelijk met je failovertijd.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min, tweetallen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Check de replica's.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DROP TABLE testtabel;   -- op de primary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6126480"/>
            <a:ext cx="10881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laat de zaal zelf zien dat hij overal weg is. Dan: 2 van de 3 etcd-nodes uitschakelen — primary blijft draaien, maar geen failover meer mogelijk. Bewust veilig, geen storing.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Hoge beschikbaarheid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Dagdeel B — Pooling en het geheel testen  ·  Niveau 2 — Deel 19</a:t>
            </a:r>
            <a:endParaRPr lang="en-US" sz="1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Wie vertelt dat aan de applicatie?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Patroni weet welke server primary is.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Die heeft een vast adres.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25 — PgBouncer: drie poolmodi</a:t>
            </a:r>
            <a:endParaRPr lang="en-US" sz="26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Modus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Vrijgegeven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Efficiëntie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session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Bij sluiten client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Laag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transaction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Na elke transactie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Hoog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statement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Na elke opdracht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Zeer hoog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PgBouncer opzetten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min, tweetallen</a:t>
            </a:r>
            <a:endParaRPr lang="en-US" sz="15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Allemaal gebonden aan "de sessie" —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41732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die bestaat niet meer tussen transacties.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1920240"/>
            <a:ext cx="1069848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SET op sessieniveau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pg_advisory_lock (sessie)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Prepared statements over transacties heen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LISTEN/NOTIFY</a:t>
            </a:r>
            <a:endParaRPr lang="en-US" sz="16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Deel 15: pg_advisory_xact_lock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 plaats van de sessievariant.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Die keuze had toen al een reden.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Vandaag zie je hem falen zonder de xact-versie.</a:t>
            </a:r>
            <a:endParaRPr lang="en-US" sz="15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Wat er breekt in transaction-pooling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Laat elke constructie echt falen.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min, drietallen</a:t>
            </a:r>
            <a:endParaRPr lang="en-US" sz="15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30 — Pauze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applicatie hoeft niets te weten.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Applicatie → PgBouncer → HAProxy (checkt /primary)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│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huidige primary-node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Na een failover: HAProxy merkt het, routeert opnieuw.</a:t>
            </a:r>
            <a:endParaRPr lang="en-US" sz="16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PgBouncer en Patroni samen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min, drietallen</a:t>
            </a:r>
            <a:endParaRPr lang="en-US" sz="15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 express kapot maken.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enige manier om te weten of dit werkt: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Vier scenario's, oplopende moeilijkheid.</a:t>
            </a:r>
            <a:endParaRPr lang="en-US" sz="15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34 — Scenario 1 &amp; 2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1. Primary hard stoppen (herhaling, nu met PgBouncer)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2. Eén etcd-node uitschakelen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Voorspel: geen effect op scenario 2. Klopt dat?</a:t>
            </a:r>
            <a:endParaRPr lang="en-US" sz="16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Primary blijft draaien.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Failover: onmogelijk.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Twee van de drie etcd-nodes uit.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Bewust veilig aftakelen — geen storing.</a:t>
            </a:r>
            <a:endParaRPr lang="en-US" sz="15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Meet het venster waarin hij nog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schrijfopdrachten zou kunnen accepteren.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primary geïsoleerd van het netwerk,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maar zelf nog volledig draaiend.</a:t>
            </a:r>
            <a:endParaRPr lang="en-US" sz="15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van een die daadwerkelijk getest is.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onderscheidt een HA-opstelling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die er goed uitziet op een architectuurplaat</a:t>
            </a:r>
            <a:endParaRPr lang="en-US" sz="15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Chaos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Voorspel eerst. Voer dan uit. Vier scenario's.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45 min, drietallen</a:t>
            </a:r>
            <a:endParaRPr lang="en-US" sz="15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39 — RTO ontleden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Detectietijd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Beslistijd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Promotietijd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Routeringstijd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Totaal — gemeten, niet geschat</a:t>
            </a:r>
            <a:endParaRPr lang="en-US" sz="1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RTO in de praktijk meten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Vergelijk met je doelstelling uit deel 17.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min, drietallen</a:t>
            </a:r>
            <a:endParaRPr lang="en-US" sz="15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Was de investering in dit hele deel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gerechtvaardigd — op basis van  ·  je eigen gemeten getal?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is een legitiem antwoord als het antwoord "nee" is.</a:t>
            </a:r>
            <a:endParaRPr lang="en-US" sz="15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42 — De volledige keten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RPO/RTO (deel 17, bedrijfsbeslissing)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↓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Back-up ── vangnet voor fouten in de tijd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↓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Replicatie (deel 18) ── sync/async per RPO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↓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Consensus + failover (19a) ── voor RTO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↓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Pooling + routering (19b) ── applicatie weet van niets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43 — Geen van deze vervangt een andere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Perfecte Patroni-opstelling + geen back-up =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nog steeds kwetsbaar voor één verkeerde DROP TABLE.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Perfecte back-ups + geen replicatie =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RTO in uren, niet seconden.</a:t>
            </a:r>
            <a:endParaRPr lang="en-US" sz="16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 HA-ontwerp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Architectuur met faalgebieden · gemeten RTO ·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poolconfiguratie per werklast · expliciet: wat dit niet oplost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25 min, drietallen</a:t>
            </a:r>
            <a:endParaRPr lang="en-US" sz="16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Punt 5 van je ontwerp: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Dit beschermt tegen het uitvallen van een machine.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Niet tegen een verkeerde DROP TABLE.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Dat blijft back-up. Altijd.</a:t>
            </a:r>
            <a:endParaRPr lang="en-US" sz="16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Deel 20 — Monitoring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41732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(zelfstandig leesbaar)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1920240"/>
            <a:ext cx="1069848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Jullie hebben nu een systeem dat zichzelf herstelt —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 jullie weten precies hoe snel, want jullie hebben gemeten.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Volgende keer: zodat iemand het ziet gebeuren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vóórdat een gebruiker het meldt.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Bewaar je lijst van "dingen om te monitoren" uit deel 11-19.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46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4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2026-08-17T11:13:06Z</dcterms:created>
  <dcterms:modified xsi:type="dcterms:W3CDTF">2026-08-17T11:13:06Z</dcterms:modified>
</cp:coreProperties>
</file>