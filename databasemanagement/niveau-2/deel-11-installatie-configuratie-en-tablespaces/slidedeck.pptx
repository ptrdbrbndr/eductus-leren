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notesMasterIdLst>
    <p:notesMasterId r:id="rId4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notesMaster" Target="notesMasters/notesMaster1.xml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 tweede vergeten deelnemers. Breng hem de hele dag terug.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plenair. Bijna één dode rij per levende.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laat de zaal worstelen voordat je slide 14 toont.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Niveau 2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640080" y="33832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DBA en consultant  ·  Deel 11 — Installatie, configuratie en tablespaces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2 — Wat er verandert</a:t>
            </a:r>
            <a:endParaRPr lang="en-US" sz="26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64240" cy="914400"/>
        </p:xfrm>
        <a:graphic>
          <a:graphicData uri="http://schemas.openxmlformats.org/drawingml/2006/table">
            <a:tbl>
              <a:tblPr/>
              <a:tblGrid>
                <a:gridCol w="5532120"/>
                <a:gridCol w="55321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Niveau 1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Niveau 2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Werkt het?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Werkt het onder belasting, over jaren?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Op mijn machine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Op een server die ik deel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Misgaat? Opnieuw laden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Misgaat? Herstellen én aantonen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Ik ben de enige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Honderd sessies tegelijk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Standaardinstellingen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Instellingen die ik kan verantwoorden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3 — De casus: Open Pensioen fase 2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340.000 deelnemers, 4.100 werkgevers, 2,4 miljoen mutaties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Portaal live: 3.000 gelijktijdige bezoekers in de piek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Vier verwerkingsprocessen, continu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Rapportage tijdens kantooruren, dezelfde database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Eén server: 32 GB, 8 cores, SSD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1. Welke instellingen zet ik waarop,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36576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 waarom?  ·  2. Hoe weet ik dat het geholpen heeft?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Elke waarde die je overneemt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36576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zonder te weten waaróm, is een gok.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Instellingsadvies op internet is vaak: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verouderd · voor draaiende schijven · van een andere werklast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Je server leren kennen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⚠ Werk je in Docker? Controleer het geheugen in de container, niet op je laptop.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15 min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7 — Even iets meten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`sql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SELECT pg_size_pretty(pg_total_relation_size('mutatie'));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SELECT n_live_tup, n_dead_tup FROM pg_stat_user_tables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WHERE relname = 'mutatie';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612648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plenair. Bijna één dode rij per levende.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8 — Wat heeft dit veroorzaakt?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Het laadscript eindigde met: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`sql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UPDATE mutatie SET verwerkt_op = … WHERE random() &lt; 0.88;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2,1 miljoen rijen bijgewerkt →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2,1 miljoen nieuwe rijversies, de oude staan er nog.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Deel 7, nu met een getal erbij.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Maar de tabel wordt niet kleiner.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`sql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VACUUM (VERBOSE) mutatie;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n_dead_tup → 0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 ruimte is herbruikbaar binnen de tabel —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hij gaat niet terug naar het besturingssysteem.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Dus juist niet mogelijk in de situatie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4173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waarin je eraan denkt: een volle schijf.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1069848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ACCESS EXCLUSIVE — alles wacht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Tijdelijk een volledige tweede kopie nodig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2834640"/>
            <a:ext cx="106984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Maar: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De bloat van het laadscript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Deze meting kun je maar één keer doen.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20 min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12 — Waar komt een waarde vandaan?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ingebouwde standaard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postgresql.conf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postgresql.auto.conf     (ALTER SYSTEM)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opstartparameters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ALTER DATABASE … SET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ALTER ROLE … SET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SET                       (sessie)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SET LOCAL                 (transactie)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4251960"/>
            <a:ext cx="1069848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 laatste wint.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Welke waarde zet je?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Rapportage wil 256 MB om te kunnen sorteren.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Het portaal heeft 150 sessies.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Eén globale waarde kan zelden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4173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aan twee eisen voldoen.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1069848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`sql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ALTER ROLE rapportage  SET work_mem = '256MB';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ALTER ROLE portaal_app SET work_mem = '8MB';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 belangrijkste instellingstruc van dit dagdeel.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15 — Herstart of herladen?</a:t>
            </a:r>
            <a:endParaRPr lang="en-US" sz="26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64240" cy="914400"/>
        </p:xfrm>
        <a:graphic>
          <a:graphicData uri="http://schemas.openxmlformats.org/drawingml/2006/table">
            <a:tbl>
              <a:tblPr/>
              <a:tblGrid>
                <a:gridCol w="5532120"/>
                <a:gridCol w="55321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context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Vereist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postmaster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Herstart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sighup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Herladen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superuser / user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Niets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Zet bij een nieuwe server meteen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36576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shared_preload_libraries = 'pg_stat_statements'.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shared_buffers · max_connections · wal_level · shared_preload_libraries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Kost niets. Je hebt het in deel 13 nodig. En het vraagt een herstart.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17 — Opdracht 11.3 &amp; 11.4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11.3 De configuratiebronnen — 20 min, tweetallen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11.4 Herstart of herladen — 10 min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18 — Pauze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25% van het RAM.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Waarom niet meer? Double buffering —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PostgreSQL leunt bewust óók op de OS-cache.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Een pagina in beide caches kost twee keer geheugen.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32 GB → 8 GB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20 — work_mem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Per bewerking. Per verbinding. Het vermenigvuldigt.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RAM − shared_buffers − OS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──────────────────────────  = veilige waarde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gelijktijdige bewerkingen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150 sessies × 3 sorteringen × 8 MB = 3,6 GB ✓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150 × 3 × 256 MB = 115 GB ✗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Dit is géén toewijzing.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Het is een schatting die je aan de planner geeft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over hoeveel er waarschijnlijk gecachet is.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Hoger → indexscans aantrekkelijker.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32 GB → 24 GB. Kost niets.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22 — maintenance_work_mem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Voor VACUUM, CREATE INDEX, ALTER TABLE.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Mag ruim: er zijn er zelden veel tegelijk. → 1 GB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⚠ Maar autovacuum_work_mem = -1 betekent dat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elk autovacuum-proces deze waarde pakt.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 workers × 1 GB = 5 GB. Zet hem apart.</a:t>
            </a:r>
            <a:endParaRPr lang="en-US" sz="1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Geheugen instellen voor Meridiaan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32 GB · 8 cores · SSD · 150 gelijktijdige query's in de piek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25 min, drietallen</a:t>
            </a:r>
            <a:endParaRPr lang="en-US" sz="15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24 — Pauze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25 — De planner kent je hardware niet</a:t>
            </a:r>
            <a:endParaRPr lang="en-US" sz="26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64240" cy="914400"/>
        </p:xfrm>
        <a:graphic>
          <a:graphicData uri="http://schemas.openxmlformats.org/drawingml/2006/table">
            <a:tbl>
              <a:tblPr/>
              <a:tblGrid>
                <a:gridCol w="3688080"/>
                <a:gridCol w="3688080"/>
                <a:gridCol w="36880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Standaard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SSD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random_page_cost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4.0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1.1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effective_io_concurrency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1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200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En indexen worden ineens gebruikt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36576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waar ze eerst genegeerd werden.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Eén parameter · geen herstart · geen geheugen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Maar: begin bij 1.1 en meet. Onder 1.0 draai je de fout om.</a:t>
            </a:r>
            <a:endParaRPr lang="en-US" sz="15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De planner en je opslag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Inclusief: zet hem eens op 0.5 en kijk wat er gebeurt.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15 min, tweetallen</a:t>
            </a:r>
            <a:endParaRPr lang="en-US" sz="15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28 — Checkpoints</a:t>
            </a:r>
            <a:endParaRPr lang="en-US" sz="26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64240" cy="914400"/>
        </p:xfrm>
        <a:graphic>
          <a:graphicData uri="http://schemas.openxmlformats.org/drawingml/2006/table">
            <a:tbl>
              <a:tblPr/>
              <a:tblGrid>
                <a:gridCol w="5532120"/>
                <a:gridCol w="55321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Richtwaarde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checkpoint_timeout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15min (standaard 5)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max_wal_size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4-8GB (standaard 1)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checkpoint_completion_target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0.9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24 dagen.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drempel = 50 + 0,2 × aantal rijen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mutatie = 2,4 miljoen rijen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→ 478.000 wijzigingen voordat er iets gebeurt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Bij 20.000 per dag:</a:t>
            </a:r>
            <a:endParaRPr lang="en-US" sz="16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Dit is melding B uit opdracht 8.7: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4173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*"vorige week 2 seconden, nu 4 minuten, · de query is niet veranderd."*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1069848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 tabel groeit met dode rijversies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 statistieken verouderen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 planner kiest slechtere plannen</a:t>
            </a:r>
            <a:endParaRPr lang="en-US" sz="16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31 — Per tabel bijstellen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`sql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ALTER TABLE mutatie SET (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autovacuum_vacuum_scale_factor  = 0.01,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autovacuum_analyze_scale_factor = 0.005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);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Per tabel, niet globaal. Op werkgever met 4.100 rijen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levert vaker vacuümen niets op.</a:t>
            </a:r>
            <a:endParaRPr lang="en-US" sz="16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Autovacuum afstellen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Inclusief: een collega wil hem 's nachts uitzetten.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20 min, drietallen</a:t>
            </a:r>
            <a:endParaRPr lang="en-US" sz="15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33 — max_connections is een bovengrens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Geen capaciteit.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Praktische grens: 2-4× het aantal cores aan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gelijktijdig actieve backends.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3.000 portaalbezoekers → geen 3.000 verbindingen.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→ PgBouncer (deel 19)</a:t>
            </a:r>
            <a:endParaRPr lang="en-US" sz="16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34 — Logging voor productie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log_min_duration_statement = 1000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log_checkpoints = on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log_lock_waits = on          ← het probleem uit deel 7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log_temp_files = 0           ← signaal dat work_mem te laag staat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⚠ Niet log_min_duration_statement = 0 —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dan staan er persoonsgegevens in je log (deel 9).</a:t>
            </a:r>
            <a:endParaRPr lang="en-US" sz="16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35 — Tablespaces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Nuttig bij: verschillende opslagsoorten, of een volle schijf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Alleen complexiteit bij: één volume opdelen "voor de overzichtelijkheid"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⚠ Een filesystem-back-up moet alle tablespaces meenemen.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Vergeet er één → onvolledig herstel, ontdekt op het slechtste moment.</a:t>
            </a:r>
            <a:endParaRPr lang="en-US" sz="16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36 — Configuratie als code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postgresql.conf in versiebeheer, met reden per waarde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Alleen afwijkingen vastleggen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ALTER SYSTEM spaarzaam — en daarna alsnog vastleggen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Acceptatie = productie, alleen geheugen geschaald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2971800"/>
            <a:ext cx="10698480" cy="3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`sql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SELECT name, setting, source FROM pg_settings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WHERE source NOT IN ('default','override');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37 — Terug naar Ruuds tweede vraag</a:t>
            </a:r>
            <a:endParaRPr lang="en-US" sz="2600" dirty="0"/>
          </a:p>
        </p:txBody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64240" cy="914400"/>
        </p:xfrm>
        <a:graphic>
          <a:graphicData uri="http://schemas.openxmlformats.org/drawingml/2006/table">
            <a:tbl>
              <a:tblPr/>
              <a:tblGrid>
                <a:gridCol w="5532120"/>
                <a:gridCol w="55321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Wijziging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Hoe weet je of hij werkte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shared_buffers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cachetrefkans in pg_stat_database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random_page_cost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EXPLAIN ANALYZE, vóór en ná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checkpoints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pg_stat_bgwriter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work_mem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log_temp_files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autovacuum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n_dead_tup, last_autovacuum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38 — Opdracht 11.9 &amp; volgende keer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11.9 Het configuratievoorstel voor Ruud — 35 min, drietallen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Inclusief: wat je bewust op standaard laat, en waarom.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Deel 12 — Fysiek ontwerp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Pagina's, TOAST, fill factor. De bloat van vanochtend was maar één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van de redenen waarom een tabel groter is dan wat erin staat.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38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2026-08-17T09:38:36Z</dcterms:created>
  <dcterms:modified xsi:type="dcterms:W3CDTF">2026-08-17T09:38:36Z</dcterms:modified>
</cp:coreProperties>
</file>