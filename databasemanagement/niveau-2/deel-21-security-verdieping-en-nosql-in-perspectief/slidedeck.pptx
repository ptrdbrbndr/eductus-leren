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gokken.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het mislukken vóór de uitleg.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elke rij herkennen.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Security-verdieping en NoSQL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Deel 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Voorlaatste dagdeel van dit niveau.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Waar deel 9 ophield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Rollen, GRANT/REVOKE, een eerste RLS-regel.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Sindsdien bijgekomen: partitionering, replicatie, pgaudit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allemaal dingen die rechten en beleid complexer maken.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Zichtbaar of niet?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POLICY p1 ON t FOR SELECT USING (status = 'actief');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POLICY p2 ON t FOR SELECT USING (regio = 'noord');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rij: status='actief', regio='zuid'.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zaal gokken.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Permissieve policies worden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OR gecombineerd.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"moet aan beide voldoen."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Wél: "voldoet aan minstens één."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De harde grens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POLICY kantooruren ON 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RESTRICTIVE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(extract(hour FROM now()) BETWEEN 8 AND 18);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Restrictief = AND, bovenop de permissieve 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 alleen inperken, nooit verruimen.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Permissief versus restrictief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RLS is geen gratis beveiliging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policy-voorwaarde is een extra WHERE-clausule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de planner. Zonder index: extra scan.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dienstverband (werkgever_id);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De valkuil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traag: per rij een functie-aanroep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(werkgever_id = huidige_werkgever())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snel: directe sessie-instelling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(werkgever_id = current_setting('app.werkgever_id')::int)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Vandaag: 200.000 rijen.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deel 9: 100 rijen. Onmerkbaar.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overhead, vermenigvuldigd — de schaal-les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 deel 12, opnieuw.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RLS en prestaties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het verschil zelf, op 200.000 rijen.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Probeer op de versleutelde waarde te zoeken.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rekeningnummer_enc = pgp_sym_encrypt(rekeningnummer, 'sleutel');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het mislukken vóór de uitleg.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Waarom het mislukt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versleuteling van dezelfde tekst levert een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andere cijfertekst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Versleuteld ≠ doorzoekbaar versleuteld.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Nooit in de query.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Nooit in de applicatiecode.  ·  Nooit in de database zelf.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Extern sleutelbeheer — anders is de versleuteling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zinledig tegen precies het risico waar hij tegen moet beschermen.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pgcrypto in de praktijk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hostssl versus host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hostssl  meridiaan  all  0.0.0.0/0  scram-sha-256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 = SSL optioneel. hostssl = verplicht.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sslmode=verify-full — controleert ook of het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certificaat bij de juiste server hoort.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van beide beschermt tegen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gecompromitteerde rol met  ·  geldige toegang.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Onderweg — beschermt tegen afluisteren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rust — beschermt tegen fysieke toegang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SSL verplicht stellen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Rolhiërarchie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ROLE lezer_deelnemer NOLOGIN;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SELECT ON deelnemer TO lezer_deelnemer;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ROLE klantenservice LOGIN PASSWORD '...';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lezer_deelnemer TO klantenservice;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recht wijzigen op de groep → werkt door naar iedereen.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DEFAULT PRIVILEGES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DEFAULT PRIVILEGES IN SCHEMA meridiaan_prod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SELECT ON TABLES TO lezer_deelnemer;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dit: een nieuwe tabel heeft geen rechten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iemand moet er expliciet aan denken. Elke keer.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Rolhiërarchie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Zoek de rollen uit deel 9, 11, 15, 17 terug.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als de aanroeper zijn eigen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search_path manipuleert?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Draait met de rechten van de eigenaar.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functie raadpleegt de verkeerde tabel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de rechten van de eigenaar.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Functie zoekt een tabel zonder schema-naam.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Aanroeper zet zijn eigen schema eerst in het pad.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SECURITY DEFINER-functie.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uitzonderingen.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FUNCTION … SECURITY DEFINER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search_path = meridiaan_prod, pg_catalog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search_path-valkuil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het zelf gebeuren, dan de correctie.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Waarom niet NoSQL?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eerlijk antwoord, geen ontwijking.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De categorieën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Categorie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Sterk 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Document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Flexibel schema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Key-value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Extreme snelheid, simpele opzoeking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Wide-column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Schrijfschaal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Graaf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Relatiepaden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Zoek-georiënteerd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Volledige tekst op schaal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Jullie hebben dit al gebruikt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Gezocht bij NoSQL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 gebruikt in deze cursus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Flexibel opslaan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jsonb (deel 6, 14)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 zoeken in documenten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GIN (deel 14)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Volledige tekst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pg_trgm (deel 14)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Schrijfschaal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Partitionering (deel 16)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Heeft dít stuk van het systeem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toegangspatroon dat een gespecialiseerde  ·  structuur vraagt — en weegt de winst op  ·  tegen een tweede systeem erbij?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"SQL of NoSQL?"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Opdracht 21.7 &amp; 21.8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21.7 NoSQL-categorieën toepassen — vijf scenario's — 15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21.8 Het beveiligingsadvies — RLS met index · selectief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encryptiebeleid · een échte SECURITY DEFINER-functie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NoSQL op toegangspatroon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22 — Zero-downtime migraties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(laatste deel van niveau 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voer je een grote wijziging door op productie,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dat iemand het merkt?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En: een terugblik op alle twaalf dagdelen van dit niveau.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beveiligingsadvies uit 21.8.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2026-08-17T09:38:42Z</dcterms:created>
  <dcterms:modified xsi:type="dcterms:W3CDTF">2026-08-17T09:38:42Z</dcterms:modified>
</cp:coreProperties>
</file>