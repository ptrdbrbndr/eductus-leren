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controleer nu dat het bij iedereen lukt.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langzaam, met de zaal, op het grote scherm.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meerderheid zegt ja. Voer 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stilte laten vallen.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raden waarom, voordat je FOR KEY SHARE noemt.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echt meten voordat je antwoord geeft.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Concurrency en locking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Dagdeel A — Locks  ·  Niveau 2 — Deel 15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Dinsdagavond gaat het portaal alsnog onderuit.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hebben query's sneller gemaakt.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query's zijn niet trager. Ze wachten.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Twee verschijnselen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CPU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I/O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pg_stat_activity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Trage query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active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Vergrendeling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wait_event_type='Lock'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Open drie sessies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dagdeel werkt met S1, S2 en S3 naast elkaar.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\set PROMPT1 'S1 %/%R%# 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controleer nu dat het bij iedereen lukt.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Acht locktypen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Lock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Genomen door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ACCESS SHARE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SELECT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ROW EXCLUSIVE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INSERT/UPDATE/DELETE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SHARE UPDATE EXCLUSIVE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VACUUM, CREATE INDEX CONCURRENTLY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SHARE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CREATE INDEX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ACCESS EXCLUSIVE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ALTER TABLE, DROP, TRUNCATE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ACCESS SHARE conflicteert met bijna niets.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EXCLUSIVE conflicteert met alles.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Elkaars tegenpolen.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En: SHARE UPDATE EXCLUSIVE conflicteert met zichzelf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VACUUM-runs wachten op elkaar.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conflictmatrix ervaren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Zeven combinaties. Voorspel, test, vergelijk.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Nu de grote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S1:  BEGIN; SELECT count(*) FROM deelnemer;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laat openstaan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langzaam, met de zaal, op het grote scherm.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Wacht S2? Waarom wel of niet?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S2:  ALTER TABLE deelnemer ADD COLUMN e_mailadres text;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Gaat hij snel zijn?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S3:  SELECT achternaam FROM deelnemer WHERE deelnemer_id = 42;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Normaal: 0,3 ms. ACCESS SHARE — conflicteert niet met S1.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meerderheid zegt ja. Voer uit.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de duur van de opdracht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bepaalt de schade.  ·  De duur van het wachten.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Niemand gaat voorbij een wachtende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conflicterende lock.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S3 conflicteert niet met S1.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Maar S3 staat achter S2 in de rij.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Wat er echt gebeurde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ALTER TABLE duurde 2 ms.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stond er alleen twintig minuten voor in de rij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alles daarachter stond mee stil.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lockwachtrij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Reproduceer het zelf. Los het op met lock_timeout.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Zoek de sessie zonder blokkeerder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zelf wél blokkeert.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pid, wait_event_type, wait_event,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pg_blocking_pids(pid), left(query,80)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pg_stat_activity WHERE state &lt;&gt; 'idle';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is de wortel.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Ingrijpen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pg_cancel_backend(12345);     -- annuleert de query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pg_terminate_backend(12345);  -- beëindigt de sessie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Probeer eerst cancel. Bij idle in transaction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doet dat niets — er draait geen query.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Zonder dit zie je niets terug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log_lock_waits = 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deadlock_timeout = 1s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deze regel is een vergrendelingsincident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achteraf niet te reconstrueren.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Diagnose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Vier timeouts, vier doelen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Beëindigt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statement_timeout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Een query die te lang draait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lock_timeout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Een query die te lang wacht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idle_in_transaction_session_timeout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Een vergeten open transactie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transaction_timeout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Een harde bovengrens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lock_timeout begrenst het wachten.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statement_timeout begrenst het werken.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DDL op productie: lock_timeout. Zonder uitzondering.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vier timeouts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toch een deadlock.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sessies. Geen van beide wijzigt de ouderrij.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 voegen alleen kindrijen in.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Advisory locks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pg_try_advisory_xact_lock(90210);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coördinatie buiten de gegevens om: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"deze batch mag maar één keer tegelijk draaien"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Sessieversie overleeft een ROLLBACK NIET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blijft hangen in een connection pool.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Opdracht 15.5, 15.6 &amp; 15.7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15.5 Deadlocks op schaal — 20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15.6 Advisory locks — 15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15.7 DDL en locks — 20 min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veilige migratiepatroon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Stap 1: kort, ACCESS EXCLUSIVE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TABLE … ADD CONSTRAINT … NOT VALID;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Stap 2: lang, SHARE UPDATE EXCLUSIVE — schrijvers gaan door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TABLE … VALIDATE CONSTRAINT …;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Simuleer productie. Bewijs dat het portaal doorliep.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Concurrency en locking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Dagdeel B — Isolatie en gelijktijdige werklast  ·  Niveau 2 — Deel 15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Vandaag: hoe zorg je dat gelijktijdige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transacties elkaar niet stiekem  ·  tegenspreken?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zorgden dat query's elkaar niet onnodig blokkeren.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Leest deze transactie iets waarop hij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besluit baseert dat door een  ·  gelijktijdige transactie ongeldig  ·  kan worden?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"hoe belangrijk is dit?"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30 — Zes handelingen, zes keuzes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Niveau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Portaal: gegevens tonen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 committed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Adreswijziging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 committed + versiekolom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Kwartaalrapportage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Repeatable read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Waardeoverdracht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Serializable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Premienotarun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 committed, per partij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Max. 3 dienstverbanden?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???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Isolatieniveau kiezen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 de laatste voor de bespreking.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Er is geen rij.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*"Controleer of een deelnemer minder dan drie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lopende dienstverbanden heeft, en voeg er dan één toe."*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vergrendelt een afwezigheid.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Resultaat: 4.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sessies tellen allebei 2. Beide voegen toe.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foutmelding. De regel is geschonden.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SSI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implementeert SERIALIZABLE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extra locks.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houdt bij welke afhankelijkheden ontstaan,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breekt af zodra geen seriële volgorde meer klopt.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ERROR: could not serialize access due to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read/write dependencies among transactions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Repeatable read voorkomt 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inconsistent beeld.  ·  Serializable voorkomt een besluit  ·  dat door een gelijktijdige transactie  ·  ongeldig wordt.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36 — Wat het kost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Retry-logica is verplicht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Overhead — predicate locks per transactie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Valse afbrekingen — soms zonder écht conflict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Houd serializable-transacties kort en smal.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Serializable in de praktijk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Eerst read committed (fout resultaat).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 serializable (foutmelding — en dat is goed nieuws).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38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39 — Retry: het patroon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zolang poging &lt; 5: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probeer de HELE transactie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40001 of 40P01: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ROLLBACK, wacht (oplopend + willekeurig)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anders: door naar de aanroeper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geef op met een begrijpelijke melding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hele transactie opnieuw.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Spreiding in de wachttijd.  ·  Een bovengrens.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spreiding: alle afgebroken transacties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botsen op hetzelfde moment opnieuw.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fout loggen en doorgaan.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genegeerde serialisatiefout betekent: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handeling is niet uitgevoerd,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de gebruiker denkt van wel.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Retry-logica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Bouw hem. Test hem: laat twee sessies elkaar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herhaaldelijk afbreken tot beide slagen.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20-30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43 — Wachtrij op schaal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pakket AS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mutatie_id FROM mutatie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verwerkt_op IS NULL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BY aangemeld_op LIMIT 50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UPDATE SKIP LOCKED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mutatie … RETURNING …;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44 — Externe aanroep: binnen of buiten?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Binnen de transactie: locks blijven vast tijdens het wachten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doorvoer stort 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Buiten: rijen vergrendeld, opgehaald, transactie sluit,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dán de aanroep, dán een korte update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verwerking moet idempotent zijn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Wachtrij op schaal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Inclusief: een gifpakket dat altijd faalt.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Is dat drie keer zo snel?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tellerrij. Drie sessies die hem bijwerken.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op te lossen met een index,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meer geheugen, of snellere schijven.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Vaak nauwelijks sneller dan één sessie.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Iedereen wil dezelfde rij.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48 — Drie oplossingen</a:t>
            </a:r>
            <a:endParaRPr lang="en-US" sz="26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Doorvoer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Opdelen (100 rijen)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Goed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Lezen iets duurder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Invoegen i.p.v. bijwerken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Opslag; opruimen nodig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Buiten de database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Verlies bij crash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hotspot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alle drie de oplossingen. Zelf.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Anders lekt jouw instelling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naar de volgende gebruiker · van die verbinding.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→ gebruik SET LOCAL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pg_advisory_lock → gebruik pg_advisory_xact_lock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(Deel 19.)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51 — Monitoring</a:t>
            </a:r>
            <a:endParaRPr lang="en-US" sz="26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Signaal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Drempel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Sessies wachtend op een lock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&gt;5, of &gt;30s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Langste transactie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&gt;5 min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idle in transaction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&gt;2, of &gt;1 min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Deadlocks per dag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Actief / verbonden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&gt;50%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gelijktijdigheidsplan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handeling: niveau + reden · migratieprotocol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teamafspraken · één onderbouwde ontwerpwijziging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35-40 min, drietallen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16 — Partitionering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hotspot-oplossing van vandaag — invoegen, niet bijwerken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precies waar partitionering op aansluit. Oude perioden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gooi je straks niet rij voor rij weg, maar in één keer.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2026-08-17T09:38:40Z</dcterms:created>
  <dcterms:modified xsi:type="dcterms:W3CDTF">2026-08-17T09:38:40Z</dcterms:modified>
</cp:coreProperties>
</file>