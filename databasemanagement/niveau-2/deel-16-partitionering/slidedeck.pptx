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het antwoord vinden.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generatiescript delen zodra iemand 50× CREATE TABLE gaat typen.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voorspellen voordat je het plan toont.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verzamel de getallen plenair op het bord na afloop.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Partitionering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— Deel 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dagdelen lang was mutatie het probleemkind.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hebben deze vijf gemeen?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er misging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Autovacuum pas na 24 dagen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 het laden bijna 2× zo groot als de data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Bovenaan de belasting in pg_stat_statements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B-tree 50 MB; BRIN kleiner maar trager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Pakketgrootte vraagt precisie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Precies het profiel voor partitionering.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 groeit eindeloos.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wordt vrijwel altijd bevraagd op tijd: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recent, dit kwartaal, dit jaar.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Wat er verandert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Autovacuum werkt per partitie — dagen, niet weken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Oude data weg = DROP TABLE, geen bloat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Query's op één maand doorzoeken één partitie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 per partitie: kleiner, hogere correlatie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Bevraag ik dit langs een as die ook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groei bepaalt, en wil ik oude delen  ·  in bulk kunnen verwijderen of verplaatsen?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keer ja bij mutatie.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keer nee bij werkgever en deelnemer.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Wat het NIET oplost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enkele query die de hele tabel nodig heeft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slecht datamodel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Ontbrekende indexen — elke partitie heeft zijn eigen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Archivering — de data staat er nog, alleen anders ingedeeld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Is dit een kandidaat?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tabellen. Toets ze allemaal.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Declaratief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mutatie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mutatie_id   bigint GENERATED ALWAYS AS IDENTITY,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aangemeld_op timestamptz NOT NULL,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KEY (mutatie_id, aangemeld_op)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 PARTITION BY RANGE (aangemeld_op);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primaire sleutel moet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partitiesleutel bevatten.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kan uniciteit niet over partities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heen garanderen — elke partitie heeft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zijn eigen, onafhankelijke index.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en\eductus-trainingen\Databasemanagement\databasecursus-output\_figures\figuur-16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mutatie_2026_01 PARTITION OF mutatie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VALUES FROM ('2026-01-01') TO ('2026-02-01');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 onderaan, exclusief bovenaan.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patroon als datumfilters (deel 3) en rangetypen (deel 6).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Partitiegrootte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dag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Fijne pruning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Veel partities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maand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Goede balans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kwartaal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Weinig partities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Grovere pruning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gepartitioneerde structuur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Data migreren en verifiëren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alleen tellen — vergelijken. (Deel 6, opdracht 6.8.)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partitie in het plan.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andere 47 zijn niet eens overwogen.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aangemeld_op &gt;= '2026-01-01' AND aangemeld_op &lt; '2026-02-01'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 Scan on mutatie_2026_01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Voorspel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werkt pruning?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extract(year FROM aangemeld_op) = 2026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de zaal voorspellen voordat je het plan toont.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Exact dezelfde fout als een functie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 een gewone kolom (deel 8, 13). · Nu met 48× de gevolgen.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Append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-&gt;  Seq Scan on mutatie_2022_01  Filter: ...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-&gt;  Seq Scan on mutatie_2022_02  Filter: ...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 (46 meer)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Partition pruning zien werken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Indexen op partities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mutatie (deelnemer_id);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opdracht → een index op elke partitie.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op elke partitie die je later toevoegt.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Indexen op partities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De kernbelofte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zelf: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A. DELETE van één maand op de gewone tabel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B. DETACH … CONCURRENTLY + DROP TABLE op een partitie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partitie weggooien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Er is niets op te ruimen.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Nazorg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DELETE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Seconden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Bloat → VACUUM nodig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DROP TABLE op partitie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Milliseconden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Het veilige patroon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mutatie DETACH PARTITION mutatie_2022_01 CONCURRENTLY;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controleer, archiveer indien nodig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TABLE mutatie_2022_01;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Loskoppelen is omkeerbaar. Verwijderen niet.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List &amp; hash: kort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 — kleine set categorieën, vaak op één gefilterd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(bij Meridiaan: niet nu — relevant bij multi-tenant, niveau 3)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Hash — spreiding zonder natuurlijke as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(verliest pruning voor de meeste query's)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pg_partman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partman.create_parent(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p_parent_table =&gt; 'mutatie', p_control =&gt; 'aangemeld_op',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p_type =&gt; 'range', p_interval =&gt; 'monthly', p_premake =&gt; 3);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partman.part_config SET retention = '4 years' …;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Automatiseert wanneer. Niet hoelang.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Is geen technische instelling.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een AVG-vraag (deel 9) — vaak met een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wettelijke bewaarplicht erbovenop.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en de privacyfunctionaris beslissen, jij implementeert.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pg_partman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 — of demonstratie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Wanneer is partitioneren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verkeerde keuze?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als deel 14 eindigde met "wat een index niet oplost":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Vijf redenen om het niet te doen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 kleine tabel (&lt; enkele miljoenen rijen)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natuurlijke 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Query's die structureel alle partities raken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Verspreide updates die de sleutel niet raken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probleem is eigenlijk bloat → fill factor, niet partities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Wanneer niet partitioneren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voorstellen. Bij elk: welk deel van de toets faalt?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van een tabel die de toetsvraag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positief beantwoordt.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 van de vier voorstellen komt van iemand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het nieuwe gereedschap wil gebruiken —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Drie verbanden met dit niveau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12 (bloat): DROP TABLE laat er geen achter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14 (BRIN): per partitie hogere correlatie, kleinere index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15 (hotspot): invoegen i.p.v. bijwerken — partities sluiten daar naadloos op aan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partitioneringsvoorstel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Structuur met berekening · migratieplan · onderhoudsplan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bewaartermijn als bedrijfsbeslissing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gevolgen voor de partiële index (14) en de wachtrij (15)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17 — Back-up en herstel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kunnen nu oude stukken in milliseconden weggooien.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wat als je het verkeerde stuk weggooit,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de schijf valt uit? Dan blijkt er een verschil te zijn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tussen een back-up die klaarstaat en een back-up die werkt.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je gepartitioneerde oefening16.mutatie.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2026-08-17T11:13:04Z</dcterms:created>
  <dcterms:modified xsi:type="dcterms:W3CDTF">2026-08-17T11:13:04Z</dcterms:modified>
</cp:coreProperties>
</file>