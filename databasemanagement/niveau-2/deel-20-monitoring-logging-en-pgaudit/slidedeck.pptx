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elke rij herkennen.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het zien, niet alleen vertellen.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Monitoring, logging en pgaudit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 — Deel 20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Zelfstandig leesbaar — een goed instapmoment.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 — Negen dagdelen, negen signalen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Signaal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Cachetrefkans, verbindingsdruk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Bloat, age(relfrozenxid)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pg_stat_statements-rangorde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Ongebruikte indexen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Lockwachtrijen, deadlocks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Default-partitie-omvang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Archiveringsfouten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18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Replicatievertraging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Clusterstatus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Hoeveel van deze negen heb je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sindsdien nog eens bekeken —  ·  buiten die ene opdracht?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Kennis die niet geoperationaliseerd wordt, vervaagt.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4 — Drie lagen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 Ad-hoc — een query, getypt op het moment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 Historisch — vastgelegd, passief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3. Continu + alarmering — automatisch, vóórdat iemand het meldt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Vandaag bouw je alle drie, in die volgorde.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lijst samenbrengen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Laag 1: pg_stat_activity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pid, state, wait_event_type,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now()-xact_start AS transactieduur, query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pg_stat_activity WHERE backend_type='client backend';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eerste dat je opent bij elke melding.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Nu: de trend.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één keer een probleem vinden (deel 13).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de rangorde deze week anders dan vorige week?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pg_stat_bgwriter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checkpoints_timed, checkpoints_req,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buffers_backend FROM pg_stat_bgwriter;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checkpoints_req hoog → schrijfbelasting haalt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cyclus in → max_wal_size verhogen (deel 11).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pg_stat_bgwriter interpreteren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10 — Vergeten weergaven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pg_stat_database.temp_bytes — sorteringen naar schijf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pg_stat_progress_vacuum — voortgang, geen giswerk meer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pg_replication_slots — inactief + groeiend = alarm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11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BSN staat letterlijk in het logbestand.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* FROM deelnemer WHERE bsn = '123456789';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log_min_duration_statement = 1000 →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laat het zien, niet alleen vertellen.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Niet: log minder.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Behandel de log als wat hij is —  ·  een bestand met persoonsgegevens,  ·  met dezelfde toegang als de database zelf.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14 — Gestructureerd loggen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log_destination = 'csvlog'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Direct met COPY in te lezen als tabel.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tekstverwerking meer nodig bij een incident-reconstructie.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Logging en de privacyafweging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16 — auto_explain, herzien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auto_explain.log_min_duration = 3000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auto_explain.sample_rate = 0.1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pg_stat_statements → welke query ertoe doet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auto_explain → waarom één uitvoering traag was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Nu: permanent, niet eenmalig.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auto_explain als permanente voorziening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*"Kunnen jullie aantonen wie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BSN heeft ingezien?"*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Sanne vroeg: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eerlijke antwoord toen: nee, niet betrouwbaar.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pgaudit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pgaudit.log = 'read, write, role'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pgaudit.log_relation = 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Categorieën van handelingen. Eén regel per geraakt object.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Ongeacht snelheid.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Rolgebonden, niet cluster-breed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ROLE klantenservice SET pgaudit.log = 'read, write';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Cluster-breed = enorme logvolumes zonder gerichte waarde.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Gericht op wie bij gevoelige data kan komen.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pgaudit voor Sanne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Zie de logregel verschijnen. Herformuleer het antwoord.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25-30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Wie. Wanneer. Welke tabel.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Precies wat er in deel 9 ontbrak.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23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24 — Laag 3: extern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postgres_exporter → Prometheus → Grafana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(leest views)    (opslag +      (dashboard)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alarmering)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"we hebben ooit gezien" naar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"we zien precies wanneer het begon."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25 — Alarmdrempels: de samenvatting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Signaal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Drempel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age(relfrozenxid)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&gt;50%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Replicatievertraging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&gt;2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Wachtend op lock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&gt;5 of &gt;30s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Archiveringsfout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elke fout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Patroni: geen leider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direct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Te veel alarmen →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 alarmen genegeerd.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Kies bewust wat níét alarmeert.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signaal naar drempel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Kies je top vijf. En: wat alarmeer je bewust NIET?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28 — Drie niveaus van een dashboard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 Is alles in orde? (groen/oranje/rood)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 Waar zit het probleem? (per categorie, over tijd)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3. Wat is de oorzaak? (terug naar laag 1)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dashboard vervangt niveau 3 niet — het wijst ernaar.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eerste-vijf-minuten-protocol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meldingen. Welke stap eerst, en waarom?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is deel 7, 8, 12, 13, 15, 18 en 19 —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samengevat als checklist.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had de kennis al. Dit maakt hem toegankelijk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vóór en tijdens het moment dat je hem nodig hebt.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dashboardvoorstel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categorieën. Wat moet Ruud in 2 minuten zien?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32 — Wat monitoring niet oplost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Lost geen enkel onderliggend probleem op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Vervangt geen back-up, replicatie, HA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Ongebruikt = vals vertrouwen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Bewijst niet dat herstel/failover werkt — alleen dat er nu geen bekend probleem is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monitoringplan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lagen ingevuld · logbeleid · pgaudit rolgebonden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 10 drempels geprioriteerd · wat dit niet oplost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21 — Security-verdieping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Jullie zien nu wat er gebeurt, en kunnen aantonen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er bij gevoelige gegevens is geweest.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Volgende keer: verder dan deel 9 — row level security-patronen,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encryptie in de praktijk, en examenvoorbereiding.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Bewaar je monitoringplan uit 20.9.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2026-08-17T11:13:06Z</dcterms:created>
  <dcterms:modified xsi:type="dcterms:W3CDTF">2026-08-17T11:13:06Z</dcterms:modified>
</cp:coreProperties>
</file>