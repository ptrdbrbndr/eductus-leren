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nadenken.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het hangen, letterlijk. Geen foutmelding — stilte.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Replicatie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 — Deel 18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Jullie kunnen nu herstellen na een fout. Vandaag: een tweede kopie die continu meeloopt.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Helpt die?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Iemand doet DELETE FROM deelnemer; zonder WHERE.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Jullie hebben een prima werkende replica.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Nu heb je twee kapotte databases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plaats van één.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DELETE repliceert gewoon mee — binnen seconden.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Back-up beschermt tegen fouten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de tijd.  ·  Replicatie beschermt tegen het  ·  uitvallen van een machine.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hebt allebei nodig. Ze lossen niet elkaars probleem op.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Back-up of replicatie?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situaties.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Streaming replicatie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Primary                    Replica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 geschreven  ──stream──→  WAL ontvangen → toegepast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byte-voor-byte kopie, met een kleine vertraging.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Read-only, per definitie.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Vergelijkbaar met deel 17 —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alleen stopt hij nooit met volgen.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`bash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pg_basebackup -D … -h primary_host -U repl_rol -R -X stream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-R schrijft primary_conninfo en standby.signal.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Controleren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op de primary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client_addr, state, replay_lag FROM pg_stat_replication;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op de replica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pg_is_in_recovery();   -- true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replica opzetten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Synchroon of asynchroon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Asynchroon — de primary bevestigt zonder te wachten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Synchroon — de primary wacht op de replica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synchronous_standby_names = 'FIRST 1 (replica1)';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gebeurt er?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Zet synchrone replicatie aan. Stop de replica.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Doe een INSERT op de primary.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Synchroon zonder terugvalplan =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beschikbaarheid van de primary  ·  hangt af van de replica.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een replica die niet meer antwoordt.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Koppel terug aan RPO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Meridiaan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RPO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Synchroon nodig?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Mutaties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 — lag is milliseconden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(Hypothetisch) financiële afschrijving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Ja, met kworum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Synchroon versus asynchroon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16 — Drie soorten vertraging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Betekent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Oorzaak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write_lag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Tot ontvangen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Netwerk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flush_lag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Tot weggeschreven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Trage schijf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replay_lag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Tot toegepast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CPU/IO op de replica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oplopende replay_lag is een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RPO-schending die op dit moment  ·  aan het gebeuren is.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Valt de primary nu uit, verlies je precies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zoveel als de lag nu aangeeft.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Vertraging meten en veroorzaken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Replicatieslots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pg_create_physical_replication_slot('replica1_slot');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Voorkomt dat de primary WAL opruimt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een replica nog nodig heeft.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Zelfde eindresultaat als een falend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archive_command (deel 17) —  ·  nu via een ander mechanisme.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slot van een verdwenen replica: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primary houdt WAL onbeperkt vast.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Replicatieslots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Stop de replica. Kijk wat er met pg_wal/ gebeurt.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Karins rapportage. Hier hoort hij te draaien.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hot_standby = 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replica kan gelijktijdig lezen bedienen.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Dit is dezelfde gedachte —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fysiek gescheiden op een andere machine.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Rolgebonden work_mem scheidde werklasten binnen één server.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Lezen op de replica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 op wat er met idx_scan op de primary gebeurt.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Ongebruikte-index-onderzoek?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élke server apart.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index die alleen op de replica gebruikt wordt,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telt niet mee in pg_stat_user_indexes van de primary.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26 — Het replicatieconflict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Primary ruimt een rij op die een replica-query nog nodig heeft.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ERROR: canceling statement due to conflict with recovery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replicatieconflict veroorzaken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Eerst zónder hot_standby_feedback. Dan mét.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Maar dat kan bloat veroorzaken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de primary. (Deel 7, 12.)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hot_standby_feedback = on: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query's op de replica worden nooit afgebroken.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gratis oplossing.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29 — Logische replicatie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Fysiek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Logisch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Tussen versies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Selectieve tabellen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Doel blijft schrijfbaar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30 — Drie toepassingen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Zero-downtime migratie (deel 16, eindelijk het gereedschap)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Selectief naar BI — zonder deelnemer/BSN (privacy, deel 9)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Cross-versie upgrade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regelt dit NIET automatisch?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pg_promote();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replica wordt een zelfstandige, schrijfbare primary.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32 — Drie dingen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oude primary weet het niet — blijft gewoon draaien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Andere replica's volgen nog de oude primary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Split-brain: twee primaries, divergerende data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33 — Opdracht 18.8 &amp; 18.9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18.8 Promotie, inclusief het split-brain-gedachte-experiment — 15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18.9 Het replicatieontwerp — inclusief expliciet wat dit niet regelt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19 — Hoge beschikbaarheid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(twee dagdelen)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beslist dat de primary uitgevallen is?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promoveert welke replica?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voorkomen we split-brain?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vraagt een derde partij — een consensusmechanisme.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Bewaar je replicatieontwerp uit 18.9.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2026-08-17T11:13:05Z</dcterms:created>
  <dcterms:modified xsi:type="dcterms:W3CDTF">2026-08-17T11:13:05Z</dcterms:modified>
</cp:coreProperties>
</file>