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langzaam voordoen op het grote scherm, met je eigen gemeten tijd erbij, vóórdat groepen het zelf doen.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verzamel de tijden van alle groepen plenair op het bord.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vóór de volgende slide 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Back-up en herstel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— Deel 17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Vorige keer: milliseconden, geen bevestiging, weg.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Kun je het terughalen,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hoe lang duurt dat?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TABLE mutatie_2024_06;   -- had 2023_06 moeten zijn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hoe voorkom ik dit.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Twee soorten back-up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die bestaat.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die werkt.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verschil ontdek je meestal op het moment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het er het meest toe doet.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Bedrijfsbeslissingen.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technische keuzes.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RPO — hoeveel verlies is acceptabel? (in tijd)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RTO — hoe lang mag herstel duren?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(Zoals de bewaartermijn in deel 16.)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Als de server nu in vlammen opgaat,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hoeveel van vandaag mogen we kwijt zijn,  ·  en hoe laat moet Meridiaan  ·  morgenvroeg weer open zijn?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RPO en RTO vaststellen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situaties. Wie keurt het goed?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Logisch vs. fysiek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Logisch (pg_dump)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Fysiek (pg_basebackup)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Draagbaar tussen versies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 herstel op schaal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Geschikt voor PITR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pg_dump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`bash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pg_dump -Fc -d meridiaan -f meridiaan.dump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pg_restore -l meridiaan.dump          # inhoudsopgave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pg_restore -t werkgever -d test …     # selectief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Draait in één transactie — een consistente momentopname (deel 7).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Wat pg_dump vergeet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Rollen. Tablespaces. Objecten buiten de database.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`bash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pg_dumpall --globals-only -f globals.sql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Beide horen bij elkaar voor een volledig herstel.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Opdracht 17.2 &amp; 17.3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17.2 pg_dump in de praktijk — 15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17.3 pg_basebackup — 15 min, tweetallen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optioneel.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`bash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pg_basebackup -D /back-up/… -Ft -z -Xs -P -U backup_rol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-Xs = WAL meestreamen tijdens het kopiëren.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Waarom -Xs niet optioneel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Bestanden kopiëren terwijl de server erin schrijft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een gecontroleerde crash.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WAL maakt het achteraf consistent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exact dezelfde logica als crash recovery (deel 2).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Continuous archiving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archive_mode = 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archive_command = 'pgbackrest … archive-push %p'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WAL sinds de laatste back-up bewaard 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herstel naar elk moment, niet alleen het back-upmoment.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Het effect op RPO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Basisback-up 's nachts + WAL-archivering: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**RPO: van "sinds de dump" naar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fractie van een seconde.**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Faalt het archiveren onopgemerkt →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pg_wal/ loopt vol → · de database stopt met schrijven.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 houdt WAL vast tot archivering lukt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anders een gat in de keten.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(Dezelfde route als wraparound, deel 12.)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Continuous archiving inrichten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Inclusief: laat het bewust falen en kijk wat er gebeurt.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Point-in-time recovery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restore_command = 'pgbackrest … archive-get %f "%p"'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recovery_target_time = '2026-03-15 14:31:00+01'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recovery_target_action = 'promote'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Herstelt de basis, speelt WAL af,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stopt precies vóór de fout.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Vier soorten doel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recovery_target_time · _xid · _lsn · _name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pg_create_restore_point('voor_migratie');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Zet een benoemd punt vóór een riskante operatie.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Reproduceer het scenario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Testrij toevoegen — noteer het tijdstip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TABLE — het "ongeluk"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Herstellen naar een moment ertussenin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langzaam voordoen op het grote scherm, met je eigen gemeten tijd erbij, vóórdat groepen het zelf doen.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Point-in-time recovery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je eigen doorlooptijd van ongeluk tot geverifieerd herstel.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40-45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Is je werkelijke RTO.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de RTO die op papier stond.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verlies je als je in plaats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daarvan de hele database vervangt?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Herstel naar een aparte instantie,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haal daar alleen de ene tabel uit,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zet die terug in productie.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Gedeeltelijk herstel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Wanneer merk je dat?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maakt een back-up. Je corrumpeert er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bewust één bestand in.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back-up die nooit is teruggezet,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een aanname. Geen garantie.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script draaide zonder foutmelding.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bewijst niets over bruikbaarheid.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back-up die niet werkt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Bewaarbeleid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Technisch: hoe verder terug, hoe meer opslag.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(deel 9): een back-up bevat alles,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ook wat op verzoek uit productie verwijderd is.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beslist de termijn? Niet jij alleen.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Bewaarbeleid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back-up- en hersteldraaiboek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RPO/RTO met naam erbij · protocol uitvoerbaar door een ander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testschema met inhoudelijke controle · een echt gemeten RTO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18 — Replicatie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kunnen nu herstellen na een fout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weten precies hoeveel tijd dat kost.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een tweede, actuele kopie die continu meedraait,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zodat een serverstoring geen herstelprocedure meer vraagt.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RPO/RTO-tabel uit 17.1.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2026-08-17T09:38:41Z</dcterms:created>
  <dcterms:modified xsi:type="dcterms:W3CDTF">2026-08-17T09:38:41Z</dcterms:modified>
</cp:coreProperties>
</file>