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het eerst zelf, live, met een hangende tweede sessie.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groepen eerst hun eerste indruk geven vóór je de richting onthult.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Zero-downtime migraties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de niveau-2 capstone  ·  Niveau 2 — Deel 22 — Laatste dagdeel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Vandaag: één patroon dat ze allemaal verklaart.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15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 VALID + VALIDATE, lock_timeout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16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Nieuwe structuur naast de oude bouwen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18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Logische replicatie als migratieroute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Deel 14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CREATE INDEX CONCURRENTLY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Expand — Migrate — Contract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[oud actief]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[nieuw toegevoegd — EXPAND]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[beide in gebruik — MIGRATE]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[oud verwijderd — CONTRACT]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Spreidt de overgang uit over tijd.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elk moment: een werkende toestand.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4 — Al bekend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VALID (deel 15) = expand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(nieuwe rijen voldoen al) = migrate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 (deel 15) = contract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miniatuurversie van vandaag.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kolom hernoemen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Nieuwe kolom, trigger, backfill, contract.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Het hoofdvoorbeeld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TABLE mutatie ALTER COLUMN deelnemer_id TYPE bigint;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EXCLUSIVE. Volledige herschrijving.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2,4 miljoen rijen: minuten, alles blokkeert.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Hoe lang duurt dit écht?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Het patroon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Expand: nieuwe kolom + trigger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TABLE mutatie ADD COLUMN deelnemer_id_nieuw bigint;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Migrate: backfill in batches, dan index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Omschakelmoment: korte transactie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TABLE mutatie DROP COLUMN deelnemer_id;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TABLE mutatie RENAME COLUMN deelnemer_id_nieuw TO deelnemer_id;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Meet het verschil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Directe route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Expand-contract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Lock-duur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Minuten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Milliseconden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er gebeurt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Alles in één ademteug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Dure stap eruit geknipt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Kolomtype wijzigen zonder lange lock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beide routes. Zelf.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11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Backfill: de verkeerde manier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mutatie SET deelnemer_id_nieuw = deelnemer_id::bigint;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enorme transactie. Lange locks. Bloat.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Fout halverwege → alles terug naar af.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Backfill: in batches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... WHERE ... LIMIT 5000;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EXIT WHEN aangepast = 0;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COMMIT;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 pg_sleep(0.1);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 LOOP;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Korte transacties. Adempauze. Fout kost alleen de laatste batch.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Backfill in batches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Dubbel schrijven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Applicatie → schrijft naar oude tabel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schrijft naar nieuwe tabel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Krachtig. Foutgevoelig.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Vier valkuilen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Gedeeltelijke schrijffout → één transactie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Vergeten schrijfpad → trigger, niet applicatielogica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Race met de backfill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Vergeten dat lezen ook moet overschakelen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Dubbel schrijven en zijn valkuilen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het echt mislukken.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Hij kan niet "vergeten" worden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schrijfpad — in tegenstelling  ·  tot applicatielogica.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trigger zit op databaseniveau.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Logische replicatie als migratiegereedschap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(Herhaling, deel 18 — nu volledig toegepast)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Werkt op WAL-niveau — vangt automatisch elk schrijfpad af.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Sequenties lopen niet mee. DDL wordt niet gerepliceerd.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Het omschakelmoment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lock_timeout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Omkeerbaar, of met een duidelijk terugvalpad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Gemeten, niet alleen gepland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22 — Terugval per fase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Fase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Terugval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Expand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Triviaal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Migrate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Eenvoudig — schakel terug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Contract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oude structuur is al weg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Niet uit voorzichtigheid.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Uit noodzaak.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Contract is het enige punt waarna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terugdraaien niet meer triviaal is.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Terugvalplannen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migraties. Welke fase is het lastigst?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De migratiechecklist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Expand-contract nodig, of licht genoeg direct?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lock, hoe lang?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lock_timeout op elke stap?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Backfill in batches?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schrijfpaden gedekt?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Terugvalplan per fase?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Omschakelmoment gemeten?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Indexen/RLS/rechten kloppen nog?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opnieuw beoordeeld?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Periode "bewezen stabiel" vóór contract?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migratiechecklist toepassen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een migratie die je al eerder deed.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Je krijgt geen hint welk deel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melding raakt.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Acht gebeurtenissen. Vier bekende personages.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Precies zoals in het echt.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Gebeurtenis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Ruud, 03:14 uur: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"Het portaal reageert niet. CPU ziet er normaal uit."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Gebeurtenis 2 &amp; 3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Karin: "Onze deeltotalen tellen niet op tot het totaal."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Sanne: "Kun je aantonen dat oude back-ups echt niet meer bruikbaar zijn?"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30 — Gebeurtenis 4 &amp; 5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Tarik: "Een aparte microservice voor klik-logging — nodig?"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Ruud: "De premienotarun duurt sinds gisteren dubbel zo lang."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31 — Gebeurtenis 6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Karin: *"Werkgevers zien soms elkaars gegevens even flitsen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voordat de juiste data laadt."*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groepen eerst hun eerste indruk geven vóór je de richting onthult.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datalek tussen tenants.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RLS-sessie-instelling + connection pooling (deel 19, 21)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exact de valkuil uit SET versus SET LOCAL (deel 15).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33 — Gebeurtenis 7 &amp; 8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Tarik: "mutatie_id naar bigint, zonder downtime — hoe?"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Ruud: "De failover werkte, maar voelde traag. Kun je dat objectief vaststellen?"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De opdracht per gebeurtenis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Eerste diagnosestap — met exacte query/actie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verwacht je te leren?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vervolgmaatregel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Antwoord aan de afzender, in hun toon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Raken je acht antwoorden samen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minstens zes van de tien delen?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 niet: waarschijnlijk stof gemist.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 "waarom is deze tabel groter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 de data erin" (deel 12)  ·  tot "hoe overtuig ik mezelf dat onze  ·  failover echt werkt" (deel 19)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Meten. Grenzen kennen. Bedrijfsbeslissingen bij wie ze horen.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37 — Wat blijft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mutatie als rode draad door bijna elk deel.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Karin, Tarik, Ruud, Sanne — de hele reis.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het besef: elke techniek was een instantie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hetzelfde patroon — verander iets, ongemerkt.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 één server naar systemen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meerdere, samenwerkende databases.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Pensioenfederatie · sharding met Citus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verdieping richting event sourcing.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Dezelfde discipline. Grotere schaal.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2026-08-17T09:38:43Z</dcterms:created>
  <dcterms:modified xsi:type="dcterms:W3CDTF">2026-08-17T09:38:43Z</dcterms:modified>
</cp:coreProperties>
</file>