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Case: een proces implementeren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 · Niveau 3 Expert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nieuwe pensioenregeling met flexibele pensioenleeftijd. Klassiek? S/4HANA? Allebei?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24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4\figuren\figuur-2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traject door Activate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24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4\figuren\figuur-24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24.1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24.1 — Fasen met extra vraag koppelen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het hoofd: welke extra vraag hoort bij welke fase?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fit-gap-analyse is niet universeel geldig, ze is gebonden aan de laag waartegen je toetst.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§4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24.2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24.2 — Fit op de ene laag, gap op de andere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Bedenk een eigen voorbeeld.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24.3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24.3 — Een dubbel-adviesscenario schrijven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een advies dat beide lagen expliciet weegt.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24.4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24.4 — Terug naar de capstone van niveau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 je nu een S/4HANA-vraag toevoegen aan de fusiecase?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traject toetst expliciet tegen zowel de klassieke als de S/4HANA-laag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Activate-fase krijgt een extra vraag door de dubbele laag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fit-gap-uitkomst is laaggebonden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compleet advies weegt beide lagen, zonder impliciete voorkeur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scenario is representatief voor veel BA's bij verzekeraars vandaag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runtime-analyse · Deel 25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2026-08-16T20:12:55Z</dcterms:created>
  <dcterms:modified xsi:type="dcterms:W3CDTF">2026-08-16T20:12:55Z</dcterms:modified>
</cp:coreProperties>
</file>