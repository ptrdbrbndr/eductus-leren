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auditeerbaarheid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 · Niveau 3 Expert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"Ik ga niet vragen of deze configuratie correct is. Ik vraag: wie heeft besloten dat hij zo mocht worden ingericht, en kun je me dat aantonen?"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Hakim Osei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29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9\figuren\figuur-2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autoriseert een wijziging?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bekende bouwstenen, nieuw doel: auditeerbaarheid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BA zelf vastlegt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Hakims vraag, vertaald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technisch perfecte wijziging die zonder de juiste autorisatie is doorgevoerd, is een governance-probleem, ongeacht hoe goed de wijziging zelf is.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29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9\figuren\figuur-29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29.2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29.2 — Drie bouwstenen koppelen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vragen, drie bouwstenen.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historische kortingsregel. Was dit ooit aantoonbaar besloten?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29.3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29.3 — Hakims vraag beantwoorden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Toegepast op de kortingsregel.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Het systeem legt vast wát er is gebeurd. Alleen een mens kan vastleggen waaróm.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wijziging heeft een autorisatiepad — een apart vraagstuk van technische correctheid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Auditeerbaarheid bouwt op BTX, documentflow, logbestanden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BA legt zelf de beargumentering ("waarom") vast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Hakims vraag: is het proces zelf aantoonbaar betrouwbaar?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vraag draagt de masterproef in deel 30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Masterproef · Deel 30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2026-08-16T20:12:59Z</dcterms:created>
  <dcterms:modified xsi:type="dcterms:W3CDTF">2026-08-16T20:12:59Z</dcterms:modified>
</cp:coreProperties>
</file>