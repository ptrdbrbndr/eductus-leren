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Debugging &amp; runtime-analyse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 · Niveau 3 Expert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"Lezen alleen gaat dit niet oplossen. Laten we het zien terwijl het gebeurt."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Jelle Bakker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25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5\figuren\figuur-25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een debugger doet, op BA-niveau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Runtime-analyse breder: logbestanden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Zinvol meekijken versus rolgrens-overschrijding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concrete debug-vraag formuleren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Deel 5 leerde de bouwstenen herkennen in een stilstaand fragment. Dit deel leert dezelfde bouwstenen herkennen terwijl ze daadwerkelijk worden doorlopen.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25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3\deel-25\figuren\figuur-25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25.1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25.1 — Debugger of logbestand?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situaties — welk gereedschap past?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Zinvol of rolgrens-overschrijding?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Meekijken is een verdiepte vorm van "ik snap dit niet, gevolgd door een gerichte vraag" — geen uitnodiging om zelf te debuggen.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§5.2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25.2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25.2 — Zinvol of rolgrens-overschrijding?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situaties uit een debug-sessie.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25.3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25.3 — Een debug-vraag formuleren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het uitkeringsprobleem uit reader §1.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debugger toont code tijdens uitvoering, met actuele variabelewaarden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Runtime-analyse omvat ook logbestanden, nuttig bij zeldzame problemen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Meekijken is waardevol om aannames te toetsen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rolgrens blijft: BA toetst, ontwikkelaar beslist en handelt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goede debug-vraag pauzeert en vraagt naar een specifieke waarde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25 · Niveau 3 Expert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&amp; extensibility · Deel 26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2026-08-16T20:12:56Z</dcterms:created>
  <dcterms:modified xsi:type="dcterms:W3CDTF">2026-08-16T20:12:56Z</dcterms:modified>
</cp:coreProperties>
</file>