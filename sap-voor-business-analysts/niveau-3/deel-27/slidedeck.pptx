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IFRS17/FPSL: de samenvatting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 · Niveau 3 Expert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"Waartegen is dit vergeleken?"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Willemien van Ballegooijen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27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7\figuren\figuur-27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IFRS17 in essentie meet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samengevoegde toets: boeking + rapportagevraag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wél, wanneer niet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blijft specialistenwerk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BA hoeft niet te weten hóe IFRS17 rekent, wel wánneer de vraag gesteld moet worden.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27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7\figuren\figuur-27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27.1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27.1 — Verdient dit de toets?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 — welke verdienen de IFRS17/FPSL-toets?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27.2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27.2 — De tweetraps-toets toepassen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beide vragen toe op een Universal Change.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historische kortingsregel. Deel 5. Deel 12. Deel 26. En nu.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27.3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27.3 — De kortingsregel, vierde keer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deze toets haar eerder kunnen "vangen"?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Signaleren, niet zelf berekenen — dezelfde grens als bij fraude-signalering.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§6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Boekingslens en rapportagevraag-lens samen tot één herbruikbare 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IFRS17 meet contractwaarde over tijd, geen simpele optelsom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Vuistregel: premie/dekking/waarde-wijzigingen verdienen de 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 voorkomt dat iets "vergeten" raakt, zoals de kortingsregel drie keer overkwam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uitvoering blijft specialistenwerk — de BA signaleert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Wtp als toepassingslaag · Deel 28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2026-08-16T20:12:58Z</dcterms:created>
  <dcterms:modified xsi:type="dcterms:W3CDTF">2026-08-16T20:12:58Z</dcterms:modified>
</cp:coreProperties>
</file>