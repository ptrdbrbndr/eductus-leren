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97680"/>
            <a:ext cx="9144000" cy="54864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30 · Niveau 3 Expert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Masterproef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4805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C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30 · Niveau 3 Expert · Cursus SAP voor Business Analysts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60520" y="1280160"/>
            <a:ext cx="822960" cy="54864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03120"/>
            <a:ext cx="74980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Vier maanden na livegang. Geen incident. Geen melding. Alleen een discrepantie die iemand toevallig opmerkte.</a:t>
            </a:r>
            <a:endParaRPr lang="en-US" sz="3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Deel 30</a:t>
            </a:r>
            <a:endParaRPr lang="en-US" sz="2400" dirty="0"/>
          </a:p>
        </p:txBody>
      </p:sp>
      <p:pic>
        <p:nvPicPr>
          <p:cNvPr id="4" name="Image 0" descr="C:\Projecten\eductus-trainingen\SAP voor Business Analysts-opgemaakt\niveau-3\deel-30\figuren\figuur-30-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Het scenario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Premie- en uitkeringsboekingen komen niet overeen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afzonderlijke onderdelen werkten correct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aanwijsbare "schuldige"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 De ladder van zekerheid: aangetoond, aannemelijk, onbekend. Maak expliciet op welke trede elke uitspraak staat.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5840" y="5120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Kernzin, reader §2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C5A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D2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30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310896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Dagdeel A — het rapport</a:t>
            </a:r>
            <a:endParaRPr lang="en-US" sz="3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Vier onderdelen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Reconstructie met ladder-van-zekerheid-labels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Cross-modulecheck (↗ deel 21)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IFRS17/FPSL-toets, achteraf (↗ deel 27)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Herstelvoorstel, met grenzen van zekerheid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C5A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D2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30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310896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Dagdeel B — de boardsimulatie</a:t>
            </a:r>
            <a:endParaRPr lang="en-US" sz="3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Vier rollen</a:t>
            </a:r>
            <a:endParaRPr lang="en-US" sz="2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246888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Vraagt door op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A0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CFO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financiële impact, herhaalbaarheid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Toezichthouder-achtig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"waartegen is dit vergeleken?"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IT-architect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de reconstructie aantoonbaar?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Externe consultant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was dit te voorkomen?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 Een onderbouwd "dit kunnen we niet aantonen, en dít doen we daarom wél" weegt zwaarder dan een geruststellend herstelplan.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5840" y="5120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Kernzin, reader §4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60520" y="1280160"/>
            <a:ext cx="822960" cy="54864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03120"/>
            <a:ext cx="74980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Deel 1: een vraag die niemand kon beantwoorden. Deel 30: een rapport dat vier rollen moet overtuigen.</a:t>
            </a:r>
            <a:endParaRPr lang="en-US" sz="3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hele cursus in vijf zinnen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Domein kennen en systeem kunnen lezen zijn twee vaardigheden — deze cursus leerde de tweede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FS-PM en FS-CM als twee evenwaardige lijnen, nooit één primair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Concepten blijven stabiel, implementatiedetails verifieer je altijd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Auditeerbaarheid: het systeem legt vast wát, een mens legt vast waaróm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Onzekerheid precies benoemen is vaak het beste antwoord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97680"/>
            <a:ext cx="9144000" cy="54864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30 · Niveau 3 Expert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Einde van de cursus SAP voor Business Analysts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4805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C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Dank voor je inzet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2026-08-16T20:13:00Z</dcterms:created>
  <dcterms:modified xsi:type="dcterms:W3CDTF">2026-08-16T20:13:00Z</dcterms:modified>
</cp:coreProperties>
</file>