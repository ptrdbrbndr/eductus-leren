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28 · Niveau 3 Expert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Wtp als toepassingslaag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28 · Niveau 3 Expert · Cursus SAP voor Business Analysts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"Dit is geen BTX zoals de rest van de cursus. Dit gebeurt één keer, voor honderdduizenden aanspraken tegelijk, en het is niet terug te draaien."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Chandra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28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3\deel-28\figuren\figuur-28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we vandaag doen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Invaren: wat het is, waarom het anders is dan Universal Change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eerdere vraagstukken extra zwaar wegen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checklist voor een BA bij een invaartraject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28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Invaren versus Universal Change</a:t>
            </a:r>
            <a:endParaRPr lang="en-US" sz="3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De foutmarge die bij een reguliere BTX bestaat — "dit corrigeren we volgende maand" — bestaat hier niet.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§3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28.1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28.1 — Universal Change of invaren?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situaties — welke is welke?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28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3\deel-28\figuren\figuur-28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vraagstukken, verhoogde inzet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Documentflow/auditeerbaarheid — aantoonbaar correct, geen tweede kans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Stamgegevens — één fout raakt duizenden aanspraken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IFRS17/FPSL-toets — hier nooit optioneel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28.3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28.3 — De checklist toepassen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 vier checklistpunten uit tot concrete acties.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Samenvatting in vijf zinnen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Invaren is de eenmalige, wettelijk verplichte overgang naar het Wtp-stelsel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lijkt op Universal Change maar mist herhaalbaarheid en corrigeerbaarheid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Stamgegevens, documentflow en IFRS17/FPSL wegen hier allemaal extra zwaar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BA toetst vooraf, niet achteraf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vooraf een correctieprocedure vast voor het geval er toch iets misgaat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28 · Niveau 3 Expert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deel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auditeerbaarheid · Deel 29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2026-08-16T20:12:58Z</dcterms:created>
  <dcterms:modified xsi:type="dcterms:W3CDTF">2026-08-16T20:12:58Z</dcterms:modified>
</cp:coreProperties>
</file>