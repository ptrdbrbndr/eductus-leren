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23 · Niveau 3 Expert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S/4HANA for Insurance: wat verandert 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23 · Niveau 3 Expert · Cursus SAP voor Business Analysts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"Alles wat je in FS-PM hebt geleerd, is gebouwd op de klassieke laag. Wat verandert daarmee bij een overstap naar S/4HANA?"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Chandra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23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3\deel-23\figuren\figuur-23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Geen einde levenscyclus. Wel verandering in hoe het werkt.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we vandaag doen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FS-PM leeft door binnen S/4HANA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concreet verandert: datamodel, interfaces, extensibility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migratiepad: drie vragen die anders zijn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 naar Meridiaans keuze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23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3\deel-23\figuren\figuur-23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23.1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23.1 — Blijft of verandert?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items — concept (blijft) of implementatie (verandert)?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Dit deel maakt de disclaimer-methode zelf onderwerp van gesprek: zelfs de grens tussen concept en implementatiedetail is hier nog in beweging.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§3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migratiepad</a:t>
            </a:r>
            <a:endParaRPr lang="en-US" sz="3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migratievragen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23.2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23.2 — Drie vragen toepassen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Formuleer ze specifiek voor Meridiaans FS-PM-implementatie.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Een migratie is geen nieuwe implementatie met dezelfde vragen — het is een implementatie met een extra laag vragen over continuïteit.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§5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Samenvatting in vijf zinnen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FS-PM leeft door als Policy Management binnen S/4HANA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gebieden veranderen concreet: datamodel, interfaces, extensibility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conceptuele kern uit niveau 2 blijft grotendeels stabiel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migratie vergt continuïteitsvragen naast de gewone fit-gap-vragen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Verifieer bij een concreet migratiebesluit altijd de actuele SAP-roadmap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23 · Niveau 3 Expert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deel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Case: een proces implementeren · Deel 24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2026-08-16T20:12:54Z</dcterms:created>
  <dcterms:modified xsi:type="dcterms:W3CDTF">2026-08-16T20:12:54Z</dcterms:modified>
</cp:coreProperties>
</file>