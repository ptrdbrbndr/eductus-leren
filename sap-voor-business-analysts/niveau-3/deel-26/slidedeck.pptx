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26 · Niveau 3 Expert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BTP &amp; extensibility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26 · Niveau 3 Expert · Cursus SAP voor Business Analysts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"Elke uitbreiding die je in de kern bouwt, maakt een toekomstige update lastiger. Er is een andere manier."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Chandra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26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3\deel-26\figuren\figuur-26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we vandaag doen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the core clean" — waarom dit ertoe doet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extensions en BTP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Wanneer welke optie?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historische kortingsregel, derde keer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"Keep the core clean" is de architecturale strategie om de onderhoudslast-zorg uit deel 6 te verkleinen.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Kernzin, reader §3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26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3\deel-26\figuren\figuur-26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26.1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26.1 — Side-by-side of klassiek?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situaties, welke past het beste?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Niet alleen "hoeveel bouw je" maar ook "waar draait het."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Kernzin, reader §5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80160"/>
            <a:ext cx="82296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historische kortingsregel. Custom code (deel 5). BRFplus (deel 12). Side-by-side (nu)?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26.3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26.3 — De kortingsregel, derde keer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Vergelijk alle drie de opties. Welke kiezen jullie?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Samenvatting in vijf zinnen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the core clean" houdt het kernsysteem dicht bij standaard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extensions draaien apart, verbonden via een API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is het platform waarop zulke extensions doorgaans draaien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Geschikt voor zelfstandige, moderne functionaliteit — niet voor elke aanpassing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derde dimensie naast de schuifbalk uit deel 6: waar het draait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26 · Niveau 3 Expert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deel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IFRS17/FPSL: de samenvatting · Deel 27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2026-08-16T20:12:57Z</dcterms:created>
  <dcterms:modified xsi:type="dcterms:W3CDTF">2026-08-16T20:12:57Z</dcterms:modified>
</cp:coreProperties>
</file>