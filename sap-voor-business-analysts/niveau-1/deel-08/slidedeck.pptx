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8 · Niveau 1 Fundamenten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Rapportage &amp; analytics voor BA's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8 · Niveau 1 Fundamenten · Cursus SAP voor Business Analysts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60520" y="1280160"/>
            <a:ext cx="82296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7498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"Kun je me snel laten zien hoeveel polissen deze uitzondering gebruiken?" Kan Sanne dit zelf?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Deel 8</a:t>
            </a:r>
            <a:endParaRPr lang="en-US" sz="2400" dirty="0"/>
          </a:p>
        </p:txBody>
      </p:sp>
      <p:pic>
        <p:nvPicPr>
          <p:cNvPr id="4" name="Image 0" descr="C:\Projecten\eductus-trainingen\SAP voor Business Analysts-opgemaakt\niveau-1\deel-08\figuren\figuur-8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we vandaag doen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routes: standaardrapportage, zelf samengestelde query, embedded analytics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Wanneer een ontwikkelaar wél nodig is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valkuil: cijfers zonder duidelijke betekenis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goede rapportagevraag formuleren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C5A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D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8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31089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Drie routes</a:t>
            </a:r>
            <a:endParaRPr lang="en-US" sz="3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Deel 8</a:t>
            </a:r>
            <a:endParaRPr lang="en-US" sz="2400" dirty="0"/>
          </a:p>
        </p:txBody>
      </p:sp>
      <p:pic>
        <p:nvPicPr>
          <p:cNvPr id="4" name="Image 0" descr="C:\Projecten\eductus-trainingen\SAP voor Business Analysts-opgemaakt\niveau-1\deel-08\figuren\figuur-8-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Hoe verder je van standaardrapportage af beweegt, hoe meer flexibiliteit je krijgt en hoe meer kennis van het onderliggende datamodel je nodig hebt. Er is geen gratis flexibiliteit.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Kernzin, reader §3.3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3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8.1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8.1 — Welke route?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"Actieve polissen per productvariant" (generiek)</a:t>
            </a:r>
            <a:endParaRPr lang="en-US" sz="15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Specifieke combinatie, eenmalig</a:t>
            </a:r>
            <a:endParaRPr lang="en-US" sz="15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Wekelijks automatisch, vast Excel-sjabloon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C5A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D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8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31089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Wanneer een ontwikkelaar nodig is</a:t>
            </a:r>
            <a:endParaRPr lang="en-US" sz="3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Drie signalen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Complexe, niet voor de hand liggende tabelrelaties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Herhaald of geautomatiseerd in plaats van eenmalig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Specifieke opmaak of distributie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C5A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D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8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31089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valkuil</a:t>
            </a:r>
            <a:endParaRPr lang="en-US" sz="3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60520" y="1280160"/>
            <a:ext cx="82296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7498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"312 polissen met deze uitzondering." Ooit toegepast? Nu actief? In aanmerking komend?</a:t>
            </a:r>
            <a:endParaRPr lang="en-US" sz="3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Een getal zonder een precieze definitie van wat het meet, is geen informatie maar een gok met een decimaal.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Kernzin, reader §5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3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8.2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8.2 — Wat telt dit precies?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Bedenk drie mogelijke definities achter "312" en formuleer de verduidelijkende vraag.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C5A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D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8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31089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Een goede rapportagevraag</a:t>
            </a:r>
            <a:endParaRPr lang="en-US" sz="3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Vier bouwstenen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gewenste getal of overzicht concreet noemen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detailniveau specificeren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meetmoment benoemen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het getal wel en niet insluit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3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8.3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8.3 — Rob's vraag herformuleren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Herschrijf Rob's vraag met de vier bouwstenen.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Samenvatting in vijf zinnen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routes: standaardrapportage, query, embedded analytics — toenemende flexibiliteit, toenemende kennis nodig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ontwikkelaar is pas nodig bij complexe relaties, herhaling, of specifieke opmaak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getal zonder duidelijke definitie is geen bruikbare informatie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Vraag altijd: wat telt dit precies, en wat telt het niet?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goede rapportagevraag noemt getal, detailniveau, meetmoment en in-/uitsluiting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8 · Niveau 1 Fundamenten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Volgende deel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BA-werkstroom in SAP-projecten · Deel 9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2026-08-16T20:12:41Z</dcterms:created>
  <dcterms:modified xsi:type="dcterms:W3CDTF">2026-08-16T20:12:41Z</dcterms:modified>
</cp:coreProperties>
</file>