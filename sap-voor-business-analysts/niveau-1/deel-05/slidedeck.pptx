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ABAP lezen voor BA's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 · Niveau 1 Fundamenten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 het eind van vandaag kun jij geen ABAP schrijven. Dat is precies de bedoeling.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Jelle's scherm — één regel die telt, tussen tientallen die dat niet doen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bouwstenen: variabele, conditie, lus, functieaanroep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Configuratie versus custom code — waar een regel woont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Lezen versus beoordelen — en waarom "ik snap dit niet" bruikbaar 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5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5\figuren\figuur-5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"Dat hoeft ook niet. Ik wil dat je één ding ziet: hier, deze regel — dit is waar de uitzondering wordt toegepast. De rest is boekhouding voor de computer."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Jelle Bakker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bouwstenen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je herkent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Bouwsteen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betekent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waarde wordt vastgehouden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Conditie (IF)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keuze wordt gemaakt — vaak dé bedrijfsregel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Lus (LOOP)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iets herhaalt zich voor elk item in een lijst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Functieaanroep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 wordt hergebruikt, elders gedefinieerd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 — Bouwstenen herkennen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```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elke polis van deze werkgever: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polis is afgesloten vóór 1 januari 2011: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historische korting toe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anders: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standaard korting toe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bewaar het resultaat in "berekende_premie"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```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Wijs lus, conditie en variabele aan.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5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5\figuren\figuur-5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Configuratie versus custom code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5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5\figuren\figuur-5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bedrijfsregel die alleen in custom code leeft, is een regel die de organisatie is vergeten dat ze heeft — tot iemand toevallig de code opent.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§4.2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 — Configuratie of custom code?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bedrijfsregels — waar verwacht je ze?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Een standaardkorting per producttype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Een eenmalige uitzondering voor één kwartaal, één jaar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Verplichte velden bij een nieuwe polis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Lezen versus beoordelen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"Deze conditie checkt of de polis vóór 2011 is afgesloten." Klopt dat — met wat er werkelijk staat?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 — Lezen versus beoordelen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uitleg zegt één ding, de conditie doet iets anders (systeemjaar in plaats van afsluitdatum).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Leesprobleem of beoordelingsprobleem?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Wat doe je nu?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ontwikkelaar kan verifiëren dat de code doet wat er staat. Alleen jij, met je domeinkennis, kunt verifiëren dat wat er staat, ook is wat er bedoeld werd.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§5.2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snap dit niet" — bruikbaar, mits gevolgd door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specifieke fragment of de conditie aanwijzen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aanname die erin zit benoemen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Doorvragen, niet meteen concluderen dat het fout is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5.5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 — Terug naar Jelle's scherm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Sannes vraag aan Jelle: welke conditie, welke aanname, welke verwachting versus wat je ziet.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bouwstenen zijn genoeg: variabele, conditie, lus, functieaanroep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conditie is bijna altijd waar een bedrijfsregel woont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code is minder zichtbaar en wendbaar dan configuratie — makkelijker om te "vergeten"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Lezen (volgen) en beoordelen (toetsen aan de bedoeling) zijn twee aparte stappen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snap dit niet" is het begin van een goede vraag, niet het einde van het gesprek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logica &amp; uitbreidingen · Deel 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2026-08-16T20:12:38Z</dcterms:created>
  <dcterms:modified xsi:type="dcterms:W3CDTF">2026-08-16T20:12:38Z</dcterms:modified>
</cp:coreProperties>
</file>