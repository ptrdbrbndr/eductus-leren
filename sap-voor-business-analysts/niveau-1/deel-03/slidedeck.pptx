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Tabellen &amp; Data Dictionary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 · Niveau 1 Fundamenten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tabel lezen zonder haar te bouwen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Sleutels en domeinen — wat ze betekenen voor een BA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Stamgegevens versus bewegingsgegevens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datamodel-vraag stellen die daadwerkelijk beantwoordbaar is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VKORG. MATNR. Sanne kent geen van beide — en herkent de data eronder direct.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3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3\figuren\figuur-3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Tabel en sleutel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3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3\figuren\figuur-3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sleutel vertelt je wat het systeem beschouwt als "hetzelfde ding" en wat als "iets anders."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§3.2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 — Sleutel of niet?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velden — onderdeel van de sleutel van een polistabel?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Polisnummer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Naam van de polishouder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Ingangsdatum van de huidige versie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Verzekerd bedrag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Domeinen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een domein vastlegt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waarden een veld mag bevatten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Vaak de plek waar een bedrijfsregel technisch is vastgelegd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"Een vierde statuswaarde toevoegen" klinkt simpel — raakt het domein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 — Domein herkennen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statusveld accepteert alleen "actief", "geroyeerd", "premievrij".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Waar staat die beperking vastgelegd?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Wat betekent een vierde status, "geschorst"?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Stam- en bewegingsgegevens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3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3\figuren\figuur-3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soorten gegevens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Stamgegeven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Bewegingsgegeven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relatief stabiel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eenmalige gebeurtenis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Voorbeeld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polishouder, productvariant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mutatie, premiebetaling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bij fout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groot, raakt veel toekomstige zaken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beperkt tot die gebeurtenis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 — Stam of beweging?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Het adres van een polishouder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Een premiebetaling van vorige maand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De productvariant "Basis Plus 2019"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Een adreswijziging van gisteren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datamodel-vraag stellen</a:t>
            </a:r>
            <a:endParaRPr lang="en-US" sz="3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bouwstenen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de tabel of het scherm waar je het zag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Wijs het veld of de combinatie aan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Verwacht versus waargenomen — geen oordeel, een constatering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 productvarianten-tabel klopt niet." Dat is geen vraag. Wat wél?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 — Van vaag naar precies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Herschrijf: "De productvarianten-tabel klopt niet" naar een precieze, beantwoordbare vraag.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Voordat je een procesprobleem oplost, is het de moeite waard te vragen: wat zou hier moeten kloppen op het niveau van tabellen en sleutels, en klopt dat wel?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§6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3.5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 — Procesprobleem of datamodel-probleem?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van de duizenden polissen missen hun premiemutatie deze maand. Twee datamodel-vragen, geen procesvragen.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sleutel bepaalt wat "hetzelfde ding" is — vaak samengesteld bij tijdsafhankelijke gegevens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domein legt vast wat een veld mag bevatten, en verbergt vaak een bedrijfsregel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Stamgegevens: stabiel, grote hefboom bij fouten. Bewegingsgegevens: gebeurtenissen, beperkte impact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goede datamodel-vraag noemt bron, veld, en verwacht-versus-waargenomen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procesprobleem is vaak een datamodel-probleem in vermomming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Stamgegevens &amp; datakwaliteit · Deel 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2026-08-16T20:12:36Z</dcterms:created>
  <dcterms:modified xsi:type="dcterms:W3CDTF">2026-08-16T20:12:36Z</dcterms:modified>
</cp:coreProperties>
</file>