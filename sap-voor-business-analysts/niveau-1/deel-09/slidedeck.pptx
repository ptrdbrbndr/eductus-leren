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BA-werkstroom in SAP-projecten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 · Niveau 1 Fundamenten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Acht delen geleden kon Sanne deze vraag niet beantwoorden. Vandaag wel.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9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9\figuren\figuur-9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Activate in vogelvlucht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9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9\figuren\figuur-9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Vijf fasen, kort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71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van de 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domeinkennis inbrengen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op hoofdlijnen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fit-gap-analyse, requirements schrijven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toetsen aan wat gebouwd 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acceptatie, overdracht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9.1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 — Fasen koppelen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 vier activiteiten aan de juiste Activate-fase.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Fit-gap-analyse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9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9\figuren\figuur-9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9.2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 — Fit, gap, of nog onduidelijk?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fictieve productvarianten — fit, gap, of niet vast te stellen?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9.3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9.3 — De gap-beslisboom toepassen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argument vóór elk van de drie vervolgstappen: uitbreiden, aanpassen, accepteren.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configureerbare requirement schrijven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requirement die voor jou als BA duidelijk is, is niet automatisch configureerbaar voor een consultant.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§5.1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kenmerken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concrete voorwaarde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concrete uitkomst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inschatting van fit of gap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9.4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 — Vaag of configureerbaar?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requirements — welke is configureerbaar, en wat ontbreekt bij de andere?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twaalf varianten, eindelijk beoordeeld</a:t>
            </a:r>
            <a:endParaRPr lang="en-US" sz="3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9.5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 — De hoofdoefening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twee productvarianten. Voer een mini-fit-gap-analyse uit en schrijf voor minstens één een configureerbare requirement.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Einde van niveau 1. Niet het einde van een deel — het einde van de fundamentenfase.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Activate kent vijf fasen; de BA weegt het zwaarst in Explore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standaard dekt het al. Gap: een keuze tussen uitbreiden, aanpassen, accepteren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acht voorgaande delen komen samen in de fit-gap-vaardigheid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configureerbare requirement noemt voorwaarde, uitkomst, en fit/gap-inschatting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maakt FS-PM en FS-CM concreet — hierna wordt het bouwen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 + capstone · Deel 10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2026-08-16T20:12:42Z</dcterms:created>
  <dcterms:modified xsi:type="dcterms:W3CDTF">2026-08-16T20:12:42Z</dcterms:modified>
</cp:coreProperties>
</file>