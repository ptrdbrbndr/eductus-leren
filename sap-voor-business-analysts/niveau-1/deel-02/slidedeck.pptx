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97680"/>
            <a:ext cx="9144000" cy="54864"/>
          </a:xfrm>
          <a:prstGeom prst="rect">
            <a:avLst/>
          </a:prstGeom>
          <a:solidFill>
            <a:srgbClr val="D99A3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9202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2 · Niveau 1 Fundamenten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37744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Systeemlandschap &amp; navigatie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448056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C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2 · Niveau 1 Fundamenten · Cursus SAP voor Business Analysts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 we vandaag doen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Sannes eerste inlog — en de vraag die zij eerst stelt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DEV, QA, PRD en de sandbox — vier omgevingen, één landschap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Transactiecodes en Fiori — twee ingangen, vaak dezelfde functionaliteit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Transporten — hoe een wijziging van DEV naar PRD reist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60520" y="1280160"/>
            <a:ext cx="822960" cy="54864"/>
          </a:xfrm>
          <a:prstGeom prst="rect">
            <a:avLst/>
          </a:prstGeom>
          <a:solidFill>
            <a:srgbClr val="D99A3D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103120"/>
            <a:ext cx="74980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"Is dit nou het systeem, of een kopie van het systeem?" De eerste vraag van dit deel.</a:t>
            </a:r>
            <a:endParaRPr lang="en-US" sz="3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Deel 2</a:t>
            </a:r>
            <a:endParaRPr lang="en-US" sz="2400" dirty="0"/>
          </a:p>
        </p:txBody>
      </p:sp>
      <p:pic>
        <p:nvPicPr>
          <p:cNvPr id="4" name="Image 0" descr="C:\Projecten\eductus-trainingen\SAP voor Business Analysts-opgemaakt\niveau-1\deel-02\figuren\figuur-2-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1280160"/>
            <a:ext cx="658368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C5AA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5D2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2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40080" y="310896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Systeemlagen</a:t>
            </a:r>
            <a:endParaRPr lang="en-US" sz="3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Deel 2</a:t>
            </a:r>
            <a:endParaRPr lang="en-US" sz="2400" dirty="0"/>
          </a:p>
        </p:txBody>
      </p:sp>
      <p:pic>
        <p:nvPicPr>
          <p:cNvPr id="4" name="Image 0" descr="C:\Projecten\eductus-trainingen\SAP voor Business Analysts-opgemaakt\niveau-1\deel-02\figuren\figuur-2-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1280160"/>
            <a:ext cx="658368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Vier omgevingen</a:t>
            </a:r>
            <a:endParaRPr lang="en-US" sz="2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246888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Omgeving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AA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AA0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Sandbox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verkennen, geïsoleerd, standaardgedrag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bouwen, eerste test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acceptatietest, productielijkende data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operationeel gebruik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91440" cy="50292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188720"/>
            <a:ext cx="73152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&gt; Wat je in een sandbox ziet, is nooit een garantie voor wat je straks in Meridiaans eigen DEV-omgeving tegenkomt.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05840" y="5120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Kernzin, reader §3.2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BF3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99A3D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486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2.1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2.1 — Welke omgeving is dit?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78638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Vier situaties: sandbox, DEV, QA of PRD?</a:t>
            </a:r>
            <a:endParaRPr lang="en-US" sz="15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Priya bouwt een eerste configuratie</a:t>
            </a:r>
            <a:endParaRPr lang="en-US" sz="15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Sanne test standaard FS-PM-gedrag</a:t>
            </a:r>
            <a:endParaRPr lang="en-US" sz="15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Marijke voert een acceptatietest uit</a:t>
            </a:r>
            <a:endParaRPr lang="en-US" sz="15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Een polishouder wijzigt zijn adres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C5AA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5D2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2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40080" y="310896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Tcode of Fiori-app</a:t>
            </a:r>
            <a:endParaRPr lang="en-US" sz="3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Deel 2</a:t>
            </a:r>
            <a:endParaRPr lang="en-US" sz="2400" dirty="0"/>
          </a:p>
        </p:txBody>
      </p:sp>
      <p:pic>
        <p:nvPicPr>
          <p:cNvPr id="4" name="Image 0" descr="C:\Projecten\eductus-trainingen\SAP voor Business Analysts-opgemaakt\niveau-1\deel-02\figuren\figuur-2-3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1280160"/>
            <a:ext cx="658368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Twee ingangen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Transactiecode — klassieke GUI, letter-cijfercombinatie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Fiori-app — webgebaseerd, taakgericht, tegel op een startscherm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Vaak dezelfde onderliggende logica, andere ingang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Verwacht een mengvorm in de praktijk, geen harde knip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BF3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99A3D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486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2.3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2.3 — Tcode of Fiori-app?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78638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Vier aanwijzingen — welke route, of niet met zekerheid te zeggen?</a:t>
            </a:r>
            <a:endParaRPr lang="en-US" sz="15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"Ga naar VA01"</a:t>
            </a:r>
            <a:endParaRPr lang="en-US" sz="15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Een taakgerichte tegel op een webscherm</a:t>
            </a:r>
            <a:endParaRPr lang="en-US" sz="15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"Klik op het polisicoon in het startscherm"</a:t>
            </a:r>
            <a:endParaRPr lang="en-US" sz="15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Een viercijferige code die begint met een letter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C5AA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5D2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2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40080" y="310896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Transporten</a:t>
            </a:r>
            <a:endParaRPr lang="en-US" sz="3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Deel 2</a:t>
            </a:r>
            <a:endParaRPr lang="en-US" sz="2400" dirty="0"/>
          </a:p>
        </p:txBody>
      </p:sp>
      <p:pic>
        <p:nvPicPr>
          <p:cNvPr id="4" name="Image 0" descr="C:\Projecten\eductus-trainingen\SAP voor Business Analysts-opgemaakt\niveau-1\deel-02\figuren\figuur-2-4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1280160"/>
            <a:ext cx="658368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60520" y="1280160"/>
            <a:ext cx="822960" cy="54864"/>
          </a:xfrm>
          <a:prstGeom prst="rect">
            <a:avLst/>
          </a:prstGeom>
          <a:solidFill>
            <a:srgbClr val="D99A3D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103120"/>
            <a:ext cx="74980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"Dat staat al in DEV." Betekent dat: staat het ook in productie?</a:t>
            </a:r>
            <a:endParaRPr lang="en-US" sz="3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91440" cy="50292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188720"/>
            <a:ext cx="73152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&gt; "Het staat in het systeem" is een onvolledige uitspraak zolang je niet weet in welk systeem.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05840" y="5120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Kernzin, reader §5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BF3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99A3D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486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2.4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2.4 — Een transport volgen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78638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regel staat sinds gisteren in DEV, vandaag goedgekeurd voor QA.</a:t>
            </a:r>
            <a:endParaRPr lang="en-US" sz="15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Staat hij al in productie?</a:t>
            </a:r>
            <a:endParaRPr lang="en-US" sz="15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Welke stap moet nog?</a:t>
            </a:r>
            <a:endParaRPr lang="en-US" sz="15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Is "niet gevonden in PRD" morgen een storing?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60520" y="1280160"/>
            <a:ext cx="822960" cy="54864"/>
          </a:xfrm>
          <a:prstGeom prst="rect">
            <a:avLst/>
          </a:prstGeom>
          <a:solidFill>
            <a:srgbClr val="D99A3D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103120"/>
            <a:ext cx="74980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"De nieuwe uitzonderingsregel werkt niet." Wat vraag je, vóórdat dit een probleem is?</a:t>
            </a:r>
            <a:endParaRPr lang="en-US" sz="3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BF3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99A3D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486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OPDRACHT 2.5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2.5 — Bevindingen correct duiden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78638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Bedenk drie vragen die Sanne aan Astrid zou moeten stellen vóór deze melding als probleem wordt behandeld.</a:t>
            </a:r>
            <a:endParaRPr lang="en-US" sz="1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Samenvatting in vijf zinnen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Vier omgevingen: sandbox (verkennen), DEV (bouwen), QA (accepteren), PRD (gebruiken)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sandbox toont standaardgedrag, geen voorspelling van de eigen inrichting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Tcode en Fiori-app: twee ingangen, vaak dezelfde functionaliteit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transport verplaatst wijzigingen tussen omgevingen, met goedkeuringsmomenten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"Het staat in het systeem" is pas bruikbaar zodra je weet in welk systeem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97680"/>
            <a:ext cx="9144000" cy="54864"/>
          </a:xfrm>
          <a:prstGeom prst="rect">
            <a:avLst/>
          </a:prstGeom>
          <a:solidFill>
            <a:srgbClr val="D99A3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9202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2 · Niveau 1 Fundamenten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37744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Volgende deel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448056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C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Tabellen &amp; Data Dictionary · Deel 3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2026-08-16T20:12:36Z</dcterms:created>
  <dcterms:modified xsi:type="dcterms:W3CDTF">2026-08-16T20:12:36Z</dcterms:modified>
</cp:coreProperties>
</file>