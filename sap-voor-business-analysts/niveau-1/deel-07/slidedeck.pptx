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Integratie &amp; interfaces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blijft bestaan naast FS-PM — een nieuw koppelvlak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integratiepatronen: IDoc, API, middleware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Synchroon versus asynchroon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vragen over foutafhandeling die elke BA kan stellen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7\figuren\figuur-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integratiepatronen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7\figuren\figuur-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patronen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Kenmerk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vast berichtformaat, klassiek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taakgericht, direct antwoord mogelijk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tussenlaag die vertaalt en routeert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 — Welk patroon is dit?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"Taakgericht verzoek, direct het saldo terug"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"Alle berichten via een tussenlaag"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"Vast berichtformaat, periodiek verstuurd"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Synchroon versus asynchroon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7\figuren\figuur-7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Geaccepteerd door WGP. Nooit aangekomen bij de kernadministratie. Zonder foutmelding. Aan geen van beide kanten.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Bij een synchrone koppeling weet je meteen of iets is mislukt. Bij een asynchrone koppeling moet iemand expliciet ontworpen hebben hóe en wanneer een fout zichtbaar wordt.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7.3 — Het WGP 2.0-incident ontleed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Synchroon of asynchroon? Welke van de drie vragen (reader §5) had dit vroegtijdig blootgelegd?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vragen over foutafhandeling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drie vragen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7.4 — Drie vragen toepassen op FS-PM/WGP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de drie vragen, toegespitst op het nieuwe koppelvlak — niet generiek herhaald.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IDoc, API, middleware: drie manieren om te koppelen, geen van drie hoeft de BA te ontwerpen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Synchroon geeft direct duidelijkheid; asynchroon vergt expliciete foutafhandeling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WGP 2.0-incident is een asynchrone koppeling zonder zichtbare foutafhandeling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vragen toetsen elk interfaceontwerp: wat als het misgaat, hoe lang duurt onzekerheid, is het end-to-end getest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vragen zijn generiek herbruikbaar, buiten SAP en buiten deze casus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Rapportage &amp; analytics voor BA's · Deel 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2026-08-16T20:12:41Z</dcterms:created>
  <dcterms:modified xsi:type="dcterms:W3CDTF">2026-08-16T20:12:41Z</dcterms:modified>
</cp:coreProperties>
</file>