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10 · Niveau 1 Fundamenten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Examentraining + capstone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10 · Niveau 1 Fundamenten · Cursus SAP voor Business Analysts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1280160"/>
            <a:ext cx="82296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Negen delen geleden kon je Rob Hendriks' vraag niet beantwoorden. Vandaag toon je dat je dat wél kunt.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Twee dagdelen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Ochtend: bekwaamheidstoets — 40 vragen, zelfreflectie, geen extern examen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Middag: capstone — fit-gap-analyse, requirements, verdediging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10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Bekwaamheidstoets</a:t>
            </a:r>
            <a:endParaRPr lang="en-US" sz="3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Lees de vraag twee keer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op concept versus implementatiedetail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is een spiegel, geen poort — geen pass/fail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10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capstone</a:t>
            </a:r>
            <a:endParaRPr lang="en-US" sz="3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1280160"/>
            <a:ext cx="82296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Polisoverdracht bij een fusie of overname. Stamgegevens. Datamodel. Integratie. Fit-gap. Allemaal tegelijk.</a:t>
            </a:r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opdracht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fit-gap-analyse (max. 2 A4)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Minstens twee configureerbare requirements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risicoparagraaf — stamgegevens en integratie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verdediging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146304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Vraagt door 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Projectleider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planning, prioriteit, "kan dit niet later"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Functioneel consultant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technische haalbaarheid, precisie van je requirements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Het gaat niet om één juist antwoord, maar om een onderbouwde, verdedigbare keuze.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Kernboodschap van dit deel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### Verdediging — vijftien minuten per groep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Verdedig je fit-gap-analyse en requirements tegen de projectleider en de functioneel consultant.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1280160"/>
            <a:ext cx="82296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Terug naar deel 1. Wat zou jij toen hebben geantwoord — en wat is nu anders?</a:t>
            </a:r>
            <a:endParaRPr lang="en-US" sz="3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Niveau 1 samengevat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Modulelandschap, navigatie, tabellen, stamgegevens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lezen, business logica, integratie, rapportage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Activate en fit-gap-analyse als synthese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Domein kennen + systeem kunnen lezen = de kern van de BA-rol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10 · Niveau 1 Fundamenten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Niveau 2 — Professional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FS-PM en FS-CM worden concreet · Deel 11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2026-08-16T20:12:43Z</dcterms:created>
  <dcterms:modified xsi:type="dcterms:W3CDTF">2026-08-16T20:12:43Z</dcterms:modified>
</cp:coreProperties>
</file>