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6 · Niveau 1 Fundamenten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logica &amp; uitbreidingen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6 · Niveau 1 Fundamenten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"Kan dat niet gewoon een vinkje zijn?" Twee experts. Twee andere antwoorden.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6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6\figuren\figuur-6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Customizing versus development — een schuifbalk, geen knip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exits en BAdI's — de vaste haakjes van het systeem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"klein" zelden klein 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wijzigingsverzoek dat de vraag vroeg stelt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Customizing versus development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6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6\figuren\figuur-6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"Is dit configuratie of maatwerk" heeft zelden een eenduidig antwoord voordat iemand het heeft uitgezocht. De vraag zelf is wel altijd op tijd te stellen.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§3.3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6.1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6.1 — Waar op de schuifbalk?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wensen: customizing, grijs midden, of development?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Een bestaand goedkeuringsproces aanzetten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Volledig nieuwe premieberekening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Bestaande optie plus klein stukje extra logica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exits en BAdI's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6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6\figuren\figuur-6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ene vraag die telt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Gebruiken we hier een voorzien uitbreidingspunt?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is dit volledig los daarvan gebouwd?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eerste is stabieler bij toekomstige updates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6.2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 — De juiste vraag over een haakje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zegt: "hiervoor gebruiken we een BAdI." Welke vervolgvraag test de stabiliteit?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klein zelden klein is</a:t>
            </a:r>
            <a:endParaRPr lang="en-US" sz="3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6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6\figuren\figuur-6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redenen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Verborgen afhankelijkheden — gedeeld met andere processen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Testomvang — breder dan de wijziging zelf suggereert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Onderhoudslast — zichtbaar pas bij de volgende update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6.3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6.3 — Klein of niet klein?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Marijkes vinkje raakt drie andere processen. Beschrijf met de drie redenen waarom dit minder klein is dan gedacht.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wijzigingsverzoek formuleren</a:t>
            </a:r>
            <a:endParaRPr lang="en-US" sz="3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"Wij willen [gewenste uitkomst]. Ik weet niet of dit binnen bestaande configuratie past of een uitbreiding vergt — kunnen jullie dat samen inschatten voordat we een planning maken?"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Patroon, reader §6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6.4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6.4 — Een wijzigingsverzoek herschrijven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"Kunnen we gewoon een instelling maken zodat deze uitzondering makkelijker aan te passen is?" — herschrijf met het patroon uit reader §6.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6.5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 — Priya en Jelle aan het woord (rollenspel)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Speel het gesprek verder uit. Wat doet Sanne wél, en wat laat ze bewust aan Priya en Jelle over?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Customizing en development zijn geen knip maar een schuifbalk, met een grijs midden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exits en BAdI's zijn voorziene haakjes — stabieler dan uitbreidingen daarbuiten om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"Klein" wordt vaak niet klein door verborgen afhankelijkheden, testomvang en onderhoudslast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 houdt de organisatiebehoefte scherp, niet de technische inschatting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goed wijzigingsverzoek stelt de configuratie/maatwerk-vraag vroeg en open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6 · Niveau 1 Fundamenten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Integratie &amp; interfaces · Deel 7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2026-08-16T20:12:40Z</dcterms:created>
  <dcterms:modified xsi:type="dcterms:W3CDTF">2026-08-16T20:12:40Z</dcterms:modified>
</cp:coreProperties>
</file>