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SAP-wereld in vogelvlucht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 · Niveau 1 Fundamenten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vraag die een ervaren BA niet kon beantwoorden — en waarom niet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modulelandschap in vogelvlucht: FI/CO, FS-CD, FS-PM, FS-CM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versus S/4HANA — wat een BA daarover moet weten, en wat niet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rollen: business analist, functioneel consultant, ontwikkelaar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disclaimer als methode: concept versus implementatiedetail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Sanne kent elke productvariant van Meridiaan uit haar hoofd. Toch kan ze de vraag van haar manager niet beantwoorden.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"Hoeveel van onze 340 productvarianten passen binnen standaard SAP FS-PM, en hoeveel vergen maatwerk?"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Hendriks, manager IT-delivery, aan Sanne Wolters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1\figuren\figuur-1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domeinkennis, geen systeemkennis.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 — De laag herkennen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begrippen, vier lagen. Plaats en licht toe: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Premie-incasso van 4.100 werkgevers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Een nieuwe polis met dekkingsvariant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Het grootboek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Een schademelding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modulelandschap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1\figuren\figuur-1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generiek onderin, organisatiespecifiek bovenaan.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vier lagen kort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FI/CO — generieke financiële boekhouding en kostenbewaking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FS-CD — inningen en uitbetalingen, gebouwd voor sectorschaal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FS-PM — polisadministratie, Meridiaans vervangingstraject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FS-CM — schadeafhandeling, voor het eerst in-house (niveau 2)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Panorama deed dit allemaal in één doos. Wat gebeurt er als je die doos openbreekt?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Een monolithisch systeem lost integratieproblemen op door ze niet te hebben. Zodra je het opsplitst in lagen, moet je die integratie expliciet ontwerpen.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§3.2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 — Concept of implementatiedetail?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uitspraken. Concept (blijft) of implementatiedetail (verifieer altijd)?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Een polis heeft een productvariant met dekkingsregels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Je vindt deze functie via transactiecode XYZ123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Boekingen lopen via een vaste ketenlogica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De schermnavigatie loopt via drie klikken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ECC en S/4HANA</a:t>
            </a:r>
            <a:endParaRPr lang="en-US" sz="3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generaties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S/4HANA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 (transactiecodes)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Fiori (apps), vaak naast GUI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klassiek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Journal e.d.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FS-PM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bestaat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leeft door als Policy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dit nu al relevant is voor Meridiaan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FS-PM is geen aflopend product — leeft door binnen S/4HANA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conceptuele kern is stabiel genoeg om nu te leren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wél verandert bij een S/4HANA-overstap: eigen behandeling in deel 23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nu al uitzoeken — wel weten dat het ergens terugkomt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Concepten zijn stabiel. Transactiecodes, tabellen en paden zijn dat niet. Verifieer altijd in je eigen systeem.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rollen</a:t>
            </a:r>
            <a:endParaRPr lang="en-US" sz="3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stelt welke vraag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in de casus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analist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heeft de organisatie nodig?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Sanne Wolters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Functioneel consultant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 zet ik dat om in configuratie?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Chandra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Ontwikkelaar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kan ik niet configureren, en bouw ik?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Jelle Bakker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1\figuren\figuur-1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 stelt de organisatievraag, niet de systeemvraag.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 — Wiens vraag is dit?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vragen, drie rollen. Wie beantwoordt in eerste instantie?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Is deze uitzonderingsregel nog nodig?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Past deze variant in standaardconfiguratie?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Hoe bouwen we de uitzondering?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Waarom bestaat deze regel eigenlijk?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Het domein kennen en het systeem kunnen lezen zijn twee aparte vaardigheden. Wie alleen het domein kent, kan een eis formuleren maar niet toetsen of hij haalbaar is.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§5.2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deze cursus wél en niet leert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lezen, beoordelen, een goede vraag stellen, een configureerbare eis schrijven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zelf configureren, programmeren, beheren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BA die dénkt te kunnen configureren is gevaarlijker dan een BA die weet dat hij dat niet kan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1.6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 — Terug naar de twaalf varianten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de FS-PM-configuratiestof van deel 11-12 al te kennen: welke drie vragen zou Sanne aan Priya moeten stellen vóór ze ook maar begint met beoordelen?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lagen: generiek → sectorspecifiek → organisatiespecifiek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ECC/S/4HANA verschillen vooral in interface en datamodel — de kern van FS-PM blijft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versus implementatiedetail: een vaardigheid, geen voetnoot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rollen, drie vragen — de BA stelt de organisatievraag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Domein kennen ≠ systeem kunnen lezen — deze cursus leert het tweede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Systeemlandschap &amp; navigatie · Deel 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2026-08-16T20:12:34Z</dcterms:created>
  <dcterms:modified xsi:type="dcterms:W3CDTF">2026-08-16T20:12:34Z</dcterms:modified>
</cp:coreProperties>
</file>