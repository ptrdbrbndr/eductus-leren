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FS-CM: het schadeproces 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"Bij FS-PM kon je teruggrijpen op wat Panorama al deed. Hier is er niets om op terug te vallen. We bouwen dit voor het eerst."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Amrani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3\figuren\figuur-1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Claim-registratie: melding, registratie, eerste beoordeling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Dekkingsbeoordeling — waarom een claim nooit los van de polis staat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Proactief versus reactief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Fit-gap zonder precedent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Claim-registratie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3\figuren\figuur-13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13.1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13.1 — Drie stappen herkennen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drie activiteiten aan melding, registratie, of eerste beoordeling.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Dekkingsbeoordeling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claim beoordelen zonder de juiste polis erbij, is als een BTX uitvoeren zonder het juiste stamgegeven op te zoeken.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3\figuren\figuur-13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13.3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13.3 — De koppeling naar FS-PM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claim komt binnen vlak na een dekkingswijziging. Twee risico's?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bestaand proces om tegen af te zetten. "Wat willen we dat het wordt" in plaats van "wat deden we al."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bouwt het schadeproces voor het eerst intern, zonder Panorama-precedent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Claim-registratie: melding, registratie, eerste beoordeling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claim vergt altijd correcte, actuele FS-PM-gegevens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is proactief, FS-CM is reactief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Fit-gap zonder precedent vergt nauwere samenwerking met de business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FS-CM: het schadeproces II · Deel 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2026-08-16T20:12:45Z</dcterms:created>
  <dcterms:modified xsi:type="dcterms:W3CDTF">2026-08-16T20:12:45Z</dcterms:modified>
</cp:coreProperties>
</file>