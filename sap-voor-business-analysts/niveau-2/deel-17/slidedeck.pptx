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17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Organisatiestructuur &amp; determinatie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17 · Niveau 2 Professional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"Dat hangt af van je determinatieregels — en die moeten we nu samen doorlopen."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Chandra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17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7\figuren\figuur-17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Organisatiestructuur — de eenheden waarlangs SAP herkent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Determinatie als generalisatie van account determination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Toegepast op FS-PM en FS-CM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een reorganisatie met determinatieregels doet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17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7\figuren\figuur-17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Account determination was al een voorbeeld van determinatie. Dit deel generaliseert dat principe.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§4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17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7\figuren\figuur-17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17.1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17.1 — Herken determinatie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situaties — welke zijn determinatie?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Reorganisatie en determinatie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regio-indeling wijzigt. Weet het systeem dat al?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Een reorganisatie is pas compleet als de determinatieregels zijn bijgewerkt.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§6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17.3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17.3 — De reorganisatie doorrekenen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Bedenk twee concrete gevolgen van niet-bijgewerkte determinatieregels.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Organisatiestructuur is een concept dat elke klant naar eigen inzicht invult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Determinatie is het generieke mechanisme achter account determination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FS-PM bepaalt het teamverantwoordelijkheid, bij FS-CM behandelaarstoewijzing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reorganisatie die niet wordt vertaald naar regels, laat het systeem stilletjes verouderd toewijzen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Vraag altijd: welke kenmerken bepalen dit, en zijn ze nog actueel?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17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berichten &amp; output · Deel 18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2026-08-16T20:12:49Z</dcterms:created>
  <dcterms:modified xsi:type="dcterms:W3CDTF">2026-08-16T20:12:49Z</dcterms:modified>
</cp:coreProperties>
</file>