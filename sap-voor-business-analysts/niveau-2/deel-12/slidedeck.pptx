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FS-PM: configuratie en rolverdeling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12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2\figuren\figuur-1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spelers: Product Engine, TMF, BRFplus, BTS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schuifbalk opnieuw toegepast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historische kortingsregel herzien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nieuwe wens gericht toewijzen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spelers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12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2\figuren\figuur-1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lagen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bestaat 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kost het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BRFplus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regels gelden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wordt een BTX verwerkt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 — Welke speler?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situaties, vier spelers.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Deze vier namen zijn minder belangrijk om te onthouden dan het patroon erachter.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§3.4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historische kortingsregel zat in custom code. Had hij in BRFplus gehoord?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 — De kortingsregel herzien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was BRFplus een betere plek geweest?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 — Marijkes nieuwe wens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de gerichte vraag aan Priya.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spelers: definitie, tarief, regel, verwerking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wens hoort meestal bij precies één speler thuis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BRFplus ligt doorgaans het dichtst bij customizing, BTS bij development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kortingsregel "verdween" doordat hij niet in BRFplus stond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dit vocabulaire stelt een BA een gerichte, geen generieke vraag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FS-CM: het schadeproces I · Deel 13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2026-08-16T20:12:44Z</dcterms:created>
  <dcterms:modified xsi:type="dcterms:W3CDTF">2026-08-16T20:12:44Z</dcterms:modified>
</cp:coreProperties>
</file>