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15 · Niveau 2 Professional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financiële schaduw van elk proces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15 · Niveau 2 Professional · Cursus SAP voor Business Analysts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"Elke BTX, elke claim — ze hebben allemaal een financiële schaduw."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Chandra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15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2\deel-15\figuren\figuur-15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we vandaag doen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FS-CD-keten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Journal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determination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Eerste IFRS17/FPSL-lens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15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2\deel-15\figuren\figuur-15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5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D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15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Account determination</a:t>
            </a:r>
            <a:endParaRPr lang="en-US" sz="3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15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2\deel-15\figuren\figuur-15-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1280160"/>
            <a:ext cx="82296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7498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werkgeversduplicaat uit deel 4. Wat gebeurt hiermee bij account determination?</a:t>
            </a:r>
            <a:endParaRPr lang="en-US" sz="3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15.3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15.3 — Account determination en het duplicaat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Beschrijf hoe het duplicaat een probleem had kunnen veroorzaken.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5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D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15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Eerste IFRS17/FPSL-lens</a:t>
            </a:r>
            <a:endParaRPr lang="en-US" sz="3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Wat betekent dit voor de boeking, en verandert de rapportagevraag van de business daardoor?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Kernzin, reader §6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15.4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15.4 — De lens toepassen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Kies een BTX-categorie, formuleer een vraag aan finance.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Samenvatting in vijf zinnen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BTX en claim heeft een financiële schaduw via FS-CD naar Accounting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Universal Journal maakt rapportage sneller en completer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determination kiest automatisch een grootboekrekening — en kan een stamgegevensfout financieel manifesteren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Eerste IFRS17/FPSL-lens: wat betekent dit voor de boeking?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tweede lens (rapportagevraag) volgt in deel 21, samengebracht in deel 27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15 · Niveau 2 Professional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Volgende deel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Documenten &amp; documentflow · Deel 16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2026-08-16T20:12:47Z</dcterms:created>
  <dcterms:modified xsi:type="dcterms:W3CDTF">2026-08-16T20:12:47Z</dcterms:modified>
</cp:coreProperties>
</file>