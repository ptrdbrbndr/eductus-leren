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Status, berichten &amp; output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 · Niveau 2 Professional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wijziging staat correct in het systeem. De polishouder heeft nooit iets ontvangen.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18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8\figuren\figuur-18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Output-management: van status naar communicatie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Determinatie toegepast op ontvanger en kanaal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oorzaken van "het kwam nooit aan"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output-requirement schrijven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statuswijziging en de output die eruit volgt zijn twee aparte gebeurtenissen met een eigen mogelijkheid om te falen.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18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8\figuren\figuur-18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oorzaken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mogelijke oorzaken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Oorzaak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probleem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niet correct bereikt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procesprobleem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nooit gegenereerd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configuratieprobleem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Verkeerd kanaal/ontvanger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determinatieprobleem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18.1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18.1 — Welke schakel faalt?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situaties, drie mogelijke oorzaken.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18.3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18.3 — De brief ontleed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Formuleer voor elke oorzaak één diagnostische vraag.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18.4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18.4 — Een output-requirement schrijven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Herschrijf "stuur altijd een bevestiging" configureerbaar.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Output-management zet statuswijzigingen om in correspondentie — een aparte, apart falende stap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Determinatie bepaalt ook wie welke output via welk kanaal ontvangt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oorzaken van "het kwam nooit aan": status, generatie, determinatie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Systematisch uitsluiten bespaart tijd t.o.v. gokken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goede requirement maakt ook de verzending zelf traceerbaar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18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Order-to-Cash ontleed · Deel 19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2026-08-16T20:12:50Z</dcterms:created>
  <dcterms:modified xsi:type="dcterms:W3CDTF">2026-08-16T20:12:50Z</dcterms:modified>
</cp:coreProperties>
</file>