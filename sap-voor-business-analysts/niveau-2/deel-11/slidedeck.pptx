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11 · Niveau 2 Professional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FS-PM: het polisproces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11 · Niveau 2 Professional · Cursus SAP voor Business Analysts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"Alles wat er in FS-PM met een polis gebeurt, is een BTX. Als je dat begrijpt, begrijp je het hart van het systeem."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Chandra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11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2\deel-11\figuren\figuur-11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we vandaag doen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een BTX is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categorieën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versus batch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fusiecase uit niveau 1, herzien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Zes categorieën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11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2\deel-11\figuren\figuur-11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Zes categorieën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4747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Betekenis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Business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nieuwe polis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wijziging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Universal Change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bulkwijziging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terugdraaien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verlengen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beëindigen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11.1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11.1 — Categoriseer de BTX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gebeurtenissen, zes categorieën.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Dialog versus batch</a:t>
            </a:r>
            <a:endParaRPr lang="en-US" sz="3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11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2\deel-11\figuren\figuur-11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Elke keer dat je een BTX tegenkomt, is de eerste vraag niet "wat doet hij" maar "wanneer en hoe wordt hij getriggerd."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§5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11.3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11.3 — De fusiecase herzien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BTX-categorie(ën)? Dialog of batch?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Samenvatting in vijf zinnen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BTX is een expliciet vastgelegde gebeurtenis, geen simpele veldwijziging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categorieën dekken vrijwel elke polisgebeurtenis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Change maakt bulkwijzigingen traceerbaar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is direct; batch is gepland en asynchroon-achtig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BTX-vocabulaire preciseert eerdere, vage analyses uit niveau 1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11 · Niveau 2 Professional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deel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FS-PM: configuratie en rolverdeling · Deel 12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2026-08-16T20:12:44Z</dcterms:created>
  <dcterms:modified xsi:type="dcterms:W3CDTF">2026-08-16T20:12:44Z</dcterms:modified>
</cp:coreProperties>
</file>