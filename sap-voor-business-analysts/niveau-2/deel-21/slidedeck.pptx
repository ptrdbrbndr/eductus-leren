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Ketenintegratie: polis, claim en financiën samen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 · Niveau 2 Professional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"Moet de premie niet automatisch worden opgeschort?" Geen FS-PM-vraag. Geen FS-CM-vraag. Allebei.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21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21\figuren\figuur-21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Premievrijstelling na schade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21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21\figuren\figuur-21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21.1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21.1 — Herken de cross-moduletrigger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voorbeelden — welke module triggert, welke reageert?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Andere raakvlakken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Claim-limiet gebaseerd op polishistorie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Polisbeëindiging met een openstaande claim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 en premieaanpassing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Tweede IFRS17/FPSL-lens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De eerste lens vroeg: wat betekent dit voor de boeking? De tweede voegt toe: wat betekent dit voor wat business en toezichthouder willen weten?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§5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21.3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21.3 — Beide lenzen toepassen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Premievrijstelling: wat verandert er in de boeking, en in de rapportagevraag?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"Dat hangt af van wat er in de andere module gebeurt" — het signaal van een ketenintegratie-wens.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Vuistregel, reader §6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21.4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21.4 — Checklist voor de capstone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één raakvlak, bereid het voor op deel 22.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FS-PM en FS-CM raken elkaar op meerdere plekken, niet alleen bij dekkingsbeoordeling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cross-modulebedrijfsregel vergt expliciete vastlegging aan beide kanten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1: wat verandert er in de boeking. Lens 2: wat verandert er in de rapportagevraag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Vuistregel: "dat hangt af van de andere module" signaleert een ketenintegratie-wens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checklist bereidt voor op het volledige productontwerp in deel 22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Examentraining + capstone · Deel 22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2026-08-16T20:12:53Z</dcterms:created>
  <dcterms:modified xsi:type="dcterms:W3CDTF">2026-08-16T20:12:53Z</dcterms:modified>
</cp:coreProperties>
</file>