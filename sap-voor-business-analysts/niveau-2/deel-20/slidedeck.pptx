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20 · Niveau 2 Professional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Case: Claims-to-Payment ontleed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20 · Niveau 2 Professional · Cursus SAP voor Business Analysts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1280160"/>
            <a:ext cx="82296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Dezelfde vraag als deel 19. Nu zonder precedent om op terug te vallen.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20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2\deel-20\figuren\figuur-20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Acht stappen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448056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Laag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Melding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Eerste beoordeling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13, deel 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Dekkingsbeoordeling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Fraude-signalering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14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Statuswijziging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Uitkering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14, deel 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Bevestigingsoutput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 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20.1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20.1 — De keten koppelen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Koppel elke stap aan het bijbehorende deel, uit het hoofd.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20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2\deel-20\figuren\figuur-20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Een overgang tussen twee modules draagt een extra risicolaag ten opzichte van een overgang binnen één module.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Kernzin, reader §4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20.2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20.2 — Cross-modulekoppeling herkennen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is eerste beoordeling → dekkingsbeoordeling extra risicovol?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20.3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20.3 — Vergelijk beide ketens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overeenkomsten, twee verschillen met Order-to-Cash.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Samenvatting in vijf zinnen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Claims-to-Payment brengt de FS-CM-lagen samen — zonder precedent, dus zelf ontworpen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Ook hier zit het risico vooral in overgangen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overgang naar dekkingsbeoordeling draagt een extra risicolaag: cross-modulekoppeling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Fraude-signalering blijft een doorlopende laag, geen losse stap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end-to-end-overzichten samen leggen de basis voor ketenintegratie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20 · Niveau 2 Professional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Volgende deel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Ketenintegratie: polis, claim en financiën samen · Deel 21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2026-08-16T20:12:52Z</dcterms:created>
  <dcterms:modified xsi:type="dcterms:W3CDTF">2026-08-16T20:12:52Z</dcterms:modified>
</cp:coreProperties>
</file>