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22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Examentraining + capstone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22 · Niveau 2 Professional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Elf delen geleden: een polis met zes categorieën eromheen. Vandaag: een volledig eigen productontwerp.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dagdelen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Ochtend: bekwaamheidstoets — 40 vragen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Middag: capstone — productontwerp, verdediging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capstone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arbeidsongeschiktheidsdekking voor zzp-tussenpersonen. Atypische relatie. Complexe claim. Voor de hand liggende premievrijstellingsvraag.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opdracht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BTX-structuur — categorieën, configuratiespeler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Claimbehandeling — melding tot uitkering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Minstens één cross-modulebedrijfsregel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IFRS17/FPSL-toets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verdediging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Vraagt door 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dekt dit de bedrijfsbehoefte?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IT-architect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technische haalbaarheid, configuratiekeuzes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Financeconsultant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grondigheid van de IFRS17/FPSL-toets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### Verdediging — vijftien minuten per groep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deel 11 tot hier. Wat wist je toen nog niet, en wat is nu anders?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2 samengevat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BTX, FS-PM-configuratie, FS-CM van nul opgebouwd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Financiële schaduw, documentflow, organisatiestructuur, output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end-to-end ketens: Order-to-Cash, Claims-to-Payment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Ketenintegratie en twee IFRS17/FPSL-lenzen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22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3 — Expert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S/4HANA-migratie en stelselcontext · Deel 23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2026-08-16T20:12:53Z</dcterms:created>
  <dcterms:modified xsi:type="dcterms:W3CDTF">2026-08-16T20:12:53Z</dcterms:modified>
</cp:coreProperties>
</file>