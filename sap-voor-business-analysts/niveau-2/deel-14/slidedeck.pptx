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FS-CM: het schadeproces II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"Wat een verzekeraar daadwerkelijk onderscheidt van een verzekeraar op papier, gebeurt hierna."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Amrani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14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4\figuren\figuur-1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Uitkering: de route via FS-CD naar Accounting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Regres: terugvorderen bij een derde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Fraude-signalering op BA-niveau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volledige proces in één plaat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Uitkering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14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4\figuren\figuur-1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FS-CD verwerkt zowel geld dat binnenkomt als geld dat uitgaat — hetzelfde mechanisme, twee richtingen.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14.2 — Regres of geen regres?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situaties — is regres mogelijk?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Fraude-signalering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Signaleren, niet beoordelen. Waar ligt die grens precies?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Fraude-signalering is een plek waar de BA de organisatievraag stelt en specialisten de uitvoeringsvraag beantwoorden.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§5.2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 — Signaleren, niet beoordelen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een functionele signaleringseis, geen oordeelscriterium.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14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4\figuren\figuur-14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14.4 — Het volledige proces tekenen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melding tot uitkering, inclusief de fraude-signaleringslaag.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 loopt via FS-CD naar Accounting, dezelfde route als premie-incasso, omgekeerd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 is een apart, vaak later proces om geld terug te vorderen bij een derde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Fraude-signalering: de BA formuleert het signaal, niet het oordeel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Fraude-signalering is een doorlopende laag, geen losse processtap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procesoverzicht is het fundament voor de end-to-end analyse in deel 20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financiële schaduw van elk proces · Deel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2026-08-16T20:12:46Z</dcterms:created>
  <dcterms:modified xsi:type="dcterms:W3CDTF">2026-08-16T20:12:46Z</dcterms:modified>
</cp:coreProperties>
</file>