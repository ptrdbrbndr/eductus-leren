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Documenten &amp; documentflow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 · Niveau 2 Professional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"Wat is er gebeurd met mijn adreswijziging van drie maanden geleden?"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16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6\figuren\figuur-16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documentflow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Statusmodellen: toegestane overgangen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Toegepast op FS-PM en FS-CM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documentflow-vraag die een probleem blootlegt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16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6\figuren\figuur-16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Documentflow is voor documenten wat een sleutel is voor tabelrijen.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Statusmodellen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16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6\figuren\figuur-16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16.2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16.2 — Toegestane overgang?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"ingediend" direct naar "uitgekeerd" — mag dat?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16.3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16.3 — De polishouder beantwoorden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stelt documentflow de medewerker in staat de vraag te beantwoorden?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Ontbrekende koppeling of navigatie?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16.4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kan het niet terugvinden" — welke vraag onderscheidt het probleem?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Documentflow koppelt expliciet samenhangende documenten aan elkaar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statusmodel legt toegestane overgangen vast — een bedrijfsregel, geen technische beperking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FS-PM koppelt het een volledige polisgeschiedenis; bij FS-CM een claim aan polis, correspondentie en boeking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Documentflow beantwoordt "wat is hiermee gebeurd" zonder los tabellen te doorzoeken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Onderscheid altijd: ontbreekt de koppeling, of ontbreekt de kennis om haar te vinden?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Organisatiestructuur &amp; determinatie · Deel 17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2026-08-16T20:12:48Z</dcterms:created>
  <dcterms:modified xsi:type="dcterms:W3CDTF">2026-08-16T20:12:48Z</dcterms:modified>
</cp:coreProperties>
</file>