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Case: Order-to-Cash ontleed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Acht delen, acht lagen. Vandaag: één keten.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9\figuren\figuur-1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stappen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9776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Aanvraag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9 (niveau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BTX New 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Organisatietoewijzing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Documentflow-koppeling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Bevestigingsoutput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Financiële schaduw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19.1 — De keten koppelen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elke stap aan het bijbehorende deel, uit het hoofd.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19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9\figuren\figuur-19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In een keten van acht lagen zit het risico zelden in de lagen zelf, maar in de overgangen ertussen.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19.2 — Waar zit het risico?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elke overgang: één concreet risico.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Bevinding T7. "De overdracht is nooit end-to-end getest — beide partijen testten tot hun eigen grens."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19.3 — Bevinding T7 herkennen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het verband met dit deel uit.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19.4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 — Een ketentest schetsen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moet een end-to-end test van dit proces dekken?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brengt acht lagen samen in één doorlopende keten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stap heeft een herkenbare herkomst uit deel 11-18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 zitten vooral in de overgangen tussen stappen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patroon als bevinding T7 uit het WGP 2.0-dossier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goede ketentest dekt zowel stappen als overgangen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Claims-to-Payment ontleed · Deel 20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2026-08-16T20:12:51Z</dcterms:created>
  <dcterms:modified xsi:type="dcterms:W3CDTF">2026-08-16T20:12:51Z</dcterms:modified>
</cp:coreProperties>
</file>