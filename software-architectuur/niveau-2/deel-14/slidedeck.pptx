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 en CQRS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Gebeurtenissen als bron van waarheid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12: de reconstructieproef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Reconstrueer waarom deelnemer 88123 op 14 maart een uitkering van € 1.240,50 ontving.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Uitgevoerd door iemand die het systeem niet gebouwd heeft.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uw meetplan, deel 6 van niveau 1.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proef strandde op 70%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Actuele toestand: aanwezig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Audittabel met wie-wat-wanneer: aanwezig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Reglementparameters van 14 maart: overschreven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Verificatiestatus adres van 14 maart: niet herleidbaar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Gebruikte peildatum: nooit vastgelegd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een geslaagde meting.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12, niet week 58.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uit deel 5 van niveau 1 was gemaakt — maar niet gebouwd.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mislukte reconstructie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Had een audittabel mét de oude waarde het opgelost? Zo nee, wat ontbreekt er dan nog?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audittabel beantwoordt “wie wijzigde wat”.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“wat gold er toen”.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door elkaar worden gehaald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Terugkijken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Toestand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Kosten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Bericht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nee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zelfstandig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laag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Geschiedenis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ja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zelfstandig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middel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Event sourcing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ja, volledig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afgeleid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hoog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wordt onderschat.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veel systemen die “event sourcing willen” is een onveranderlijke gebeurtenissenreeks náást de gewone opslag genoeg.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toestand, maar wat er gebeurde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deelnemer 88123 heeft adres 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adres gewijzigd naar X, op D, gemeld door M, met ingangsdatum 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toestand ontstaat door de gebeurtenissen af te spelen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wint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reconstrueerbaarheid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speel af tot 14 maart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reden staat erin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gewijzigd wegens verhuizing ≠ gecorrigeerd wegens invoerfout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vragen op oude gegevens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leesmodel dat u volgend jaar bedenkt, vult u met de geschiedenis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Toezichtvragen zijn niet te voorzien. De vraag van 2029 stelt u niet in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Momentopnamen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Vijftig gebeurtenissen afspelen is snel; vijftigduizend niet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momentopname is altijd afgeleid en herbouwbaar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nooit de bron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Zodra iemand er rechtstreeks in schrijft, hebt u event sourcing verlaten zonder het te merken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Gebeurtenissen leven zeven jaar. Uw code niet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Onveranderlijk — u herschrijft de geschiedenis niet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velden optioneel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met betekenis bij afwezigheid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Betekeniswijziging → nieuw gebeurtenistype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bewaart leescode voor oude versies. Zeven jaar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gebeurtenissenstroom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Verhuisd per 1 juni · gemeld op 14 juni · betaald op 5 juni · naar het buitenland.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Toon aan dat u twee vragen kunt beantwoorden.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tijdlijnen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vastgelegd ≠ wanneer geldig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wisten wij op 5 juni?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afspelen tot vastleggingsdatum 5 juni → betaling was juist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gold er feitelijk op 5 juni?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filteren op ingangsdatum ≤ 5 juni → betaling was onjuist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antwoorden zijn waar, en allebei nodig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geschil telt: wat wisten wij toen.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kunt niet worden afgerekend op informatie die u niet had.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twee tijdlijnen is die vraag onbeantwoordbaar.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Schrijven en lezen hebben verschillende eisen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Schrijfmodel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bewaakt invarianten, genormaliseerd, klein: het aggregaat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Leesmodel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snel, in de vorm die het scherm nodig heeft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Behandelaarsscherm: drie aggregaten om te schrijven, één record om te lezen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is niet event sourcing. Ze combineren wel goed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Schrijfkant en leeskant naast elkaar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14-1-schrijf-leesk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08" y="1234440"/>
            <a:ext cx="704088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Aggregaten en gebeurtenisopslag links, drie projecties rechts, met het achterstandsvenster gemarkeerd.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prijs: uitgestelde consistentie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Toon het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“bijgewerkt tot 10:47”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Laat gebruikers hun eigen wijziging altijd zien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Bewaak de achterstand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stilstaande projectie is de stille stilstand uit deel 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 accepteren dat een collega iets later ziet.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accepteren niet dat hun eigen handeling lijkt te zijn mislukt.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drukken zij nogmaals — en dan hebt u een dubbele mutatie.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Correcties en verwijderen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Corrigeren = een nieuwe gebeurtenis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Ingangsdatum gecorrigeerd van I1 naar I2, wegens R, door M op 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 er is gecorrigeerd, is zelf informatie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de toezichthouder mag willen zien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systeem dat corrigeert door te overschrijven, wist het feit dat er een fout was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verwijderrecht tegen de onveranderlijke opslag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contradictie: een afweging tussen twee juridische grondslagen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persoonsgegevens buiten de gebeurtenis, in een wijzigbare voorziening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Verwijderen = onleesbaar maken; de gebeurtenisstructuur blijft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beslist? Juridische zaken. De architect levert het patroon en benoemt de gevolgen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Correcties en verwijderen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casussen. 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Mag deelnemer A zien dat er ooit een scheidingsmutatie van iemand anders op zijn dossier stond?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het niet loont — en wat dan wel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bij eenvoudige gegevens · niet als niemand terugkijkt · niet als het team het niet kent · niet systeembreed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Lichter, in volgorde: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audittabel → niveau 2 → temporele tabellen → volledige event sourcing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Meridiaan: niveau 3 in het kerndomein, niveau 2 in de aanlevering, niveau 1 elders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kan uw systeem beantwoorden waarom kreeg deze klant op die datum dit resultaat? Waar strandt 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 waar het strandt: bijna altijd bij parameters of stamgegevens zonder historie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(twee dagdelen):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cloud, containers, CI/CD en waarneembaarheid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2026-08-17T14:54:48Z</dcterms:created>
  <dcterms:modified xsi:type="dcterms:W3CDTF">2026-08-17T14:54:48Z</dcterms:modified>
</cp:coreProperties>
</file>