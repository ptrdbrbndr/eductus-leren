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Modereren, argumenteren, overtuigen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Competentiegebied: communicatief · los aanbiedbaar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dit deel niet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algemene communicatietraining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gaat over de specifieke gesprekssituaties waarin een architect terechtkomt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 volgen: waar naar de casus wordt verwezen, staat de context erbij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architecten in terechtkomen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Situatie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 er werkelijk aan de hand 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Vastgelopen discussie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er is geen criterium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Hardnekkig verzet met wisselende argumenten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het bezwaar is niet technisch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tegenspraak, geen actie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stilzwijgende weerstand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Derde keer besproken, geen besluit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onduidelijk wie beslist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geen van de vier is meer inhoudelijke kennis de oplossing.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architecten is dat de moeilijkste vaststelling van dit deel.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Ontleed de vastgelopen discussie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Veertig minuten transcript. 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Hoe vaak verandert iemand van standpunt?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Op welk moment gaat het over iets anders dan techniek?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u moderator of deelnemer?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kunt niet beide zijn.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poging kost u allebei de rollen.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interventies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criterium ophalen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“waar meten we dit aan af?”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Samenvatten en teruggeven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maakt zichtbaar of men elkaar begrijpt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vraag verplaatsen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“wat zou er moeten gelden om jouw optie de juiste te maken?”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Benoemen wat u ziet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zwaarste, en alleen neutraal geformuleerd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als moderator niet het antwoord.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niet als u het weet. Zeker niet als u het weet.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volgende keer wachten zij tot u het zegt.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Modereren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rondes, wisselende moderator. 40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Observatoren tellen hoe vaak de moderator inhoudelijk deelneemt. Dat gebeurt.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verhulde meningsverschil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Verschuivende argumenten betekenen dat u het werkelijke bezwaar niet hebt geraakt.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Weerlegt u het prestatieargument, dan komt het onderhoudsargument.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meestal achter zit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Werkdruk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technische bezwaar is een beleefde vorm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uw voorstel neemt een beslissing weg die van hem was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Eerdere ervaring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ging eerder mis, en dat is niet gedeeld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Onbegrip dat men niet wil tonen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heb het gevoel dat we hier niet uitkomen op de argumenten. Los van de techniek: wat zou er in jouw situatie moeten veranderen om dit werkbaar te maken?”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Erkent dat er iets is · ontslaat van de plicht een technisch argument te vinden · vraagt naar de oplossing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Doorgaan met weerleggen wint elk argument en verliest het besluit.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bezwaar is er nog — alleen niet meer uitgesproken.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ontstaat stilzwijgende weerstand.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delen, en het faalt op het derde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 bewering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u vindt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grond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waarop het berust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verbinding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waarom die grond deze bewering draagt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“90 seconden, dus asynchroon” slaat een stap over. Voor u evident; voor de ontvanger het hele argument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Sterkte van gronden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784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meting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vastgelegde eis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randvoorwaarde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ervaring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autoriteit — het zwakst, en bij architecten verrassend populair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drogredenen in architectuurdiscussies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Beroep op de norm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“iedereen doet microservices”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Valse tweedeling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“of goed, of snel”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Hellend vlak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“één uitzondering en we hebben geen architectuur meer”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maken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ook als het waar is, is het geen argument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Valse zekerheid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schatting als feit. De drogreden die architecten zélf het meest gebruiken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Benoem een drogreden niet als drogreden.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naar de grond: “hoe weet je dat?”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werk, zonder de aanval.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Overtuigen zonder te overtuigen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mechanismen die beter werken dan harder duwen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de ander de conclusie trekken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die verdedigt hij; de uwe moet u blijven verdedigen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de aanname expliciet, niet de conclusie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dan gaat het gesprek over de aanname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 de kleinste stap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“één module, twee sprints, dan kijken we”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Verliezen zonder te beschadigen is de meest onderschatte vaardigheid.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ben het er niet mee eens, en het is jouw beslissing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noteer mijn bezwaar en ik ga meewerken.”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altijd wint, wordt vermeden.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kan verliezen, wordt gevraagd.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Doorzetten · meebewegen · escaleren — en één ongeldige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Doorzetten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mits u nieuwe gronden inbrengt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Meebewegen met vastlegging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indekken maar informatie voor over twee jaar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drie voorwaarden, alle drie nodig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 verzet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enige die het vertrouwen structureel beschadigt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Escaleren: drie voorwaarden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gevolg is ernstig en niet omkeerbaar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 hebt het op dit niveau geprobeerd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 kunt het uitleggen zonder de beslisser te beschadigen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Escaleer mét de beslisser: “wij komen er niet uit — zullen we het samen voorleggen?”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van uw rol ·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Risicobereidheid, fraude tegen toegankelijkheid, bewaartermijnen — dat zijn bestuurlijke besluiten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taak is ze scherp voorleggen, niet ze nemen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dat onderscheid maakt, krijgt gehoor op de punten waar hij wél over gaat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20.7a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was er een criterium in die discussie die niet tot een besluit leidde?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tussenbeoordeling, credit-pointkaart en teamindeling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2026-08-17T19:36:11Z</dcterms:created>
  <dcterms:modified xsi:type="dcterms:W3CDTF">2026-08-17T19:36:11Z</dcterms:modified>
</cp:coreProperties>
</file>