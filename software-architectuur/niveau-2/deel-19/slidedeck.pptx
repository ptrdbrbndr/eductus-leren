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Documentatie en stakeholdercommunicatie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Competentiegebied: communicatief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derde competentiegebied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Telt in het Advanced-traject even zwaar als methodisch en technologisch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door architecten stelselmatig onderschat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reden dat het meetelt is empirisch: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architectuurbeslissingen sneuvelen vaker op communicatie dan op inhoud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keer hetzelfde verhaal, drie keer mis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stuurgroep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Twintig bevindingen, gerangschikt naar ernst, met het technische mechanisme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twintig minuten: “wat wilt u nu van ons?”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besluit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bouwteam en de toezichthouder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toegelicht op hoofdlijnen, met de thema's. Een ontwikkelaar vraagt welk thema zijn module raakt — de architect kan het niet zeggen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Toezichthouder: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“wat gebeurt er ondertussen met dossiers die niet volledig te reconstrueren zijn?” — de architect weet het technisch, niet in wat de deelnemer merkt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mislukte overdrachten.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geen van de drie gevallen was de inhoud fout.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Documentatie is niet communicatie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43400"/>
                <a:gridCol w="4343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Documentatie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Communicatie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naslag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besluit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Moment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wanneer de lezer het nodig heeft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nu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Volledigheid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zo compleet als nuttig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zo beperkt als mogelijk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Succes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lezer vindt wat hij zocht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er valt een besluit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presentatie is geen samenvatting van uw documentatie.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wat niet aan het besluit bijdraagt, hoort er niet in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waar het ook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de stuurgroep niets besloot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Achttien dia's. Individueel, 20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Zoek de vraag. e) Was er iets fout aan de inhoud?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publieken, één architectuur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architectuur, vier publieken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200400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Publiek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Kernvraag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Vorm die werkt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Meest voorkomende fout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Bestuur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Geld, tijd, risico — ontspoort dit weer?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Begin met de beslissing; 2-3 thema's; kosten en gevolg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Mechanismen in plaats van een beslissing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Bouwteam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betekent dit voor mijn werk, deze sprint?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Specifiek: module, sprint, werk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Op hoofdlijnen uit beleefdheid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Toezicht / compliance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Voldoet u, en wat gebeurt er ondertussen?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Feitelijk, met de tussentijdmaatregel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Relativeren of technisch uitleggen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Collega-architect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Welke afwegingen, en waarom?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ADR's, alternatieven, eerlijkheid over twijfel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Stelligheid zonder twijfel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verhaal verschilt. De feiten niet.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Aanpassen aan uw publiek is niet hetzelfde als iets anders vertellen.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Bestuurlijk gremium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met de beslissing die u vraagt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of drie thema's, elk met gevolg en kosten. Getallen waar u ze hebt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Eindig met wat er gebeurt als er niets gebeurt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mechanismen, technologie, volledigheid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Specifiek zijn.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Niet “de modulegrenzen beter bewaken” maar “in module X en Y staan zestien overtredingen; de nieuwe controle faalt op nieuwe”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Thema's zijn een bestuurlijk hulpmiddel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ontwikkelaar heeft er niets aan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Valkuil: “ik zal jullie niet vermoeien met details”. Zij moeten het bouwen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Toezicht en compliance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Feitelijk over wat wel en niet kan, altijd met de tussentijdmaatregel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gemeld mét plan = beheerst risico. Door hen gevonden = bevinding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Vertaal naar de deelnemer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niet “de reconstructie is onvolledig” maar “bij een geschil geven wij de deelnemer het voordeel”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relativeren, of uitleggen waarom het moeilijk 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Collega-architect en leverancier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afwegingen, de alternatieven, en de eerlijkheid over wat u niet weet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enige publiek waarvoor uw volledige documentatie de juiste vorm heeft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collega die geen twijfel hoort, gaat ervan uit dat u niet hebt nagedacht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keer hetzelfde risico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de vier naast elkaar: spreken zij elkaar ergens tegen?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hebt u niet aangepast maar iets anders verteld.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besluit voorleggen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blokken, één pagina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 vraag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wat, door wie, wanneer. Eén zin, bovenaan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situatie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twee tot vier zinnen, met getallen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opties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inclusief niets doen, elk met opbrengst, kosten, risico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 aanbeveling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mét de aanname waaronder zij geldt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aanbeveling zonder aanname is een mening.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adviseer optie B, ervan uitgaande dat het aantal teams binnen twee jaar niet boven vier komt.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Verwacht u dat wel, dan verandert mijn advies.”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geeft de bestuurder iets te beslissen dat hij kán beslissen.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weet niet of optie B technisch verstandig is.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weet wel of er teams bijkomen.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Vermijd de valse tweedeling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is snel maar onverantwoord, B is de juiste” is geen keuze maar een instructie in vermomming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Vindt u werkelijk dat er één optie is? Zeg dat dan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 is eerlijker en wordt beter ontvangen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besluitnota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30 minuten. Eén pagina, vier blokken.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Kan de directeur besluiten zonder navraag? f) Is er werkelijk een keuze?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 nieuws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Vroeg, en zonder aankondiging vooraf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“ik moet u iets vervelends melden” maakt defensief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Feit → gevolg → maatregel → vraag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Onderscheid ontwerpfout van gerealiseerd risico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 zich voor beide verontschuldigt, wordt voor beide aansprakelijk gehouden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Geen schuldvraag, ook niet impliciet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risico tussen de groene bolletjes is niet gemeld. Het is verstopt.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achteraf wordt het altijd zo gelezen.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 niet tot u een oplossing hebt.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gemeld probleem geeft de organisatie de kans mee te denken.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probleem dat u drie maanden voor u hield, wordt een vertrouwenskwestie.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valkuilen — één oorzaak · huiswerk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veel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ontvanger selecteert zelf, meestal verkeerd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weinig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team beslist zonder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verkeerde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 beantwoordt een vraag die niemand stelde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oorzaak is telkens dezelfde: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opgebouwd vanuit wat u weet in plaats van wat de ontvanger moet beslissen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aan welk publiek communiceert u het minst vaak? Het antwoord is bij architecten opvallend consistent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0807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608076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 skills — modereren, argumenteren, overtuigen. Los aanbiedbaar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2026-08-17T19:36:40Z</dcterms:created>
  <dcterms:modified xsi:type="dcterms:W3CDTF">2026-08-17T19:36:40Z</dcterms:modified>
</cp:coreProperties>
</file>