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5603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infrastructuur en uitrol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het draait, hoe het er komt, wat het doet, wat het kost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· voorbereiding CPSA-Advanced · twee dagdelen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966960" y="548640"/>
            <a:ext cx="1828800" cy="182880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0" y="4572000"/>
            <a:ext cx="1005840" cy="1005840"/>
          </a:xfrm>
          <a:prstGeom prst="ellipse">
            <a:avLst/>
          </a:prstGeom>
          <a:ln w="19050">
            <a:solidFill>
              <a:srgbClr val="4A678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productnamen in dit deel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Producten wijzigen sneller dan de vragen die zij beantwoorden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u productkennis nodig hebt, is dat leverancierstraining, geen architectuur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hier staat, geldt ongeacht uw platform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het draait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splitsing uit deel 13 heeft gevolgen die zijn blijven liggen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conversiedienst moet apart uitgerold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kunnen worden — anders levert de splitsing niets 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moet apart kunnen omvallen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dat was de hele grond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 moet tijdelijk veel meer capaciteit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krijgen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beheer, zonder nachtbezetting, moet weten wat zij doet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dingen aan cloud zijn architectuur.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rest is inkoop.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Uw uitvoeringsomgeving is vervangbaar en kortlevend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 machine blijft bestaan”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lokale opslag is weg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“Ik weet welke instantie dit afhandelt”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geen toestand in geheugen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“Opstarten mag lang duren”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opstarttijd wordt een kwaliteitseigenschap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dit geldt óók zonder cloud, zodra u meer dan één instantie draait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Beheerde diensten verplaatsen werk, geen verantwoordelijkheid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Bespaart: patchen, back-ups, failover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Bespaart niet: uw gegevensmodel, uw herstelprocedure, uw verantwoording richting toezicht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architectuurvraag is de gebondenheid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hoe diep, en wat kost eruit komen?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uitbesteding van kritieke processen is de exitvraag niet theoretisch maar verplicht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Elasticiteit is een ontwerpvraag, geen instelling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lokale toestand · snelle opstart · een afhankelijkheid die meeschaalt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Twintig instanties tegen twintig aanroepen per seconde = twintig keer zoveel wachtrij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maatregel bedoeld om de conversie te versnellen,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maakt het portaal trager voor 340.000 deelnemers.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Schalen zonder de flessenhals mee te nemen verplaatst het probleem en verbergt het.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15.1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aannames vervallen?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plaatsen in uw eigen ontwerp. Individueel, 25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Welke wijzigingen zou u óók moeten doen zonder cloud?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Omgevingen, configuratie, geheimen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Omgevingen komen op dezelfde manier tot stand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 test u iets anders dan u uitrolt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Productiegegevens horen niet in test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maar testgegevens moeten realistisch genoeg zijn voor peildatumgedrag en reglementaire randgevallen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ontwerpwerk, geen bijzaak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Zit niet in het artefact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hetzelfde artefact draait overal, alleen configuratie verschilt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versiebeheerd en herleidbaar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wie, wat, wanneer, waarom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Onderscheid technische configuratie van bedrijfsgegevens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reglementparameters zijn geen configuratie.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zijn administratieve gegevens die berekende rechten bepalen.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Daar strandde de reconstructieproef op.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Geheimen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in versiebeheer, niet in configuratiebestanden, niet in logregels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 voorziening, toegang per rol, vastlegging van wie wat opvroeg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Rotatie zonder uitrol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anders gebeurt het niet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15.3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Configuratie of bedrijfsgegevens?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 items classificeren. Individueel, 15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vraag is niet hoe het eruitziet, maar wie het wijzigt en wat de gevolgen zijn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het er komt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straat, en wat waar faalt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5852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Fase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Wat er faalt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Bouwen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compilatie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Snelle toetsen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logica in het klein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Architectuurtoetsen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erosie van uw ontwerp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Integratietoetsen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koppelvlakken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Toetsen op acceptatie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kwaliteitseisen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ontwerpregel die u niet in de straat toetst,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hangt van oplettendheid af.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069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de zwakste borgingslaag uit deel 9.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opruimregel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toets die vaak faalt zonder dat iemand repareert, wordt genegeerd en daarna uitgezet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 onbetrouwbare toetsen zijn slechter dan drie betrouwbare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faalsignaal verliest zijn betekenis — ook als het echt 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Uitrolstrategieën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766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Strategie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Eist van uw applicatie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Stilstand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niets — maar wel een venster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Rollend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twee versies naast elkaar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Blauw-groen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idem + dubbele capaciteit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Kanarie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idem + meten per versie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versies naast elkaar betekent: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achterwaarts compatibele databasewijzigingen én gebeurtenisformaten.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migratie die de oude versie breekt, merkt u tíjdens de uitrol.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15.5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Kies uw uitrolstrategie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Duo's, 30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De nieuwe versie draait twee uur en heeft 400 mutaties verwerkt. U wilt terug. Kan dat?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3648456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Einde dagdeel 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Weten wat het doet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Waarneembaarheid is niet hetzelfde als bewaking.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Bewaking beantwoordt vragen die u vooraf bedacht.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storingen die u had voorzien, hebt u al voorkomen.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soorten gegevens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gebeurtenissen met context en correlatie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Metrieken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getallen over tijd; goedkoop, samen te vatten, geschikt voor drempels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Tracering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het pad van één opdracht, met tijd per stap. Onmisbaar bij netwerkgrenzen en asynchrone verwerking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zes metrieken die er werkelijk toe doen</a:t>
            </a:r>
            <a:endParaRPr lang="en-US" sz="28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88136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Metriek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Waarom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Doorlooptijd bevestiging p95/p99,5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QS-1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Oudste bericht in de outbox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stille stilstand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Achterstand per projectie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stille stilstand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Vastgelopen doorgiftes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QS-2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Batchdoorlooptijd en uitval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QS-6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Aanroepen/sec richting kernadministratie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F2937"/>
                          </a:solidFill>
                        </a:rPr>
                        <a:t>de limiet uit deel 2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van de zes meten iets dat níét gebeurt.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Bewaking op fouten vindt stille stilstand nooit.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 uur stilte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storingsverslag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doorgifte stond zes uur stil. Geen melding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faalde niets — er werd gewacht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“Aantal vastgelopen doorgiftes” zou het niet hebben ontdekt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“Leeftijd oudste bericht in de wachtrij” wel, binnen een half uur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15.6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zes uur stilte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Ontwerp de melding zelf. Kan de ontvanger op grond hiervan beslissen wat hij doet?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u niet doet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verzamelen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kosten, ruis, AVG-risico. Toets: welke vraag beantwoordt dit, en wie stelt hem?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Persoonsgegevens loggen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geen BSN, geen adressen, geen relatiegegevens uit scheidings- en overlijdensmutaties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Alarmeren op alles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zonder nachtbezetting kan niemand op vijftig signalen reageren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Correlatie: waar het breekt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Toegekend bij binnenkomst, meegegeven aan elke aanroep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Opgeslagen in de outbox-regel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hier missen de meeste ontwerpen hem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Meegegeven bij publiceren, overgenomen door de conversiedienst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Zonder correlatie in de outbox breekt de keten precies op de asynchrone grens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Dienstniveaudoelen en het foutbudget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doel gemeten aan wat de gebruiker ervaart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99,5% van de mutatiebevestigingen binnen 2 seconden, per kalendermaand.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een kwaliteitsscenario uit deel 2 — plus continue meting en een consequentie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foutbudget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99,5% bij 100.000 bevestigingen = 500 mogen te traag zijn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ruim → risico nemen: sneller uitrollen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bijna op → aandacht naar stabiliteit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maakt van een meningsverschil een rekensom.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 is een sterkere positie dan een beroep op zorgvuldigheid.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waarschuwingen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is geen doel maar een weigering te kiezen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onhaalbaar, en elke wijziging wordt onbetaalbaar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wat de gebruiker ervaart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intern 200 ms terwijl de gebruiker vier seconden wacht, is een doel dat niets betekent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15.8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430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Formuleer drie dienstniveaudoelen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Groepen van vier, 35 minuten.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990088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De PO wil uitrollen met 15% budget over. Voer het gesprek. Welk argument, welke uitkomst?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Dagdeel B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31546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kost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als kwaliteitsattribuut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Staat niet in ISO 25010, en in een cloudomgeving is elke keuze een maandbedrag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Drijvers: draaiende capaciteit · groeiende opslag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gegevensverkeer · waarneembaarheidsgegevens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laatste groeit het snelst en het meest onopgemerkt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keuzes met de grootste kosteneffecten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dezelfde die u om andere redenen al maakte: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Fijnmazigheid van diensten — elke dienst heeft een minimumvoetafdruk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392424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3392424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Synchroon versus asynchroon — wachtende verwerking is betaalde verwerking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4288536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288536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Bewaartermijn van gebeurtenissen en logging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31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Kosten horen als expliciete post in een ADR.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architect die de kostenstructuur van zijn eigen keuzes niet kent,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3886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iemand anders die afweging maken — een half jaar later, onder druk, zonder context.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 en vooruitblik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15.10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hoe lang van gereed tot productie? Welke regels worden geautomatiseerd getoetst? Kunt u een storing over drie delen volgen?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96312"/>
            <a:ext cx="274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A6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96312"/>
            <a:ext cx="10195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16:</a:t>
            </a:r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securityarchitectuur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Ductus B.V.  ·  Softwarearchitectuur  ·  Niveau 2, deel 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2026-08-17T12:22:59Z</dcterms:created>
  <dcterms:modified xsi:type="dcterms:W3CDTF">2026-08-17T12:22:59Z</dcterms:modified>
</cp:coreProperties>
</file>