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 domeingedreven ontwerp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contexts en context mapping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CPSA-Advanced · Competentiegebied: methodisch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Welkom bij niveau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kent geen examen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 een modulelandschap: credit points in drie gebieden — Methodisch, Technologisch, Communicatief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Afsluiting: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certificeringsopdracht plus een interview — dat is niveau 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cursus is geen geaccrediteerde training en levert geen punten;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levert de inhoudelijke voorbereiding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 het actuele modulelandschap op isaqb.org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eindigde met een verdedigd ontwerp.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begint waar het bouwen begint.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vragen worden concreter — er is nu code die het antwoord moet dragen.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team bouwde scheidingsmutaties en liep vast op één woord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Mutatieverwerking: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partner = iemand op een formulier, van wie gegevens gecontroleerd moeten worden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Pensioenrechten: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partner = wie op de peildatum aan de reglementaire definitie voldeed — per werkgever verschillend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Correspondentie: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partner = een geadresseerde met aanhef en taal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partner = iemand met inzagerechten op een dossierdeel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twee weken: één object, 31 velden.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gebruik hooguit zes relevant. Vier geldigheidsregels. Drie definities van “actief”.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geen modelleerfout.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de standaardfout.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bounded context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grens waarbinnen een model eenduidig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Binnen de grens: één betekenis per begrip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Buiten de grens: hetzelfde woord mag iets anders betekenen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doel is niet één model voor de organisatie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zijn meerdere modellen met heldere grenzen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partnerbegrip in vier bounded contexts</a:t>
            </a:r>
            <a:endParaRPr lang="en-US" sz="2600" dirty="0"/>
          </a:p>
        </p:txBody>
      </p:sp>
      <p:pic>
        <p:nvPicPr>
          <p:cNvPr id="3" name="Image 0" descr="C:/Projecten/eductus-trainingen/Software-architectuur/software-architectuur-cursus/tooling/figures/figuur-11-1-partnerbegrip-bounded-contex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234440"/>
            <a:ext cx="8778240" cy="5577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6949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kleine modellen, elk klein en eigen, met expliciete vertalingen op de grenzen — naast het afgekeurde object van 31 velden.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prijs is echt en hoort benoemd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Vertaling op de grenzen; dezelfde persoon bestaat in vier vormen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duplicatie —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precies de duplicatie die deel 3 verdedigde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 met sprint 4 van Mutatie 1.0: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 is bewust, benoemd en van vertaling voorzien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11.1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Ontleed het partnerobject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velden groeperen naar gebruik. Individueel, 25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op partnerStatus, ingangsdatum en actief — en op de vier velden die niemand gebruikt.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language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 domeindeskundige zegt, staat in de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vertaald, niet verbeterd, niet vereenvoudigd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Deskundige zegt verevening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analist schrijft verdeling → ontwikkelaar maakt SplitCalculation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vertaalslag is een plek waar betekenis wegsijpelt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Heet de code verevening,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kan een deskundige meelezen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Contextgrenzen kondigen zich aan als taalproblemen.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Zodra iemand zegt “ja, maar in dat geval bedoelen we…”,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staat u op een grens.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11.2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Taalbreuken opsporen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gespreksverslagen. Minstens vijf woorden met dubbele betekenis.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25 minuten.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aardigste is “verwerkt” — drie deskundigen, drie momenten.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Subdomeinen — waar investeert u?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soorten, drie consequenties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3891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Betekenis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Doen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Kern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waar u zich onderscheidt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beste mensen, beste modellering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Ondersteunend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nodig, niet onderscheidend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pragmatisch bouwen of aanpassen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Generiek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iedereen heeft het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kopen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het Mutatieplatform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138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Subdomeinen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Kern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mutatieverwerking · reglementaire rechtenbepaling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Ondersteunend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werkgeversaanlevering · correspondentie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Generiek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adresvalidatie · toegangsbeheer · berichtenverzending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Mutatie 1.0 ging capaciteit naar wat generiek was,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terwijl het kerndomein nooit is gebouwd.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 bouwen wat u kon kopen, en niet bouwen wat uw vak is.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toets tegen “alles is kern”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een concurrent dit precies zo doet — zijn wij dan minder onderscheidend?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Adresvalidatie: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Werkgeversaanlevering: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nee, en dat verrast teams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Reglementaire rechtenbepaling: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11.4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Classificeer de subdomeinen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25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Toegangsbeheer is generiek — maar functiescheiding op dossierniveau niet. Wat doet u?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context map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patronen — techniek én machtsverhouding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Patroon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Wie past zich aan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Partnership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beiden; samen slagen of falen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Customer–supplier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leverancier houdt rekening met afnemer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Conformist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afnemer neemt model over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Anticorruption layer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wij vertalen, zij niet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Open host service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wij publiceren, zij conformeren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Separate ways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geen integratie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map Mutatie 2.0</a:t>
            </a:r>
            <a:endParaRPr lang="en-US" sz="2600" dirty="0"/>
          </a:p>
        </p:txBody>
      </p:sp>
      <p:pic>
        <p:nvPicPr>
          <p:cNvPr id="3" name="Image 0" descr="C:/Projecten/eductus-trainingen/Software-architectuur/software-architectuur-cursus/tooling/figures/figuur-11-2-context-map-mut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234440"/>
            <a:ext cx="8778240" cy="5623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6995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bounded contexts met relatiepatronen; anticorruption layer richting kernadministratie en open host service richting werkgevers gemarkeerd.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contract uit deel 3: “een mutatie wordt uiteindelijk precies één keer doorgegeven.”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woord over SOAP.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wás een anticorruption layer — u kende de naam nog niet.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die naam?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vertaallaag sijpelen begrippen, veldnamen en eigenaardigheden van het pakket het domein binnen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twee jaar is uw model een afgeleide van andermans pakket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raakt vervanging het hele systeem in plaats van één adapter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11.5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Teken de context 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Patronen benoemen, elk verdedigd met “wie past zich aan wie aan”.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35 minuten.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Leg hem naast uw modulith-indeling. Vallen contexten en modules samen?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 — en dat is normaal.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bounded context bevat één of meer modules.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module hoort bij precies één context.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Bedient een module er twee, dan hebt u een grens gemist.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 vindt u in gesprekken, niet in gegevensmodellen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Taalbreuken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sterkste aanwijzing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Verschillende belanghebbenden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Verschillende verandersnelheden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Autonome beslisbevoegdheid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Níét: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bestaande systeemindeling, de database, of de huidige teamindeling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het niet loont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Klein, eenvoudig domein met één betekenis per begrip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toegang tot domeindeskundigen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dan modelleert u vermoedens met precieze namen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Generieke subdomeinen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de organisatie de discipline niet jaren volhoudt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518464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5184648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laatste levert code op met domeinnamen die niet meer kloppen —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misleidender dan neutrale namen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begrip uit uw eigen organisatie in meerdere afdelingen; en: waar bouwt u wat u kon kopen?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tactisch DDD — entiteiten, waardeobjecten, aggregaten — en hoe die de modulith uit deel 5 invullen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2026-08-17T14:49:23Z</dcterms:created>
  <dcterms:modified xsi:type="dcterms:W3CDTF">2026-08-17T14:49:23Z</dcterms:modified>
</cp:coreProperties>
</file>