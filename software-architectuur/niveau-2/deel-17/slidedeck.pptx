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Evolutionaire architectuur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 en ontwerpen voor verandering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routinecontrole vindt drie dingen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modules lezen in elkaars schema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rechten waren nooit ingesteld, alleen afgesproken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plaatsen lezen de systeemklok rechtstreeks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alle vier van de laatste drie maanden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correlatie ontbreekt in de outbox-regel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precies waar deel 15 waarschuwde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de regels bestonden.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Stonden in de documentatie. Waren besproken.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drieën ontstond met kwade wil.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Architectuurerosie is de normale toestand.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met sprongen, maar met kleine, lokaal verdedigbare stappen.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zoals in Mutatie 1.0.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discipline dit niet oplost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Schaalt niet met verloop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klokaanroepen kwamen van mensen die de regel niet kenden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Wijkt onder druk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reviews sneuvelen bij een deadline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Maakt de architect tot flessenhals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alles moet zien, wordt omzeild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meest voorkomende erosiepatroon is niet dat iemand iets verkeerds doet.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dat iemand iets nalaat wat hij niet wist.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17.1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erosie ontstaat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Welke van de drie zou een strengere review hebben voorkomen? Eerlijk antwoord: hooguit één.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Alle drie stonden in de documentatie. Wat zegt dat?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eigenschappen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Objectief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slagen of falen, geen oordeel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Geautomatiseerd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draait zonder dat iemand eraan denkt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Hoort bij een expliciet benoemde eigenschap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fitness function zonder kwaliteitsscenario is smaak — precies zoals een ontwerpprincipe dat 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indelingen, vier kwadranten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43400"/>
                <a:gridCol w="4343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Doorlopend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Periodiek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Atomair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modulegrenzen, klokaanroepen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afhankelijkhedeninventaris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Holistisch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doorlooptijd op vaste dataset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belastingtest mét conversie · de wijzigbaarheidsproef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twaalf fitness functions in de vier kwadranten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Doorlopend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Periodiek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Atomair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Acht structurele checks: schema, afhankelijkheden, identiteiten, transacties, klok, correlatie, PII, kwetsbare deps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Holistisch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QS-1 (kleine belastingtest)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QS-1 (volledig) · QS-2 storing · ★ QS-4 reconstructie (handmatig) · ★ QS-3 wijzigbaarheid (handmatig)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van de twaalf zijn geen software.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reconstructieproef en de wijzigbaarheidsproef vragen een mens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 zijn juist de twee die de belangrijkste eigenschappen meten.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alleen automatiseerbare eigenschappen bewaakt,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bewaakt de makkelijkst meetbare — niet de belangrijkste.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ontwerpregels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Faal om één reden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zes redenen geeft een melding waar niemand iets mee kan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Benoem de regel én het alternatief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 foutmelding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Begin met de bestaande situatie als aanvaard uitgangspunt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Elke toets heeft een eigenaar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zijn er zestien overtredingen. Uw toets faalt meteen.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wordt hij uitgezet.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oplossing hiervoor kunt u fitness functions alleen invoeren op nieuwe systemen.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invoeraanpak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Leg de huidige overtredingen vast als uitzonderingslijst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toets faalt alleen op nieuwe overtredingen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lijst krijgt een eigenaar en een termijn, en mag alleen korter worden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Bij elke wijziging in een bestand met uitzondering vervalt de uitzondering</a:t>
            </a:r>
            <a:pPr indent="0" marL="0">
              <a:spcAft>
                <a:spcPts val="1400"/>
              </a:spcAft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 4 koppelt aflossen aan werk dat toch al gebeurt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17.3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een fitness function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De foutmelding: waar, welke regel met vindplaats, en wat wél mag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Hoe voert u hem in met zestien bestaande overtredingen?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niet meet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eigenschappen, en wat een machine wél kan vaststellen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Eigenschap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Automatiseerbare aanleiding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Aggregaatgrens goed gekozen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nieuwe module zonder ADR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Abstractie verbergt een beslissing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interface met precies één implementatie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Ubiquitous language klopt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nieuw domeinbegrip niet in de begrippenlijst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aanleiding is automatiseerbaar, ook als het oordeel dat niet 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sterkste vorm die voor deze categorie bestaat.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Ontwerpen voor verandering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principes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verantwoorde moment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weet ik over drie maanden dat ik nu niet weet, en wat kost openhouden?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Omkeerbaarheid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maak zoveel mogelijk beslissingen omkeerbaar, concentreer de onomkeerbare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Experimenteerruimte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mits proberen goedkoop is en terugdraaien werkt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onomkeerbare beslissingen in Mutatie 2.0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Gebeurtenismodel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zeven jaar historie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Aanleverformaat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elf externe systemen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Aggregaatgrenzen in productie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gegevens met historie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deze drie hoort meer zorgvuldigheid vooraf dan bij alle andere samen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zichtbare beslissingen krijgen aandacht.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onomkeerbare zijn vaak de onzichtbare.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aanleverformaat is ooit door één ontwikkelaar opgesteld en bindt nu elf partijen.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Evolutionaire architectuur betekent niet dat u niet vooruit ontwerpt.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onomkeerbare beslissingen vragen juist méér vooruitdenken.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architectuur emergeert wel” leidde in Mutatie 1.0 tot elf services.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schuld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onderscheiden maken het begrip bruikbaar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 of ontdekt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alleen het eerste is schuld in de nuttige zin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of zonder rente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schuld zonder rente aflossen is verspilling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toets: kunt u aanwijzen wat het vandaag kost?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 nee, staat het op de verkeerde lijst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 voorkomen nieuwe schuld; zij lossen de bestaande niet af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17.8b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tel hoeveel architectuurregels bij u geautomatiseerd worden getoetst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onomkeerbare beslissing is destijds in een middag genomen?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architectuurevaluatie gevorderd — de volledige ATAM en kwantitatieve analyse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2026-08-17T19:39:00Z</dcterms:created>
  <dcterms:modified xsi:type="dcterms:W3CDTF">2026-08-17T19:39:00Z</dcterms:modified>
</cp:coreProperties>
</file>