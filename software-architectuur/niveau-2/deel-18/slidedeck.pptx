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18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5603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Architectuurevaluatie gevorderd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Volledige ATAM, rekenwerk, en andermans ontwerp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· voorbereiding CPSA-Advanced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966960" y="548640"/>
            <a:ext cx="1828800" cy="182880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4572000"/>
            <a:ext cx="1005840" cy="100584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evaluaties, twee vaardigheden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 eigen architectuur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 weet alles en u bent niet objectief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van een ander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 weet weinig en uw oordeel heeft gevolgen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vaardigheden verschillen meer dan u zou verwachten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volledige ATAM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Tweefasig, en dat is de kern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kerngroep: architect, hoofdontwikkelaars, opdrachtgever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Tussenperiode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evaluatoren werken uit; hier ontstaan de beste vragen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plus beheer, security, compliance, gebruikers, aangrenzende teams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kerngroep kent het systeem en niet zijn eigen aannames.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bredere groep kent het systeem niet en ziet daardoor wat vanzelfsprekend werd gevonden.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40690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één sessie bepaalt de kerngroep de agenda.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rollen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0408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Rol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Taak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Evaluatieleider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bewaakt het proces, niet de inhoud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Vragensteller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stelt ook de ongemakkelijke vragen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Notulist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legt vast in de vier uitkomstsoorten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Procesbewaker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let op wie niet aan het woord komt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zwaarste bevindingen komen van mensen die iets wisten en het niet zeiden.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Omdat zij junior zijn, omdat hun afdeling er niet bij hoort,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omdat de architect aan tafel zit.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Evaluatoren stellen vast. Zij verbeteren niet.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Zodra zij ontwerpvoorstellen doen, verliezen zij hun positie —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 architect verliest zijn eigenaarschap.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Schaal de vorm naar de vraag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377440"/>
                <a:gridCol w="5394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Vorm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Duur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Wanneer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Drijvertoets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1 uur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één beslissing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Licht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1 dagdeel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kwartaal, nieuwe module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Volledige ATAM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2 dagen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besluitmoment, grote wijziging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Documentgebaseerd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variabel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andermans ontwerp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zwaarste vorm kiezen om de uitkomst gewicht te geven, ondermijnt het instrument.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volgende keer maakt niemand meer tijd vrij.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18.1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Bereid de evaluatie voor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Groepen van vier, 30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 Formuleer de vraag van de stuurgroep in één zin. Lukt dat niet, dan is de evaluatie te vroeg.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18.2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tweefasige sessie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(35 min) · tussenperiode (10) · fase 2 (35) · afronding (10).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kerngroep mag pas in de laatste tien minuten verdedigen.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Kwantitatieve analyse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Wachtrijredenering — zonder zware wiskunde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benutting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wachttijd ≈ bedieningstijd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benutting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een veelvoud daarvan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benutting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zij loopt weg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lineair — en dat is het hele punt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systeem op 90% benutting is niet voor 90% belast.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is praktisch vol.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40690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plant op gemiddelde benutting, plant op de rand van instabiliteit.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seconden bij één gebruiker. 90 bij vijftig.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50 gebruikers overschreed de aankomstsnelheid de 20 aanroepen per seconde.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rekensom van tien minuten in week één had dit uitgewezen.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Beschikbaarheid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serie vermenigvuldigen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zes componenten van 99,9% geven 99,4%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afhankelijkheid in het kritieke pad verlaagt uw beschikbaarheid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te rekenen, niet te beweren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vermenigvuldigen de onbeschikbaarheden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mits het falen werkelijk onafhankelijk is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“onafhankelijke” instanties vallen samen om door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Dezelfde database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Dezelfde configuratiefout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precies wat een uitrolstraat verspreidt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Dezelfde onderliggende infrastructuur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Dezelfde belasting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valt om, B krijgt alles, B valt om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18.3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Wachtrijredenering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maanden meetgegevens. Duo's, 30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Beheer meldt “gemiddeld 55% benut — voldoende ruimte”. Beoordeel die conclusie.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Gevoeligheidsanalyse: bij welke waarde kantelt het?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Geldigheidsduur leesmodel → actualiteitsprobleem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Gelijktijdige gebruikers → QS-1 onhaalbaar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Batchvolume → nachtvenster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Aantal teams → modulith onhoudbaar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antwoord is een getal, en dat getal is de herzieningsgrens.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grens uit een analyse is verdedigbaar.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grens op gevoel wordt bij de eerste discussie weggeredeneerd.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uitkomsten ordenen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twintig risico's naar drie thema's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Afhankelijkheid van de kernadministratie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Handhaving van ontwerpregels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Aantoonbaarheid onder toezicht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stuurgroep kan drie thema's wegen. Twintig losse risico's niet.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Geef geen cijfer.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een zeven levert, krijgt de vraag waarom het geen negen is —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verliest het gesprek over de inhoud.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Andermans ontwerp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 vragen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Welke kwaliteitseisen zijn geoperationaliseerd?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Welke alternatieven zijn afgewogen, en waarom afgevallen?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Welke aannames zitten erin, en zijn ze getoetst?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Wat wordt hierdoor duur?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518464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5184648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Wat gebeurt er als het half wordt gedaan?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" y="608076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608076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Hoe komen wij eruit?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1463040" cy="146304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5E7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“Elk ontwerp maakt sommige wijzigingen goedkoper en andere duurder. Welke wijziging wordt in dit ontwerp duur?”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297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Beleefd, niet te ontwijken, en het antwoord is zelf informatie.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toets is of het ontwerp de eisen haalt.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of het uw ontwerp is.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40690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 levert u een oordeel over uzelf in plaats van over het ontwerp.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politieke lading — vier maatregelen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Onderscheid ontwerpfout van gerealiseerd risico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Benoem wat goed is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een rapport met alleen risico's wordt gelezen als aanval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Laat feiten bevestigen vóór publicatie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één onjuistheid kost het hele rapport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Zeg wat u niet hebt bekeken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 en vooruitblik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18.8c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reken uw eigen kritieke pad door. Komt het overeen met wat u belooft?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18.8e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welke bevinding zou u het meest raken? De bevindingen die pijn doen, zijn zelden verrassingen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19: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documentatie en stakeholdercommunicatie — competentiegebied communicatief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2026-08-17T19:38:22Z</dcterms:created>
  <dcterms:modified xsi:type="dcterms:W3CDTF">2026-08-17T19:38:22Z</dcterms:modified>
</cp:coreProperties>
</file>