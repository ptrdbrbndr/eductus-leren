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Tactisch DDD en de modulith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Entiteiten, waardeobjecten, aggregaten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deel 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meerdere modellen met grenzen, niet één model voor de organisatie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Contextgrenzen kondigen zich aan als taalproblemen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module hoort bij precies één 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binnen één grens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van het team: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“Waar begint en eindigt een transactie?”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symptomen, één oorzaak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behandelaars aan hetzelfde dossier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 wijzigingen van de eerste verdwenen. Geen foutmelding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de zesde mutatiesoort raakt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één adreswijziging acht tabellen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team bouwde mutatie, deelnemer, partners, bijlagen en berekening als één geheel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 en waardeobject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onderscheid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identiteit los van eigenschappen. Een deelnemer blijft dezelfde na naamswijziging, verhuizing, scheiding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Waardeobject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is zijn waarde. € 1.240,50 is uitwisselbaar met € 1.240,50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doet het ertoe wélke van twee gelijke exemplaren dit is?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gevolgen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Onveranderlijk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 wijzigt niet, u vervangt. Een categorie fouten verdwijnt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Draagt eigen regels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een Periode weet dat het einde niet vóór het begin ligt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Goedkoop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identiteit, geen levensduurbeheer, geen sleutel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Peildatum als eigen type kan niet verwisseld worden met een verwerkingsdatum.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compiler weigert.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enige cross-cutting concept uit niveau 1 dat niet te automatiseren was — nu deels wel.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Entiteit of waardeobject?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Twintig begrippen. Individueel, 20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zijn omstreden. Burgerservicenummer verrast: het identificeert een persoon, het ís geen identiteit.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aggregaat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aggregaat beantwoordt één vraag: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waarbinnen moet een regel op elk moment kloppen?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consistentievraag, geen structuurvraag.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vier regels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de wortel is van buiten bereikbaar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aggregaat, één transactie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Verwijzen met identiteiten, niet met objecten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Buiten de grens: uiteindelijke consistentie via gebeurtenissen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Onmiddellijk of uiteindelijk?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 goedkeuren door de indiener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onmiddellijk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Goedgekeurd = alle bijlagen aanwezig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onmiddellijk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Dossier toont laatste mutatiestatus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uiteindelijk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Kernadministratie kent de mutatie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uiteindelijk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Maandoverzicht werkgever klopt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uiteindelijk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aggregaat: sprint 5 tegenover de nieuwe indeling</a:t>
            </a:r>
            <a:endParaRPr lang="en-US" sz="2600" dirty="0"/>
          </a:p>
        </p:txBody>
      </p:sp>
      <p:pic>
        <p:nvPicPr>
          <p:cNvPr id="3" name="Image 0" descr="C:/Projecten/eductus-trainingen/Software-architectuur/software-architectuur-cursus/tooling/figures/figuur-12-1-aggregaat-voor-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34440"/>
            <a:ext cx="877824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één cluster met alles erin, rechts drie aggregaten met identiteitsverwijzingen en twee domeingebeurtenissen.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Houd aggregaten zo klein als de consistentieregels toelaten.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Toets: als dit een seconde later klopt — wat gaat er dan mis, en voor wie?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Grote aggregaten geven drie problemen tegelijk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Gelijktijdigheidsconflicten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twee behandelaars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Prestatieproblemen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alles laden om iets kleins te wijzigen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Verwevenheid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B3 uit niveau 1, in nieuwe vorm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Bepaal de aggregaatgrenzen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Regels opschrijven → onmiddellijk of uiteindelijk → grenzen trekken.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40 minuten.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Wijzigt elke handeling precies één aggregaat?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overige bouwstenen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stuks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Domeinservice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logica die niet bij één entiteit hoort. Verevening gebruikt twee deelnemers én werkgeversparameters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één per aggregaat, nooit per tabel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Fabriek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dwingt invarianten af die vanaf het begin moeten gelden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Domeingebeurtenis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mutatie goedgekeurd, in domeintaal, voltooide vorm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Domeingebeurtenissen doen drie dingen tegelijk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koppelen aggregaten zonder ze te vergroten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zijn de vastlegging die QS-4 vraagt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zijn de taal waarin het domein zichzelf beschrijft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zijn precies de gebeurtenissen van de tijdlijn uit deel 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MutatieRecordUpdated is geen domeingebeurtenis.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MutatieGoedgekeurd wel.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aggregaten naar modules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vertaling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675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DDD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 de modulith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Bounded context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groep modules met gedeelde taal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Aggregaat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hart van een module; de transactiegrens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Repository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toegang tot eigen gegevens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Domeingebeurtenis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communicatie tussen modules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Anticorruption layer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integratiemodule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moduleregels — en hun handhaving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gegevens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gescheiden schema's met rechten. Onvermijdelijk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Verwijzen met identiteiten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bouwstraatcontrole op typegebruik. Controleerbaar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Wijzigingen via gebeurtenissen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controle op transacties over twee schema's. Controleerbaar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aggregaatgrens zelf is niet machinaal te toetsen.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als het datumconcept in niveau 1: een betekeniskwestie.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expliciet op de agenda van het gremium.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12.5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aggregaten naar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Hoe zorgt u dat het team dat over een jaar de zevende mutatiesoort bouwt, de grenzen goed trekt? Beschrijf het mechanisme, niet het voornemen.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bloedarmoedige model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is het een probleem?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kernsubdomeinen. mutatie.keurGoed(medewerker) weigert bij dezelfde persoon — een service kan dat omzeilen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leesmodellen (die bewaken niets), generieke subdomeinen, inleesobjecten aan de rand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lijn: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rijk model waar de complexiteit zit die u onderscheidt; pragmatisch elders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regel die op drie plaatsen staat, loopt uiteen.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 merkt het niet als storing 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merkt het als een verkeerd administratief resultaat, maanden later.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sprint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mutaties op dezelfde deelnemer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conflict verdwijnt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mutatie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conflict blijft, en dat is correct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ontwerp waarin nooit een conflict optreedt, verbergt ze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 was sprint 5: geen foutmelding, alleen verdwenen werk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Prijs: 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dossier toont de status met vertraging. Dat moet zichtbaar zijn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12.7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welke handeling in uw systeem raakt hoeveel tabellen, en hoeveel horen er echt bij elkaar?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let op de eerlijkheidstoets: de winst in schrijftijd is klein. De echte winst zit in gelijktijdigheid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13: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microservicesarchitectuur — wanneer de modulith wél gesplitst wordt, en wat dat kost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2026-08-17T14:53:31Z</dcterms:created>
  <dcterms:modified xsi:type="dcterms:W3CDTF">2026-08-17T14:53:31Z</dcterms:modified>
</cp:coreProperties>
</file>