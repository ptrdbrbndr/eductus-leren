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21 — SLUITSTUK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Teamindeling, credit points en tussenbeoordeling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Competentiegebieden: methodisch en communicatief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derde team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voorstellen lagen op tafel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technische laag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frontend, backend, integratie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mutatiesoort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team A adres en e-mail, team B scheiding en overlijden…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fase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bouwteam en beheerteam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management koos 1, omdat dat aansloot bij de bestaande functieprofielen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sprints later was de doorlooptijd van een nieuwe mutatiesoort verdubbeld.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soort raakte alle drie de teams.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werd coördinator van werk dat eerder binnen één team viel.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wet van Conway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systeemstructuur weerspiegelt de communicatiestructuur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mechanisme: binnen een team is afstemmen goedkoop, ertussen duur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Keuzes die veel afstemming vragen worden vermeden — ongeacht wat de architectuur voorschrijft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teams naar technische laag ontstaan koppelvlakken tússen lagen.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 loopt namelijk de teamgrens.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domeinindeling kreeg geen organisatorische ondersteuning en erodeerde.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Conway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organisatie de structuur bepaalt, pas dan de organisatie aan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Teamindeling is een architectuurvraag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uitsluitend HR-vraag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de architect gaat er niet over. Hij benoemt de gevolgen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“Met deze indeling verwacht ik dat de doorlooptijd van een nieuwe mutatiesoort verdubbelt, omdat elke soort alle drie de teams raakt.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indelingen zijn werkbaar; de eerste kost doorlooptijd, de tweede kost aanpassing van de functieprofielen.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weegt voor u zwaarder?”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misging is niet dat het HR-argument werd gebruikt.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dat het architectuurargument er niet naast lag.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management woog één argument tegen niets af.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 de teamindeling door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Is “aansluiten bij functieprofielen” een slecht argument? Wees genuanceerd.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De keuze is gemaakt. Wat doet u nu?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teamvormen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Kenmerk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Stroomteam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levert zelfstandig waarde — de standaard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Platformteam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voorzieningen voor anderen; gevaar: doorgeefloket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Faciliterend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tijdelijk; heft zichzelf op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Complex subsysteem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alleen bij werkelijk schaarse kennis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stroomteam is de standaard.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andere vorm moet zich verantwoorden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dezelfde vraag als bij distributie: betaalt de baat de afstemmingskosten?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 doorontwikkeld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drie teams loopt het vast op twee punten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Flessenhals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elke ADR wacht op de tweewekelijkse bijeenkomst; teams bouwen alvast, de ADR wordt formaliteit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escalatieweg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komt het gremium er niet uit, dan blijft het punt liggen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 naar reikwijdte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480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Reikwijdte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Wie beslist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Binnen één module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team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Tussen modules van één team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team, met kennisgeving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Over teamgrenzen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gremium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Buiten het systeem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gremium + betrokken partijen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redenering als het significantiecriterium uit deel 1 — nu op wie beslist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escalatieweg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gremium probeert het — maximaal twee bijeenkomsten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Lukt dat niet, dan beslist de architect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met vastlegging van het minderheidsstandpunt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Overstijgt het zijn mandaat, dan naar de programmadirecteur met beide standpunten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2 wordt overgeslagen, en het is het belangrijkste.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gremium zonder knoop-doorhakker vergadert oneindig.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het moet vóóraf vastliggen — anders wordt elke beslissing een machtsvraag.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minderheidsstandpunt vastleggen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zichtbaar dat er is afgewogen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Beschermt degene die het oneens was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over twee jaar de informatie om de herzieningsgrens te toetsen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Herontwerp het gremium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Wat is de faalwijze van uw eigen ontwerp? Elk besluitmodel heeft er een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route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naar competentiegebied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Gebied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Delen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Methodisch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11 · 12 · 17 · 18 · 21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Technologisch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12 · 13 · 14 · 15 · 16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Communicatief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19 · 20 · 21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levert geen credit points — wel inzicht in waar u inkoopt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inkoopplan volgt uit twee vragen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Waar biedt uw praktijk de minste oefening?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Niet waar u het minst van weet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 kunt u in uw werk niet leren?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Dát is het meest waard om in te kopen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 is inkopen op interesse.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Architecten kopen technologische modules omdat die het leukst zijn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komen tekort in het gebied waarop het afsluitende interview vooral toetst.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portfolio: wat een geschikte opdracht kenmerkt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nam de beslissingen zelf, of bepaalde ze aantoonbaar mede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waren echte alternatieven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ging iets mis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vlekkeloos project biedt niets om over te praten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kunt erover spreken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beslissingen vast terwijl u ze neemt.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Achteraf reconstrueren levert een verhaal op, geen afweging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verschil is in een interview hoorbaar.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bewaren wat goed ging en gooien weg wat misging.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tweede is uw waardevolste materiaal.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patronen door heel niveau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Elke beslissing heeft een houdbaarheidsdatum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herzieningsgrens is het instrument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 niet wordt gehandhaafd, verdwijnt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vier keer dezelfde ladder, telkens sneuvelde “afgesproken” het eerst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Sommige besluiten zijn niet aan u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verwijderrecht, dienstniveaudoelen, functiescheiding, risicobereidheid, teamindeling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taak is ze scherp voorleggen · huiswerk ·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dat onderscheid maakt, krijgt gehoor op de punten waar hij wél over gaat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maak de lijst van besluiten die niet aan u zijn. Legt u ze voor, of neemt u ze stilzwijgend?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hebt u niet toegepast terwijl u dat wel wilde? De belemmering is zelden kennis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certificeringsopdracht, multi-tenancy na een fondsovername, en het examinatoreninterview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2026-08-17T19:41:13Z</dcterms:created>
  <dcterms:modified xsi:type="dcterms:W3CDTF">2026-08-17T19:41:13Z</dcterms:modified>
</cp:coreProperties>
</file>