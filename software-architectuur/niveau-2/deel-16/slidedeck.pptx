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Securityarchitectuur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Dreigingen, grenzen, functiescheiding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CPSA-Advanced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Afbakening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gaat over security als ontwerpvraag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waar zitten uw grenzen, wie mag wat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over aanvalstechnieken, penetratietesten of beveiligingsonderzoek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u die kennis nodig hebt, hoort er een specialist bij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deel 15 heeft het platform drie eigenschappen met een securitygevolg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plaatsen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afgesplitste dienst, meerdere instanties, gedeelde opslag. Elk een toegangspunt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geautomatiseerde straat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wie de straat beheerst, beheerst het systeem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Waarneembaarheidsgegevens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precies wat een aanvaller wil weten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1463040" cy="146304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een medewerker het adres van een deelnemer wijzigt naar zijn eigen adres en vervolgens zelf de uitkeringsopdracht goedkeurt.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security officer, deel 2 van niveau 1 — na doorvragen.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bouwen we hem.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Dreigingsmodellering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stappen, twee uur, de juiste mensen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Neem een beeld — C4-niveau 2 of 3 met gegevensstromen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Teken de vertrouwensgrenzen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Loop elk element en elke stroom langs met de categorieën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Noteer, met waarschijnlijkheid en gevolg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Prioriteer en wijs eigenaren toe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categorieën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Categorie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 vraag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Identiteitsmisbruik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kan iemand zich voordoen als een ander?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Manipulatie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kan iemand wijzigen wat hij niet mag?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Ontkenning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kan iemand achteraf ontkennen wat hij deed?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Informatielekkage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kan iemand zien wat hij niet mag?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Verstoring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kan iemand de dienst onbruikbaar maken?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Rechtenverhoging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kan iemand meer rechten krijgen?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QS-4 is niet alleen een reconstructie-eis.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een onweerlegbaarheidsmaatregel.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audittrail die de applicatie kan wijzigen, bewijst niets.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Dreigingsmodellering levert geen lijst kwetsbaarheden op.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levert een lijst plekken op waar uw ontwerp een aanname doet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vertrouwen die niet is afgedwongen.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Vertrouwensgrenzen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elke grens vier dingen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Vaststellen wie aanroept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niet op basis van netwerkpositie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Valideren wat binnenkomt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formaat en volledigheid op de grens, bedrijfsregels in het domein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Begrenzen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aanroeper mag niet onbeperkt vragen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Vastleggen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wie, wat, wanneer, met welk resultaat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aanroepen zijn geen vertrouwde aanroepen.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eenmaal binnen is, beweegt zich anders vrij.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Goedkoop vanaf het begin. Duur achteraf.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16.1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Teken de vertrouwensgrenzen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Waar gebeurt er nu niets? Er zijn er minstens twee.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Welke grens is nieuw sinds deel 13, welke sinds deel 15?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architectuurbeslissing uit de vorige delen voegde een vertrouwensgrens toe.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ervan is genomen met security in gedachten.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Daarom is dreigingsmodellering terugkerend en niet eenmalig.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16.2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dreigingsmodelleringssessie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groep, 60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 kan niet want we hebben een firewall” is geen weerlegging maar een aanname die u opschrijft.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lagen die door elkaar worden gehaald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Authenticatie — autorisatie — functiescheiding</a:t>
            </a:r>
            <a:endParaRPr lang="en-US" sz="2600" dirty="0"/>
          </a:p>
        </p:txBody>
      </p:sp>
      <p:pic>
        <p:nvPicPr>
          <p:cNvPr id="3" name="Image 0" descr="C:/Projecten/eductus-trainingen/Software-architectuur/software-architectuur-cursus/tooling/figures/figuur-16-1-drie-lagen-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1234440"/>
            <a:ext cx="841248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6309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laag waar zij leeft en wie haar bepaalt.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Functiescheiding is fundamenteel anders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Authenticatie: wie bent u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generiek, kopen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Autorisatie: wat mag u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centraal beslissen, lokaal afdwingen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Functiescheiding: wat mag u niet meer, gegeven wat u al deed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derde vraagt de dossierhistorie — en die kent een generiek product niet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mutatie.keurGoed(medewerker) weigert wanneer indiener en goedkeurder dezelfde zijn.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regel hoort in het aggregaat, want daar leeft de historie.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ontwerpvragen — en niet één is technisch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Over welke periode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geldt de scheiding? → compliance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 bij kleine bezetting?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Eén behandelaar = vastgelopen mutatie → operationeel manager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Wie mag overrulen, en hoe wordt dat zichtbaar?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compliance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noodprocedure zonder vastlegging is geen noodprocedure maar een achterdeur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16.3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de functiescheiding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Als u ergens “de architect” antwoordde, controleer dat nog eens.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Gegevens beschermen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effectiefste maatregel is gegevens niet hebben.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postcodedienst krijgt postcode en huisnummer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het volledige deelnemersobject.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plekken waar persoonsgegevens ongemerkt terechtkomen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Waarneembaarheidsgegevens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brede lezerskring, inclusief leveranciers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Testomgevingen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van de meest voorkomende lekken in deze sector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Leesmodellen en exports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bevatten meer dan de rapportage nodig heeft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van drieën staat op een architectuurplaat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16.4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Beoordeel 200 logregels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20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Waar plaatst u de maatregel op de borgingsladder?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een Burgerservicenummer als eigen type kan zijn eigen weergave bepalen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Toeleveringsketen en uitrolstraat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maatregelen, en een verbinding die vaak wordt gemist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Weten wat u gebruikt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actuele inventaris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Weten wanneer er iets bekend wordt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geautomatiseerde signalering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Kunnen wijzigen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kost bijwerken een half jaar, dan is uw beveiliging daarvan afhankelijk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Uitrolsnelheid is een securityeigenschap.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Kwetsbaarheid bekend, misbruik binnen dagen, uw straat kost vier weken.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enkele architectuurmaatregel helpt daartegen.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Organisaties dwingen functiescheiding af in de applicatie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vergeten haar in het proces dat de applicatie bouwt.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Terwijl wie de straat beheerst, elke applicatieregel kan verwijderen.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Beveiliging tegen bruikbaarheid — en huiswerk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Precisieer eerst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functiescheiding raakt QS-5 niet. Alleen de zelfbedieningsverificatie botst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taak: opties met gevolgen in aantallen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voorleggen. Het besluit is bestuurlijk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“wat zou u doen?” geeft u een aanbeveling mét de aanname die de directeur moet invullen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16.8c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kijk uw eigen logs na. Schat het niet 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evolutionaire architectuur en fitness functions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2026-08-17T14:54:24Z</dcterms:created>
  <dcterms:modified xsi:type="dcterms:W3CDTF">2026-08-17T14:54:24Z</dcterms:modified>
</cp:coreProperties>
</file>