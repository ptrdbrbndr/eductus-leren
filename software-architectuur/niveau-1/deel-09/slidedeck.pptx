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Architectuurevaluatie en kwaliteitsborging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maakt van een voornemen een afspraak?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hoeveel van uw zeven bevindingen stonden alle drie de vinkjes?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Vastgelegd — gehandhaafd — eigenaar.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meesten: twee of drie.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tekortkoming in uw 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het patroon waarmee Mutatie 1.0 vastliep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waren voornemens, en niemand die er een afspraak van kon maken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twee mechanismen: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evalueren en borgen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evaluatie oplevert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Risico's, geordend naar ernst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Plaatsen waar het ontwerp gevoelig is voor kleine wijzigingen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die impliciet waren, expliciet gemaakt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 begrip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vaak de grootste opbrengst, en zij staat nooit in het rapport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evaluatie niet oplevert: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zekerheid, een cijfer, of een stempel.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haar als garantie presenteert, ondermijnt de volgende.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 in acht stappen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Bedrijfsdoelen · 2. Architectuur · 3. Benaderingen · 4. Kwaliteitsboom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Analyse tegen de belangrijkste scenario's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Aanvullende scenario's van de bredere groep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Opnieuw analyseren · 8. Bevindingen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6 bestaat omdat het projectteam zijn eigen aannames niet kent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uitkomstsoorten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Betekenis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Risico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bedreigt een kwaliteitseis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Niet-risico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goede beslissing — gegeven de aannames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Gevoelig punt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kleine wijziging, groot effect op één eis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Trade-offpunt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wijziging beweegt twee eisen tegengesteld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niet-risico met vastgelegde herzieningsgrens is beheerst.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is het een tijdbom met een goed rapport.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uitkomstsoorten in een matrix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9-1-kwadrant-uitkomstsoor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368" y="1234440"/>
            <a:ext cx="7680960" cy="6382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77541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Aantal geraakte kwaliteitseisen tegen gevoeligheid voor wijziging, met de Mutatie 2.0-voorbeelden geplaatst.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Classificeer tien bevindingen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Risico, niet-risico, gevoelig punt of trade-offpunt.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20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niet-risico kantelt door iets buiten uw invloed?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lichte variant — één dagdeel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Uw vier tot zes drijverscenario's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Naast het bouwteam: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beheer, security, een inhoudelijk deskundige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 scenario de bepalende beslissingen nalopen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Uitkomsten in de vier soorten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 bredere groep vraagt om ontbrekende scenario's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807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608076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Risico's ordenen; eigenaar en termijn per risico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6 onderscheidt een evaluatie van een gesprek.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risico zonder eigenaar en termijn is een aantekening.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scenario's die het bouwteam niet bedenkt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"de doorgifte loopt vast om 23:00 op vrijdag en niemand kijkt tot maandag"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"de toezichthouder vraagt over vier jaar de complete historie — wie levert dat?"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Behandelaar: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"ik zie de mutatie, mijn collega niet. Is dat normaal of een storing?"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Werkgeversbeheer: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"een werkgever fuseert en levert 40.000 mutaties in één batch"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van die vier raakt een echt architectuurpunt.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vieren komt uit een technische discussie voort.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evaluatiesessie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eigen ontwerp, met rolkaarten. 60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presentator mag tijdens stap 3 niet verdedigen. Alleen vragen en noteren.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Kwantitatief toetsen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 de scenariobespreking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Prestatiemetingen onder realistische belasting én gegevensomvang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Storingsproeven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afhankelijkheid bewust onbereikbaar maken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Afhankelijkheidsanalyse: cycli, richting, grensoverschrijdingen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Testdekking en bouwstraatsignalen — als indicator, nooit als eis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schadelijkste koppelingen uit deel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stonden in geen enkel gegenereerd overzicht.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Metrieken bepalen waar u gaat kijken — niet of het goed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spanningsveld is echt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architect die alles goedkeurt, wordt een flessenhals en wordt omzeild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architect zonder bevoegdheid ziet zijn kaders sneuvelen onder deadlinedruk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Mutatie 1.0 waren de kaders er niet eens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borgingslagen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Automatisch afgedwongen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modulegrenzen, afhankelijkheidsrichting, klokaanroepen, correlatie. Vraagt niemands oplettendheid en niemands bevoegdheid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Beoordeeld op vaste momenten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significante beslissingen, ADR-aanvaarding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Bewaakt door aanwezigheid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meelezen in refinements en code. De zwakste, en de reden dat afstand niet werkt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bouwstraat die faalt, is niet omstreden.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waarom laag 1 sterker is dan elk mandaat.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één senior ontwikkelaar per team, op afroep beheer en security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Beslist over ADR's, uitzonderingen op concepten, afdekking van risico's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Ontwerpt niet.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Zodra het gremium ontwerpt, is het een flessenhals en verliest het de teams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9.3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borgingsmodel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Verdeel uw maatregelen over de drie lagen. Stel het gremium samen — inclusief waarover het niet gaat.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30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Wat gebeurt er concreet als een team onder druk een concept schendt? Beschrijf het verloop.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Ontwerpfout of gerealiseerd risico?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soorten, twee maatregelen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Maatregel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Ontwerpfout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informatie was er, tegen aanvaardbare kosten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betere beslisvorming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Gerealiseerd risico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verdedigbaar met de kennis van toen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betere risicobeheersing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vertrek in maand negen was overmacht.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zes weken stilstand waren dat niet.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organisatie die elk gerealiseerd risico als fout behandelt,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krijgt architecten die geen risico's meer benoemen.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snelste manier om hoofdstuk 11 leeg te krijgen.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de verdediging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capstonedossier afronden: evaluatiebevindingen, borgingsmodel, en per bevinding het restrisico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maatregel zonder benoemd restrisico wekt de indruk dat u het probleem voor opgelost houdt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uw kernboodschap in 200 woorden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examentraining CPSA-F + verdediging van uw architectuur voor een panel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2026-08-17T14:51:43Z</dcterms:created>
  <dcterms:modified xsi:type="dcterms:W3CDTF">2026-08-17T14:51:43Z</dcterms:modified>
</cp:coreProperties>
</file>