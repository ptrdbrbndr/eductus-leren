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Architectuurstijlen II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Monoliet, modulith, microservices, event-driven — sluit bevinding B4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geparkeerde vragen van vorige keer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“Wordt dit dan één service of meerdere?”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“Kun je hexagonaal doen mét microservices?”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“Wat als we later willen splitsen?”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de antwoorden.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4 ging over structuur.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gaat het over distributie.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vragen. Andere kosten. Andere baten.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assen, vier hoeken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Slecht gemoduleerd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Goed gemoduleerd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Eén eenheid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grote modderbal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modulith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Veel eenheden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gedistribueerde modderbal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microservices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Mutatie 1.0 stond rechtsonder.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kosten van het netwerk. Alle kosten van verwevenheid. De baten van geen van beide.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kwadranten van modulariteit tegen distributie</a:t>
            </a:r>
            <a:endParaRPr lang="en-US" sz="2600" dirty="0"/>
          </a:p>
        </p:txBody>
      </p:sp>
      <p:pic>
        <p:nvPicPr>
          <p:cNvPr id="3" name="Image 0" descr="C:\Projecten\eductus-trainingen\Software-architectuur\software-architectuur-cursus\tooling\figures\figuur-5-1-kwadrant-modulariteit-distribu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234440"/>
            <a:ext cx="7863840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archetypen, de positie van Mutatie 1.0, en welke verplaatsingen goedkoop zijn — en welke niet.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weg naar rechtsboven loopt via linksboven.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 moduleren, dan pas distribueren.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5.1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Plaats Mutatie 1.0 in het kwadrant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Deploybeeld uit bijlage K. Zoek gedeelde databases, synchrone ketens, lekkende koppelvlakken.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15 minuten.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Kernvraag c): welke bevindingen waren lichter geweest bij één eenheid — en welke niet?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monoliet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slechte naam is niet verdiend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klank komt van de grote modderbal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dat is een modulariteitsprobleem, geen distributieprobleem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modderbal opdelen in netwerkverbonden stukken lost niets op — het maakt het duurder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monoliet u geeft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Voordeel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Eenvoudige aanroepen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falen niet halverwege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Echte transacties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mutatie + audittrail samen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Eenvoudig testen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één machine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Eenvoudig waarnemen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één stacktrace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Goedkope refactoring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grens verleggen = code verplaatsen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een monoliet zijn uw grenzen goedkoop te corrigeren.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netwerkkoppelvlak kost een grensverlegging een migratieproject.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aan het begin weet u uw grenzen nog niet.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modulith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eenheid, afgedwongen grenzen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communiceren uitsluitend via expliciete koppelvlakken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gegevens per module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geen gedeelde tabellen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Handhaving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geautomatiseerd, niet via oplettendheid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Houdt latere splitsing open zonder de prijs nu te betalen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valt geen conferentielezing over te geven.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de enige reden dat dit punt zo weinig besproken wordt.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echte drijvers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Onafhankelijk uitrollen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sterkste, en de enige die op zichzelf voldoende 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Onafhankelijk schalen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deel met wezenlijk ander schaalprofiel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Onafhankelijk falen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isolatie die anders niet te bereiken 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Onafhankelijke technologie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fundamenteel andere stapel nodig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Mutatie 2.0: nul van de vier.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teams. Eén deploymoment. Eén schaalprofiel. Eén stapel.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Argumenten die géén drijver zijn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675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Argument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Waarom niet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“beter gemoduleerd”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dat geeft een modulith ook — zonder netwerk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“moderner”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dit was de motivering in Mutatie 1.0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“teams werken onafhankelijk”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alleen als de grenzen goed liggen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“beter herbruikbaar”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hergebruik = afferente koppeling (deel 3)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distributie werkelijk kost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netwerk faalt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 erger: slaagt zonder dat u het antwoord krijgt → idempotentie in elke dienst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Transacties verdwijnen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outbox, saga, compenserende acties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Consistentie wordt uitgesteld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werkbaar mits zichtbaar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Waarneembaarheid moet gebouwd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één stacktrace wordt elf logbestanden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Operationele last vermenigvuldigt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elf pijplijnen, elf versielijnen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QS-4: zeven jaar reconstrueerbaar, inclusief goedkeurder.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 mutatie en audittrail in verschillende diensten, dan moet u bewijzen dat ze niet uit elkaar lopen.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bewijs is duurder dan de transactie die u opgaf.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het wél de juiste keuze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zijn niet fout — ze zijn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 teams die elkaar in de weg zitten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Sterk uiteenlopende schaalprofielen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Delen met een eigen beschikbaarheidsregime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5.2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 de vier drijvers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systemen: Meridiaan, een landelijke uitvoerder, een webwinkel, een declaratiesysteem.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25 minuten.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welke is de keuze het minst duidelijk — en wat wilt u dan weten?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communicatievorm, geen verpakkingsvorm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Componenten publiceren gebeurtenissen en reageren erop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publicerende partij weet niet wie luistert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binnen één uitrolbare eenheid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dit is een andere 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vormen die verward worden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4572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Bevat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Nadeel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Melding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“er is iets gebeurd”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iedereen vraagt na → koppeling terug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Statusoverdracht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alle benodigde gegevens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duplicatie: welke kopie geldt?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Statusoverdracht lijkt op sprint 4.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Verschil: seconden versus 24 uur, en een vastgelegde volgorde.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Beoordeel een ontwerp niet op zijn vorm.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Gebeurtenissen als geheugen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Ingediend · gegevens opgevraagd · goedgekeurd door X · doorgegeven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mutatiegeschiedenis is dan geen bijproduct maar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bron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Dient QS-4 rechtstreeks; dit ontbrak in Mutatie 1.0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Prijs: opslag groeit, leesmodel nodig, ongewoon model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Eindtoestand is eenvoudiger. Gebeurtenissen zijn aantoonbaar.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Orkestratie of choreografie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Voordeel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Nadeel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Orkestratie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proces op één plek zichtbaar, status opvraagbaar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centrale plek wijzigt bij elke uitbreiding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Choreografie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uitbreiden zonder centrale wijziging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het proces bestaat nergens beschrijfbaar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statusbeeld. Aantoonbaar richting toezicht.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proces dat nergens beschreven staat, is niet aantoonbaar.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Meridiaan: orkestratie.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5.5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Orkestratie of choreografie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Scheidingsmutatie: zeven stappen, weken doorlooptijd, wachtmomenten.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Rollenspel, 25 minuten.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 3 — aantonen aan de toezichthouder — is beslissend.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beslissing voor Mutatie 2.0</a:t>
            </a:r>
            <a:endParaRPr lang="en-US" sz="2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680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Vraag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Keuze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Structuur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hexagonaal, naar mutatiesoort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Distributie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één eenheid — modulith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Grenzen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geautomatiseerd gehandhaafd, eigen gegevens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Vastlegging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gebeurtenissen als bron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Coördinatie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orkestratie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Doorgifte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asynchroon, idempotent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gesloten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fout was in drie stappen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 vraag is niet gesteld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nul van vier was een gesprek van een middag geweest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Twee vragen zijn samengevoegd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distributie besloten als structuur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 kosten zijn wel betaald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elf pijplijnen, geen transactie, storingen over elf logbestanden (= B7)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gaat niet over microservices.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vandaag de modulith kiest omdat de reader hem aanbeveelt, heeft niets geleerd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een andere mode overgenomen.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 en vooruitblik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waar staat uw eigen systeem, en welke drijver was aanwezig?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capstonedossier: B4 sluiten, mét herzieningsgrens. En kijk terug naar uw verklaring uit deel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6: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kwaliteitstactieken — hoe realiseert u QS-1 t/m QS-4 werkelijk? Sluit B5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2026-08-17T12:12:57Z</dcterms:created>
  <dcterms:modified xsi:type="dcterms:W3CDTF">2026-08-17T12:12:57Z</dcterms:modified>
</cp:coreProperties>
</file>