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Ontwerpprincipes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Koppeling, cohesie, information hiding — sluit bevinding B3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deel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Kwaliteitsscenario's in zes delen;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percentielen, geen gemiddelden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Kwaliteitsboom: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 × risico → vier architectuurdrijvers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in vier delen,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inclusief herzieningsgrens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vertaalt QS-3 zich naar structuur?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Maand elf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verzoek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adreswijziging naar het buitenland volgt voortaan een extra controle op verdragsstatus voor de loonheffing.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Geschat: enkele dagen.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resultaat: vijf weken, drie gebroken functies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Overlijdensbericht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validatie werd hergebruikt voor het correspondentieadres van de nabestaande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Werkgeversbatch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viel om bij ongeldige postcodes; foutgedrag was aangescherpt in een gedeelde tabel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Statusoverzicht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lege datums, want het las een veld dat de validatie intern vulde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van drieën heeft iets met buitenlandse adressen te maken.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Verspreiding van de wijziging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3-1-verspreiding-wijzi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5568" y="1234440"/>
            <a:ext cx="448056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Adresvalidatie centraal, met uitgaande afhankelijkheden naar overlijdensverwerking, werkgeversbatch en statusoverzicht.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van vandaag: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trekt u grenzen zodat een wijziging blijft waar hij hoort?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 is geen eigenschap van uw diagram.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een eigenschap van uw werkweek: wijzigt u A en moet B mee?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Soorten koppeling — van hanteerbaar naar giftig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 de casus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Data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postcode + huisnummer doorgeven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Stempel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volledig deelnemersobject doorgeven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Besturing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valideer(adres, strikt: true)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Gemeenschappelijk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gedeelde configuratietabel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Inhoud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statusoverzicht leest intern veld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richtingen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Efferente (uitgaand)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hoeveel hangt dit component van anderen af? Hoog = kwetsbaar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Afferente (inkomend)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hoeveel hangt van dit component af? Hoog = star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Adresvalidatie: zeven inkomende gebruikers, met verschillende wensen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Hergebruik verhoogt afferente koppeling.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Afferente koppeling verlaagt wijzigbaarheid.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Hergebruik is niet gratis.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twee koppelingen die u niet ziet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nachtelijke export moest klaar zijn vóór de ochtendbatch. Stond nergens. Volume groeide. Batch brak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beide componenten namen aan dat een lege einddatum "loopt nog" betekent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Peildatum, ingangsdatum, verwerkingsdatum: lijken op elkaar, zijn niet hetzelfde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Soorten koppeling herkennen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situaties classificeren. Individueel, 15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Vervolgvraag: welke staan er in het gegenereerde afhankelijkhedenoverzicht — en welke niet?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zwak naar sterk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Grondslag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Toevallig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niets (Utils, Common)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Logisch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lijkt op elkaar ← Mutatie 1.0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Temporeel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gebeurt tegelijk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Procedureel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zelfde volgorde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Communicatief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zelfde gegevens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Functioneel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één taak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“Validatie hoort bij validatie.”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Klinkt goed. Is logische cohesie. Kostte vijf weken.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Veranderen deze onderdelen om dezelfde reden, op verzoek van dezelfde partij?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Adresvalidatie deelnemersmutatie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verandert bij correspondentiebeleid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Adresvalidatie werkgeversbatch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verandert bij aanleverformaat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lijken op elkaar en horen niet bij elkaar.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dit geen doelen zijn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nuances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 nul bestaat niet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componenten die niets van elkaar weten, doen niets samen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 koppeling is te koop;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prijs is complexiteit. Veertig indirecties is niet wijzigbaar maar ondoorgrondelijk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Wijzigbaarheid is altijd wijzigbaarheid ergens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Ontwerpprincipes zonder kwaliteitsscenario zijn smaak.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QS-3 vertelt u waarlangs u moet snijden.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Parnas, 1972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component verbergt een beslissing die waarschijnlijk gaat veranderen.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"maak velden privé"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beslissing zit hierin, en wie mag er last van krijgen als zij wijzigt?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= wat we beloven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implementatie = hoe we het waarmaken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integratie met de kernadministratie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Verbergen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Beloven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SOAP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uiteindelijk precies één keer doorgegeven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max. 20/sec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aanbieder hoort wanneer het gelukt 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hoofdlettereis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niets gaat verloren bij uitval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3 herpogingen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vastgelopen mutaties worden zichtbaar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klassieke fouten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lekkende contract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SOAP-foutcode doorgeven; zodra één aanroeper erop reageert, ligt het protocol vast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abstractie zonder beslissing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interface om een interface. Toets: welke verandering wordt hierdoor goedkoper?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contract van de integratiecomponent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Verbergen / beloven, maximaal zes bewerkingen, dan de lektest.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25 minuten.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Waarlangs snijdt u?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concurrerende criteria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Criterium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Goed wanneer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Slecht wanneer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Technische laag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klein systeem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functionele wijzigingen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Domein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wijzigingen komen per functie binnen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veel gedeelde logica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Verandersnelheid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uiteenlopende ritmes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vraagt discipline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indelingen naast elkaar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3-2-twee-indelin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168" y="1234440"/>
            <a:ext cx="8595360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6217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lagen versus domein, met de nieuwe mutatiesoort gearceerd in beide.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Waarlangs snijdt u?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indelingen tekenen, drie wijzigingen doorrekenen, geraakte componenten tellen.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40 minuten.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 uw keuze tegen uw vier drijvers — niet tegen uw voorkeur.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integrity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systeem werkt overal op dezelfde manier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problemen, dezelfde oplossing;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begrippen, dezelfde betekenis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Mutatie 1.0: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validatiemanieren, drie foutstijlen, "dossier" en "zaak" door elkaar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Brooks: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liever één samenhangend ontwerp mét gebreken dan losse goede ideeën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 en cohesie kan een team lokaal bewaken.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Consistentie tussen componenten niet.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integrity is de eigenschap die het bestaan van een architect rechtvaardigt.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klassieke principes — en hun grenzen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bruikbaar, als "reden om te veranderen, gezien vanuit één belanghebbende"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 ís QS-3. Gevaarlijk als doel op zich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gaat over dubbele kennis, niet dubbele tekst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YAGNI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geldt voor wat goedkoop terug te draaien is, en niet voor de rest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Duplicatie is goedkoper dan de verkeerde abstractie.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Duplicatie kost schrijfwerk. Een verkeerde abstractie kost maanden.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 naar B3 — en huiswerk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Cohesie op verandering, information hiding op de validatie, indeling langs de mutatiesoort, begrippenlijst tegen semantische koppeling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Wijzigingen worden niet gratis —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worden voorspelbaar en begrensd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duurste én goedkoopste wijziging in uw eigen systeem ·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3.7 capstonedossier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4: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architectuurstijlen I — lagen, hexagonaal, pipes &amp; filters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2026-08-17T10:11:52Z</dcterms:created>
  <dcterms:modified xsi:type="dcterms:W3CDTF">2026-08-17T10:11:52Z</dcterms:modified>
</cp:coreProperties>
</file>