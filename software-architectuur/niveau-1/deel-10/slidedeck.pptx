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10 — HET SLUITSTUK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en verdediging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post-mortem naar verdedigbaar ontwerp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twee dingen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Ochtend: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het CPSA-F-examen — opzet, vraagvormen, oefenexamen, zelftoets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Middag: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uw architectuur verdedigen voor een panel van vier rollen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terugblik, en uw positioneringsverklaring uit deel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examen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Schriftelijk, meerkeuze, bij een geaccrediteerd examenbureau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met één en met meerdere juiste antwoorden; punten naar gewicht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duur, aantal en slaagdrempel bij uw examenbureau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die kunnen per versie verschillen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Getoetst wordt begrip en toepassing.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reproductie, niet technologie, en niet deze casus.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vraagvormen, vier valkuilen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Situatievraag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het algemeen beste antwoord kiezen in plaats van het passende. Teamaantal en deployritme staan er niet voor de sier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Begripsvraag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een antwoord dat waar is maar niet over het gevraagde begrip gaat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Meervoudige vraag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stoppen bij het eerste juiste antwoord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"Welke is géén"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de ontkenning over het hoofd zien. Onderstreep hem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“Altijd”, “nooit”, “in alle gevallen”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in dit vak zelden juist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behalve bij definities.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10.1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Oefenexamen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Twintig vragen, 40 minuten. Geen naslag, geen overleg.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 10.2: was het een kennisgat, een leesfout, of verkeerde toepassing?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Zelftoets per curriculumthema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Thema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Kernvraag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Begrippen en rol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wanneer is iets significant?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Eisen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scenario in zes delen opstellen?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Ontwerpprincipes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waarom verlaagt hergebruik wijzigbaarheid?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Stijlen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beoordelen op vier vragen, niet op voorkeur?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Tactieken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tactiek kiezen én prijs benoemen?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Concepten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waarom geen natuurlijke eigenaar?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Documentatie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beschrijving versus beslissing?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Evaluatie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vier uitkomstsoorten toepassen?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cursus en examen uiteenlopen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Verder dan het examen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(bewust): meetplan, borgingslagen, ontwerpfout versus gerealiseerd risico. Praktijkstof — u hebt het in uw werk nodig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ver dan het examen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ontwerpmethodiek en enkele technische concepten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het officiële curriculum door.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Het is kosteloos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architectuur die u niet kunt uitleggen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geen architectuur maar een voorkeur.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precies wat in Mutatie 1.0 nooit werd gevraagd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hoefde uit te leggen waarom iets zo was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 werd de vraag ook niet gesteld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Verantwoorden is geen bureaucratie — het is het moment waarop een keuze een keuze wordt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panel — vier rollen, vier belangen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 hem bezighoudt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Directeur 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kosten, risico, "wordt dit weer 1.0?"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Product owner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doorlooptijd, en waarom week 8 een prototype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Beheer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er 's nachts gebeurt, en wie gebeld wordt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Compliance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aantoonbaarheid, en wat de toezichthouder vraagt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meebrengt — en niet meer dan dat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C4-niveau 1 en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oplossingsstrategie van één A4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bevindingenregister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 restrisico's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drie ADR's — de beperking is onderdeel van de oefening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beoordelingscriteria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Verantwoording tegen drijvers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niet tegen methodenamen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Benoemde prijs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wordt slechter, en wie merkt het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Bevindingen gesloten mét restrisico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Omgaan met kritiek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Overdraagbaarheid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weet een buitenstaander waar hij begint?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reacties op kritiek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"dat klopt, het staat als restrisico; ik heb X gedaan, Y blijft over"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Verhelderen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"ik denk dat we langs elkaar praten; bedoelt u X of Y?"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Weerleggen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 de drijvers en de context. Nooit met autoriteit of een methodenaam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erkend zwak punt met benoemde maatregel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sterker dan een ontkend zwak punt.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eerste tegenwerping alles herzien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 draagt uw keuzes niet.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tegenwerping pareren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 luistert niet.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440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tweede is duurder: die architect hoort beheer en compliance nooit.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10.3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Materiaal terugbrengen tot vier stukken · presentatie in steekwoorden.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vragen waarop u het slechtst voorbereid bent.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25 minuten.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306824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vragen die u zelf niet durft te stellen, zijn precies de vragen die komen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10.4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minuten presentatie · 15 minuten panel · 2 minuten terugkoppeling.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sterk punt, één punt dat scherper kon.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boog van dit niveau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bevindingen, negen delen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852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Bevinding → 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Gesloten met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B2 → deel 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scenario's en drijvers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B3 → deel 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cohesie op reden-van-verandering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B4 → deel 4, 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structuur ≠ distributie; nul van vier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B5 → deel 6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meetplan met datums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B1, B6 → deel 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ADR's, arc42, C4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B7 → deel 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concepten met handhaving en eigenaar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vraag eronder → deel 9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evaluatie en borgingslagen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hebt geen zeven maatregelen geleerd.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hebt geleerd dat de meeste architectuurschade ontstaat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doordat een vraag niet werd gesteld.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kwaliteitseis rechtvaardigt deze structuur?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drijver rechtvaardigt deze stijl?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kost dit, en wie merkt het?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is dit zo — en waar staat dat?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bewaakt het als niemand kijkt?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60807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608076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zijn niet moeilijk. Ze worden alleen zelden gesteld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10.5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uw positioneringsverklaring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Geschreven op dag één, ongelezen sinds deel 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voorspelde u? Wat is het geworden?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maandag kunt doen — zonder mandaat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Vraag bij elke stellige mededeling: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wie heeft dat vastgesteld, en waaruit?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Schrijf één ADR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een beslissing van deze week. Twintig regels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Maak één rekensom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u anders niet had gemaakt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 rekensom die in Mutatie 1.0 een jaar had bespaard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aanmelden bij een geaccrediteerd bureau; curriculum doornemen op uw zwakke hoofdstukken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CPSA-A-modulelandschap, elf delen: DDD, event sourcing, cloud, evolutionaire architectuur, volledige ATAM. Casus: de bouw van Mutatie 2.0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certificeringstraject met examinatoreninterview. Casus: multi-tenant na fondsovername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 voor tien delen — en succes met het examen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2026-08-17T12:20:26Z</dcterms:created>
  <dcterms:modified xsi:type="dcterms:W3CDTF">2026-08-17T12:20:26Z</dcterms:modified>
</cp:coreProperties>
</file>