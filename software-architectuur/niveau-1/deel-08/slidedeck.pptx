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48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1 · DEEL 8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256032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concepten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160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Fouten, logging, autorisatie, tijd — sluit bevinding B7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6263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· voorbereiding CPSA-F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966960" y="548640"/>
            <a:ext cx="1828800" cy="1828800"/>
          </a:xfrm>
          <a:prstGeom prst="ellipse">
            <a:avLst/>
          </a:prstGeom>
          <a:ln w="19050">
            <a:solidFill>
              <a:srgbClr val="4A67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4572000"/>
            <a:ext cx="1005840" cy="1005840"/>
          </a:xfrm>
          <a:prstGeom prst="ellipse">
            <a:avLst/>
          </a:prstGeom>
          <a:ln w="19050">
            <a:solidFill>
              <a:srgbClr val="4A6789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openstaande zaken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B7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foutafhandeling, logging, autorisatie en datums: elf keer verschillend opgelost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derde wijziging uit deel 3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"correspondentie ook in het Engels" liep langs geen enkele indelingsas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 was geen fout in uw indeling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8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cross-cutting concept geldt overal.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 wordt hij door geen enkele hoofdindeling gevangen.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Domeinindeling met vier gearceerde banen</a:t>
            </a:r>
            <a:endParaRPr lang="en-US" sz="2600" dirty="0"/>
          </a:p>
        </p:txBody>
      </p:sp>
      <p:pic>
        <p:nvPicPr>
          <p:cNvPr id="3" name="Image 0" descr="C:/Projecten/eductus-trainingen/Software-architectuur/software-architectuur-cursus/tooling/figures/figuur-8-1-cross-cutting-concept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3928" y="1234440"/>
            <a:ext cx="7863840" cy="43159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6875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Zes mutatiesoortmodules, met vier gearceerde banen eroverheen — foutafhandeling, logging, autorisatie, tijd.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8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cross-cutting concept heeft geen natuurlijke eigenaar.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 team komt hem tegen. Elk team lost hem lokaal op.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Elke lokale oplossing is redelijk. Het geheel is onwerkbaar.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toets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twee teams dit ieder voor zich oplossen — hebben we dan een probleem?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 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concept, vastleggen in arc42 hoofdstuk 8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 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implementatiekeuze, laat het los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pagina per concept: 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regel, reden, voorbeeld, gedrag bij afwijking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8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8.1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of implementatiekeuze?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 onderwerpen. Individueel, 15 minuten.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de twijfelgevallen: welk gegeven doet uw oordeel kantelen?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Foutafhandeling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foutsoorten, vier reacties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68580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Soort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Reactie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Invoerfout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melden in begrijpelijke taal; niet loggen als fout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Bedrijfsregelfout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melden mét de regel; vastleggen als gebeurtenis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Tijdelijke technische fout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niet melden aan de indiener; vasthouden en herpogen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Blijvende technische fout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snel falen, luid loggen, niet doorgaan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8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Mutatie 1.0 werden deze vier niet onderscheiden.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onbereikbaar koppelvlak gaf de deelnemer een foutmelding.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ongeldige postcode belandde tussen de echte storingen.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regels om vast te leggen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ziet wat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drie teksten voor dezelfde gebeurtenis is normaal, geen verspilling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is herstelbaar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herpogen op een blijvende fout is een storing die zichzelf versterkt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gebeurt er met het werk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verloren, vastgehouden, of uitvalbak?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wordt gewaarschuwd, wanneer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niet elke fout is een melding waard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8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Repareer nooit stilletjes een onmogelijke waarde.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 levert een fout recht op dat niemand ooit opmerkt.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8.2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foutafhandelingsconcept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Eerst: wat is er redelijk aan elk van de vier benaderingen uit 1.0?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 één concept op één A4, getoetst tegen drie situaties.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648456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Duo's, 30 minuten.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en tracering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afspraak maakt een storing volgbaar: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elke opdracht krijgt bij binnenkomst een correlatie-identificatie,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die gaat mee met alles wat eruit voortkomt.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"Wij hebben één logbestand, dus dit hoeft niet"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bestand betekent dat alle regels op één plek staan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dat ze bij elkaar horen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Bevestigd om 10:03, doorgegeven om 10:47 — daartussen duizenden andere regels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Asynchroon zijn we. Dat was ADR-014.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8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soorten vastlegging — verschillende lezers, verschillende termijnen</a:t>
            </a:r>
            <a:endParaRPr lang="en-US" sz="2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108960"/>
                <a:gridCol w="46634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Soort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Termijn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Wijzigbaar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Technische logging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dagen–weken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opschoonbaar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Gebeurtenissen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zeven jaar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onveranderlijk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Audittrail toezicht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bewaarplicht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onveranderlijk, toegang vastgelegd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8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u niet logt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Wachtwoorden en tokens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Volledige berichten waarin toevallig persoonsgegevens zitten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BSN en rekeningnummers in leesbare vorm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Relatiegegevens uit scheidings- en overlijdensmutaties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8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8.3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 een storing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Reconstrueer storing 2 uit bijlage U. Negen stappen, vijf logbestanden.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Ontwerp het concept dat er één handeling van maakt.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648456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Groepen van vier, 35 minuten.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Autorisatie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"wie mag inloggen" maar "wie mag welke handeling op welk gegeven"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Centraal beslissen, lokaal afdwingen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in 1.0 was het omgekeerd: elf modellen, elf aanpassingen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Functiescheiding hoort in het domein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een generieke laag kent de geschiedenis van het dossier niet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 vast wat er gebeurt bij weigering: ziet men dat iets bestaat, of niets?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8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Tijd en datums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datums die op elkaar lijken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Ingangsdatum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vanaf wanneer geldt het in de werkelijkheid? Verhuizing per 1 juni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Verwerkingsdatum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wanneer legden wij het vast? Gemeld op 14 juni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Peildatum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naar welk moment kijkt de berekening? Stand per 31 december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8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Terugwerkende kracht is geen fout die u wegontwerpt.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is een eigenschap van administratieve werkelijkheid die uw systeem moet aankunnen.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regels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UTC in de opslag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omzetten alleen bij weergave — de laatste zondag van oktober draait uw batch twee keer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Datum zonder tijd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waar het een kalenderdag betreft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Systeemklok niet rechtstreeks lezen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dat was de tijdpoort uit deel 4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Vastleggen welke datum leidend is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per berekening, in de begrippenlijst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8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8.4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datumconcept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productiegevallen ontrafelen, dan het concept opstellen.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Duo's, 30 minuten.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3648456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Geval c): verhuisd per 1 juni, gemeld op 14 juni, betaald op 5 juni, naar het buitenland.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Concepten laten leven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manieren, van sterk naar zwak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Onvermijdelijk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 weg van de minste weerstand. Correlatie zit in de infrastructuur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Controleerbaar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 bouwstraat faalt bij een rechtstreekse klokaanroep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Voorbeeldig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één module doet het goed; werkt slecht onder tijdsdruk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Afgesproken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het staat in hoofdstuk 8. De zwakste vorm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8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concept dat alleen in een document staat,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over twee jaar elf keer verschillend geïmplementeerd.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40690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 is precies wat er gebeurd is.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B7 gesloten — en wat B7 eigenlijk 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Vastlegging + handhaving + een eigenaar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 van de elf teams had een redelijke oplossing voor foutafhandeling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schade ontstond doordat er elf redelijke oplossingen waren en niemand de bevoegdheid had er één van te maken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organisatorisch probleem met een technische verschijningsvorm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8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Huiswerk en vooruitblik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8.7c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loop uw register langs: bij hoeveel van de zeven staan vastgelegd, gehandhaafd én eigenaar?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de meesten: twee of drie van de zeven. Neem die lijst mee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9: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architectuurevaluatie en kwaliteitsborging — wie maakt van een voornemen een afspraak?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1, deel 8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2026-08-17T14:50:06Z</dcterms:created>
  <dcterms:modified xsi:type="dcterms:W3CDTF">2026-08-17T14:50:06Z</dcterms:modified>
</cp:coreProperties>
</file>