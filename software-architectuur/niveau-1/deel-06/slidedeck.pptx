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Kwaliteitstactieken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Prestatie, beschikbaarheid, beveiliging, onderhoudbaarheid — sluit bevinding B5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keuzes tot nu toe maken kwaliteit mogelijk.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realiseren haar niet.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Stijl, patroon, tactiek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Reikwijdte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Voorbeeld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Stijl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grondvorm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hexagonaal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Patroon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deelprobleem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outbox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Tactiek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één attribuut, gericht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werk uit het kritieke pad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tactiek zonder scenario is versiering.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scenario zonder meetpunt is een hoop.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categorieën — in deze volgorde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Vraag beperken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werk uit het kritieke pad, minder aanroepen, toegang begrenzen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Middelen beter benutten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bewaren, vooraf berekenen, gelijktijdigheid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Middelen toevoegen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meer capaciteit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3 pas na 1 en 2 — en leg vast wat u ermee verbergt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services vroegen elk apart dezelfde deelnemersgegevens op.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keer ophalen en doorgeven scheelt driekwart van het werk.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structuurwijziging. De goedkoopste tactiek wordt het vaakst overgeslagen.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Bewaren: niet óf, maar hoe lang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4: 24 uur, geen doorbreking → ~400 fouten per maand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minuten, doorbreking bij mutatie op dezelfde deelnemer → werkbaar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tactiek. Andere prijs.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Kritiek pad van een adresmutatie vóór en na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6-1-kritiek-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234440"/>
            <a:ext cx="9509760" cy="3767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138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synchrone keten van vier schakels met de kernadministratie aan het eind; rechts vastleggen-en-bevestigen met asynchrone doorgifte.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 de meting van week 58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gaan de 90 seconden heen? Welke tactieken leveren het meest op?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En: welke was in week 58 nog uitvoerbaar?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Beschikbaarheid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fasen — de meeste ontwerpen doen alleen de eerste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Ontdekken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ping/echo, hartslag, tijdslimieten, uitblijvende gebeurtenissen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Opvangen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herpogen (mits idempotent), onderbreker, werk vasthouden, verminderde dienst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Herstellen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herstarten, opnieuw aanbieden, en de gevolgen opruimen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stilstand.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faalt. Er gebeurt alleen niets.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moeilijkst ontdekbare storing, en de meest voorkomende.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 heeft 's nachts geen bezetting.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tactiek die een mens vereist, werkt niet tussen 18:00 en 08:00.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herstel is dus een eis, geen luxe.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Weerstaan · ontdekken · reageren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zorg van de security officer was niet "veiligheid" maar functiescheiding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een adres wijzigt, keurt geen uitkeringsopdracht op die deelnemer goed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domeinregel, geen beveiligingslaag eromheen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Onveranderlijke audittrail: een trail die de applicatie kan wijzigen, bewijst niets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 fraude accepteren we om hoeveel mensen zelfstandig te laten werken?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bestuurlijke vraag.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 stelt hem. De opdrachtgever beantwoordt hem.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Onderhoudbaarheid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principes uit deel 3, als gerichte maatregel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Verantwoordelijkheden scheiden · afhankelijkheden beperken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Variatiepunten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mutatiesoort = vereiste gegevens + controles + statusstroom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Bindingstijd uitstellen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configuratie in plaats van 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Valkuil: een variatiepunt op iets dat nooit varieert is de abstractie zonder beslissing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Tactieken botsen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749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Tactiek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Verbetert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Verslechtert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Leesmodel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prestatie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onderhoud, consistentie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Werk vasthouden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beschikbaarheid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zichtbaarheid consistentie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Functiescheiding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beveiliging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bruikbaarheid, doorlooptijd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Variatiepunten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wijzigbaarheid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begrijpelijkheid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Meer capaciteit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prestatie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verbergt de oorzaak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gaat er slechter van?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tactieken. Noteer wat verslechtert en voor wie dat merkbaar 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15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minstens twee is dat een andere partij dan de ontwikkelaar. Welke?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echte antwoord op B5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keten van B2 naar B5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geen norm heeft, wordt niet gemeten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een norm alleen volstaat niet — er moet een moment en een eigenaar zijn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58 van 60: de oorzaak was structureel en dus onherstelbaar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meetplan — vijf elementen per drijver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meten we — de responsmaat, met percentiel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Waarmee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opstelling, belasting, gegevensomvang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Wanneer voor het eerst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Wie beoordeelt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 de bevoegdheid om nee te zeggen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Wat als het niet haalt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tactiek staat klaar, wat kost die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drijverscenario wordt gemeten uiterlijk voor een derde van de looptijd.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Mutatie 1.0 bestond het kritieke pad in week 12.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verschil tussen week 12 en week 58 is het verschil tussen een correctie en een gepauzeerd programma.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Meten als het systeem er nog niet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van alleen het risicovolle pad, met echte latenties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rekensom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4.000 ÷ 20 = 200 seconden (deel 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telefoongesprek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limiet van 20/sec was zo te achterhalen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rekensom van dertig seconden had hier een jaar bespaard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tactieken voor Mutatie 2.0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Tactiek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Eerste meting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keten inkorten + async doorgifte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week 8, prototype, 50 gebruikers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outbox + idempotent + onderbreker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week 10, storing forceren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QS-4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onveranderlijke gebeurtenisopslag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week 12, reconstructieproef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QS-3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mutatiesoort als variatiepunt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week 16, extra soort bouwen en klokken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Wijzigbaarheid meet u niet met een metriek.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bouwt een extra mutatiesoort en klokt hoe lang het duurt.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Aantoonbaarheid ook niet.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iemand die het niet gebouwd heeft een dossier reconstrueren.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Lukt het alleen mét de bouwer? Dan hebt u B6 in de kiem.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het meetplan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drijvers, vijf elementen, op een tijdlijn van 12 maanden.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Gewetensvraag e): wie maakt bezwaar tegen week 8 — en wat zegt u tegen hem?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1463040" cy="1463040"/>
          </a:xfrm>
          <a:prstGeom prst="ellipse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5E7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week 8 kost deze proef twee sprints. In week 58 kostte dezelfde vraag veertien maanden en 3,4 miljoen. Ik vraag niet om zekerheid — ik vraag om het antwoord op de duurste vraag die we hebben, op het moment dat we er nog iets mee kunnen.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gesloten — 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sluit niet met tactieken maar met een meetplan met datums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laatste storing in uw eigen systeem: ontdekt, opgevangen, hersteld?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capstonedossier: meetplan + per drijver de prijs én wie hem merkt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documentatie — arc42, C4, ADR's. Sluit B1 en B6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2026-08-17T12:26:15Z</dcterms:created>
  <dcterms:modified xsi:type="dcterms:W3CDTF">2026-08-17T12:26:15Z</dcterms:modified>
</cp:coreProperties>
</file>