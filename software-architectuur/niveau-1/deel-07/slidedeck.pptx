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Architectuurdocumentatie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arc42, C4, ADR's — sluit bevinding B1 en B6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bevindingen, één deel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kennis zat in hoofden. Vertrek leadontwikkelaar maand 9 → zes weken stilstand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expliciete architectuur. Beslissingen in standups en pull requests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horen bij elkaar. Ze zijn niet hetzelfde.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gaat over wát het systeem is.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gaat over wáárom het zo 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systeem kan uitstekend beschreven zijn zonder dat één beslissing verantwoord 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 documentatievragen</a:t>
            </a:r>
            <a:endParaRPr lang="en-US" sz="2600" dirty="0"/>
          </a:p>
        </p:txBody>
      </p:sp>
      <p:pic>
        <p:nvPicPr>
          <p:cNvPr id="3" name="Image 0" descr="C:\Projecten\eductus-trainingen\Software-architectuur\software-architectuur-cursus\tooling\figures\figuur-7-1-documentatievra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234440"/>
            <a:ext cx="7863840" cy="4892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263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Beschrijving (arc42-kern, C4) tegenover beslissingen (ADR's).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lezers, vier vragen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Lezer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Vraag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Nieuwe ontwikkelaar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waar moet ik zijn?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Beheer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wat draait waar, en bij storing?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Architect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waarom zo, mag ik dit wijzigen?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Toetsende partij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voldoet dit, kunt u het aantonen?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elk stuk tekst: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leest dit, en welke beslissing neemt hij ermee?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op geen van beide een antwoord heeft, kan weg.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had de vervanger nodig gehad?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items uit het overdrachtsverslag, verdeeld over B6 en B1.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20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En: was er iets dat géén enkel document had kunnen afdekken?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arc42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hoofdstukken — een indeling, geen methode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Hoofdstukken 1–6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Hoofdstukken 7–12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 Eisen en drijfveren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7 Verdelingszicht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2 Randvoorwaarden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8 Cross-cutting concepten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3 Context en afbakening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9 Beslissingen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4 Oplossingsstrategie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10 Kwaliteitseisen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5 Bouwstenenzicht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11 Risico's en schuld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6 Looptijdzicht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12 Begrippenlijst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met de meeste waarde — tegen de intuïtie 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Oplossingsstrategie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één pagina, het meest gelezen en minst geschreven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H12 Begrippenlijst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tegen semantische koppeling helpt geen structuur, alleen taal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H11 Risico's en schuld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eerlijkheidshoofdstuk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Peildatum · ingangsdatum · verwerkingsdatum · boekingsdatum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een pensioenomgeving is hoofdstuk 12 geen bijlage maar kernmateriaal.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overslaat, laat u leeg staan — met een reden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 hoofdstuk met “niet van toepassing omdat…” = informatie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Weggelaten hoofdstuk = een gat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een klein systeem volstaan 1, 3, 4, 5, 9 en 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de oplossingsstrategie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A4. Geen diagram. Leesbaar op dag één.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30 minuten — daarna ruilen.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 van uw buurman: weet u nu waar u begint bij een nieuwe mutatiesoort?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C4-model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niveaus — scheidt abstractie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systeem als één blok, met gebruikers en buursystemen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Container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afzonderlijk uitvoerbare of opslagbare eenheden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Component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bouwstenen binnen een container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Code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vrijwel nooit tekenen; veroudert dagelijks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containerniveau wordt de distributiekeuze zichtbaar.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containers of drie.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contextniveau zien beide systemen er identiek uit.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zichten die u vrijwel altijd nodig hebt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Dynamisch zicht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samenwerking in de tijd, per scenario. Hier worden de tactieken uit deel 6 zichtbaar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Verdelingszicht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draait waar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Regel: één diagram per vraag die iemand daadwerkelijk stelt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diagram goed maakt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Eén abstractieniveau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meest voorkomende fout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Een legenda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anders leest ieder zijn eigen betekenis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Betekenisvolle pijlen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aanroep? afhankelijkheid? gebeurtenis?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Een titel die de vraag benoemt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niet “Architectuur”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Beperkt aantal elementen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splitsen is beter dan verkleinen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Diagramfouten opsporen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diagrammen, minstens twee fouten elk.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Individueel, 15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is het gevaarlijkst — niet het lelijkst?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gevaarlijkste diagram is het netste.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rommelig diagram wordt gewantrouwd. Een verzorgd diagram wordt geloofd.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 C4 voor Mutatie 2.0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container, component, en één dynamisch zicht.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Leg uw containerniveau naast het deploybeeld van 1.0. Waar is dat verschil besloten?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onderdelen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· status · datum en betrokkenen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situatie, de eisen. Geen oplossing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Beslissing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actief: “wij doen X”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Gevolgen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beter, wat slechter, en voor wie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Alternatieven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 is nog meer overwogen, en waarom afgevallen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“Lokale cache voor performance.”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 beslissing zonder context.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Daarom kon niemand later beoordelen of zij nog klopte.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alternatieven doen het werk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alternatieven weet een lezer niet of er is nagedacht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alternatieven weet hij welke opties al zijn afgewogen — en op welke gronden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bespaart hem het opnieuw voeren van een gesprek dat al gevoerd 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aanvaarde ADR wijzigt u niet.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vervangt hem. De geschiedenis van uw beslissingen is zelf informatie.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elke beslissing die twee of meer keer “ja” scoort op het criterium uit deel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een systeem als Mutatie 2.0: twintig tot veertig over de looptijd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honderden — en niet drie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7.5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drie ADR's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Distributiekeuze · vastlegging in gebeurtenissen · één naar keuze.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40 minuten.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derde: waarom zou een opvolger hem willen terugdraaien — en voorkomt uw ADR dat?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Documentatie die niet veroudert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Genereren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 te genereren 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Schrijven op het niveau dat stabiel 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kost niets, is een schrijfkeuze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Bij de code houden,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dezelfde versiebeheerlijn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Een moment waarop iemand kijkt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zwakste, en de enige die het waarom raakt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beschrijven is de belangrijkste oorzaak van verouderde documentatie.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meer u beschrijft, hoe meer er kan verouderen — en hoe minder er wordt gelezen.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en B6 gesloten — en wat het niet oplost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Documentatie maakt een verkeerde beslissing niet goed. Zij maakt haar herkenbaar en herzienbaar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verloren weken waren met vijftien pagina's waarschijnlijk twee geweest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was met een ADR onderwerp van gesprek geweest — vóór een jaar werk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7.7c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zoek een beslissing zonder motivering in uw eigen systeem en schrijf er alsnog een ADR over. Nuttigste opdracht van dit deel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capstonedossier: B1 en B6 apart; plus de overdrachtstoets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cross-cutting concepten. Sluit B7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2026-08-17T12:27:24Z</dcterms:created>
  <dcterms:modified xsi:type="dcterms:W3CDTF">2026-08-17T12:27:24Z</dcterms:modified>
</cp:coreProperties>
</file>