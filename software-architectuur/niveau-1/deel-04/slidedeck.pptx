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Architectuurstijlen 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Gelaagd, hexagonaal, pipes &amp; filters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helft van bevinding B4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deel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 = wijzigt A, moet B mee? Cohesie = verandert het om dezelfde reden?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hiding: verberg de beslissing die gaat veranderen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Hoofdindeling langs het domein, integratie apart (want andere verandersnelheid)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bestaande antwoorden op diezelfde vragen — stijlen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begrippen, vier reikwijdtes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Begrip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Reikwijdte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Architectuurstijl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het hele systeem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Architectuurpatroon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 deelprobleem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Ontwerppatroon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binnen een component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Referentiearchitectuur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domeinspecifieke invulling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stijl u geeft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beproefde verdeling van verantwoordelijkheden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Voorspelbaarheid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wie de stijl kent, kan uw systeem lezen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bekend gedragsprofiel: welke kwaliteiten hij bevordert en bemoeilijkt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stijl u niet geeft: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oplossing voor uw probleem.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vragen bij elke stijl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Welk probleem lost hij op?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Welke kwaliteiten bevordert hij, welke bemoeilijkt hij?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Welke randvoorwaarden veronderstelt hij?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 kost het als u het half doet?</a:t>
            </a:r>
            <a:pPr indent="0" marL="0">
              <a:spcAft>
                <a:spcPts val="1400"/>
              </a:spcAft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4 wordt bijna nooit gesteld.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Sommige stijlen zijn genadig bij halfheid. Andere zijn dan slechter dan geen stijl.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Stijl, patroon of ontwerppatroon?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begrippen classificeren. Individueel, 10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zijn omstreden. Welke — en waarom maakt dat weinig uit?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gelaagde stijl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Grondvorm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Horizontale lagen: presentatie, applicatielogica, domeinlogica, gegevenstoegang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laag bedient de laag erboven en gebruikt de laag eronder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op: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vermenging van technische verantwoordelijkheden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Gesloten of open?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Voordeel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Gesloten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echte isolatie per laag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doorgeefluiken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Open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geen doorgeefwerk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isolatie weg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3108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probleem is zelden de keuze — het is de afwezigheid ervan.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klassieke problemen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Sinkhole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meerderheid van de verzoeken passeert lagen die niets toevoegen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Omgekeerde afhankelijkheid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domein hangt van de opslag af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domein verandert om reglementaire redenen, de opslag om technische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stabiele partij hangt af van de instabiele. Dat is precies verkeerd om.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of gesloten?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de laagoverschrijdingen in Mutatie 1.0. Formuleer één regel die een ontwikkelaar morgen kan toepassen.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20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principe gesloten, tenzij het niet anders kan" is geen regel maar een vrijbrief.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Hexagonale architectuur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domein hangt van niets af.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van buiten komt binnen via poorten die het domein zelf definieert.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Hexagonale architectuur voor Mutatie 2.0</a:t>
            </a:r>
            <a:endParaRPr lang="en-US" sz="2600" dirty="0"/>
          </a:p>
        </p:txBody>
      </p:sp>
      <p:pic>
        <p:nvPicPr>
          <p:cNvPr id="3" name="Image 0" descr="C:\Projecten\eductus-trainingen\Software-architectuur\software-architectuur-cursus\tooling\figures\figuur-4-2-hexagoon-mut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6888" y="1234440"/>
            <a:ext cx="621792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Domeinkern met poorten; adapters voor portaal, behandelaarsscherm, werkgeversbatch, kernadministratie, postcodedienst, gebeurtenisopslag. Alle pijlen naar binnen.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soorten poorten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Aandrijvend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buitenwereld roept het domein aan: portaal, behandelaarsscherm, batch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Aangedreven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domein roept de buitenwereld aan: kernadministratie, postcodedienst, gebeurtenisopslag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kanalen, één domeinbewerking. In Mutatie 1.0 had elk kanaal zijn eigen regels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"Een mutatie wordt uiteindelijk precies één keer doorgegeven."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contract uit deel 3 is exact een aangedreven poort.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Hexagonaal = information hiding op systeemniveau.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oplevert en kost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Bevordert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Bemoeilijkt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vervangbaarheid externe systemen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begrijpelijkheid: veel indirectie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testbaarheid zonder database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eenvoudige CRUD wordt duur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zuiver domein, regels op één plek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abstracties zonder beslissing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meerdere kanalen, één logica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niet genadig bij halfheid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het misgaat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domein lekt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velden die er alleen zijn omdat de database ze wil. Toets: zou dit veld bestaan als we alles op papier deden?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Poorten die de buitenwereld beschrijven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roepSoapDienstAan() is geen poort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kern die "even" de database aanspreekt: alle kosten, geen baat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Onnodige toepassing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bij opslag zonder regels is dit overhead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 het hexagoon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 bepalen, poorten benoemen, contracten in domeintaal, alle pijlen naar binnen.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40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Moeilijke vraag: waar plaatst u reglementslogica die per werkgever uit een tabel komt?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filters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Grondvorm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Onafhankelijke stappen (filters), verbonden door kanalen (pipes)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filter kent alleen zijn in- en uitvoer, niet zijn buren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op: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verwerking die van nature een keten is en waarvan de stappen apart moeten kunnen wijzigen, schalen of herstarten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Oplevert en kost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Bevordert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Bemoeilijkt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wijzigbaarheid per stap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stappen die elkaar nodig hebben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herbruikbaarheid van filters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foutafhandeling in de keten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trage stappen apart schalen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transactionele samenhang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herstart vanaf tussenpunt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interactieve verwerking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beslissende ontwerpvraag is niet de stapindeling.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de foutstrategie.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 mutaties, 12 ongeldig — wat gebeurt 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afwijzen — veilig, operationeel onwerkbaar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apart zetten, 3.988 verwerken — werkbaar, vraagt terugmeldproces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corrigeren en doorlaten — gevaarlijk zonder mandaat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Mutatie 1.0 was dit nooit besloten. Per stap verschillend.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batch als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benoemen, foutstrategie formuleren,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rekensom bij d).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25 minuten.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 verrijkingen ÷ 20 per seconde = 200 seconden.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 binnen een venster van vier uur.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randvoorwaarde, twee werelden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Interactief bij 50 gelijktijdige gebruikers → de limiet is beslissend</a:t>
            </a:r>
            <a:pPr indent="0" marL="0">
              <a:spcAft>
                <a:spcPts val="1400"/>
              </a:spcAft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van 4.000 in vier uur → de limiet is irrelevant</a:t>
            </a:r>
            <a:pPr indent="0" marL="0">
              <a:spcAft>
                <a:spcPts val="1400"/>
              </a:spcAft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Daarom bevat een scenario een omgeving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 batch ontwerpt alsof hij het interactieve probleem heeft, bouwt complexiteit die niemand nodig had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combinatie voor Mutatie 2.0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Hexagonaal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hoofdstijl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filters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binnen de werkgeversbatch-adapter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binnen componenten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Regel: een stijl mag binnen een component van een andere stijl leven — niet ernaast op hetzelfde niveau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 tegen de drijvers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200400"/>
                <a:gridCol w="3566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Drijver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Gelaagd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Hexagonaal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QS-1 &lt; 2 sec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neutraal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neutraal/+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QS-2 doorwerken bij storing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zwak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sterk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QS-3 nieuwe soort in 10 dagen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zwak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sterk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QS-4 reconstrueerbaar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neutraal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positief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Verdedig de keuze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verdedigers, één tegenstander, één observator.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antwoorden met "best practice" of een methodenaam. Alles terug naar een drijver.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stijlkeuze zegt niets over hoe we deployen.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applicatie? Een handvol? Elf services?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deel 5 — en dat is de tweede helft van B4.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welke stijl heeft uw eigen systeem, en is hij gekozen of ontstaan?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capstonedossier: stijlkeuze + maatregel tegen halfheid. B4 blijft nog open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monoliet, microservices, event-driven. Sluit B4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2026-08-17T11:45:47Z</dcterms:created>
  <dcterms:modified xsi:type="dcterms:W3CDTF">2026-08-17T11:45:47Z</dcterms:modified>
</cp:coreProperties>
</file>