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eisen naar architectuur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Invloedsfactoren en kwaliteitsattributen — sluit bevinding B2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deel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= structuren + beslissingen + het middel om kwaliteit te realiseren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 voor significantie; twee keer ja is genoeg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systeem heeft een architectuur — de vraag is of iemand hem koos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bevindingen; vandaag sluiten we B2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systeem dient te beschikken over goede performance, hoge beschikbaarheid en een toekomstvaste opzet die aansluit bij de moderne standaarden in de markt.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Aanbesteding Mutatie 1.0, eis 4, 7 en 11.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termen. Nul eisen.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90 seconden “goede performance”?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was geen document dat die vraag beantwoordde.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 vandaag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Invloedsfactoren: eisen, randvoorwaarden, aannames,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functionele eisen zelden de architectuur bepalen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 als checklist — en de beperkingen ervan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zesdelige kwaliteitsscenario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kwaliteitsboom: prioriteren op belang én risico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expliciet maken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Invloedsfactoren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vormt een architectuur?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categorieën invloedsfactoren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2-3-invloedsfacto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9728" y="1234440"/>
            <a:ext cx="649224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Eisen, randvoorwaarden, aannames en context als input op het architectuurontwerp.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Randvoorwaarden bij Meridiaan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kernadministratie alleen via SOAP; niet te wijzigen deze periode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Organisatorisch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twee teams, geen groei; beheer 's nachts onbezet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 jaar reconstrueerbaar, inclusief goedkeurder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ontsluiting via de bestaande API-gateway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gevaarlijkste categorie is de aanname.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opgeschreven, dus niet getoetst, dus niet ontdekt.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aanname die Mutatie 1.0 brak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Aangenomen: gegevens tot 24 uur oud volstaan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opgeschreven, nooit getoetst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Werkelijkheid: adreswijziging gevolgd door uitkeringsopdracht binnen hetzelfde dagdeel — ~400× per maand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elke aanname krijgt een eigenaar en een toetsmoment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— en wat zij bijdragen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Draagt bij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Deelnemer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doorlooptijd, correctheid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Werkgever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batchcapaciteit, foutrapportage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Mutatiebehandelaar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bruikbaarheid, statusinzicht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Beheer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diagnosticeerbaarheid, geen nachtbezetting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Security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autorisatiemodel, functiescheiding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Compliance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audittrail, bewaartermijn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Pakketleverancier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max. 20 aanroepen/seconde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pakketleverancier is nooit gesproken.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limiet van 20 aanroepen per seconde bleek in maand veertien.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Eis, randvoorwaarde of aanname?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Vijftien uitspraken classificeren. Bij elke aanname: wie toetst hem, en wanneer?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15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Functioneel versus kwaliteit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systeem registreert een adreswijziging”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Monoliet? Kan.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services? Kan.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of zonder bus? Beide.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Relationeel of gebeurtenissenlog? Beide.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functionele eis discrimineert niet.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“Binnen 2 seconden bij 50 gelijktijdige gebruikers, koppelvlak max. 20/sec”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onmiddellijk elk ontwerp uit dat synchroon doorschrijft vóór bevestiging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kwaliteitseis discrimineert wél.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Functionele eisen bepalen wát u bouwt.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Kwaliteitseisen en randvoorwaarden bepalen hóé.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Kwaliteitsattributen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 als checklist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karakteristieken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 Mutatie 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Functionele geschiktheid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correctheid ingangsdatums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Prestatie-efficiëntie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bevestiging, batchvenster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Compatibiliteit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koppelvlak, gateway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Bruikbaarheid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zelfbediening 70+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Betrouwbaarheid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doorwerken bij storing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Beveiliging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functiescheiding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Onderhoudbaarheid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nieuwe mutatiesoort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Overdraagbaarheid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beperkt relevant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waarschuwingen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zegt niets over prioriteit — acht doelen is geen architectuur maar een wensenlijst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karakteristieken staan los in het model, niet in de werkelijkheid: ze bijten elkaar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bij toezicht: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behandel aantoonbaarheid als eigen categorie, anders verdwijnt hij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kwaliteitsscenario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delen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Voorbeeld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Bron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deelnemer via zelfbedieningsportaal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Stimulus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dient adreswijziging 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Artefact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mutatieverwerking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Omgeving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spits, 50 gelijktijdige gebruikers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Respons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registreert en bevestigt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Responsmaat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 sec p95 / 5 sec p99,5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een scenario goed?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Meetbaar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ja/nee te beantwoorden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Realistisch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komt het voor, en hoe vaak?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Discriminerend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sluit het ontwerpen uit?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Toe te wijzen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toetst het, en wanneer?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met percentielen, niet met gemiddelden.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 was het gemiddelde 6 seconden. Maandenlang geruststellend.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bijvoeglijk naamwoord naar scenario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 eis 4, 7 en 11 als volledig scenario.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scenario: welk ontwerp sluit u ermee uit?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 Eis 11 is bewust het lastigst.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kwaliteitsboom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Kwaliteitsboom Mutatie 2.0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2-2-kwaliteits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8" y="1234440"/>
            <a:ext cx="80467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takken met scenario's, gescoord op belang en risico; (H,H) gemarkeerd als architectuurdrijver.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assen, vier kwadranten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(H, H)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uw architectuurdrijvers. Hier ontwerpt en meet u 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(H, L)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belangrijk, risicoloos: gewoon doen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(L, H)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gevaarlijkste kwadrant: veel moeite voor wat niemand wil. Ga praten, niet ontwerpen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(L, L)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noteren en loslaten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en scoor de kwaliteitsboom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Presenteer: vier zwaarste drijvers + één onderbouwde schrapping.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dan vijf drijvers? Dan hebt u niet geprioriteerd.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Kwaliteitsattributen bijten elkaar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583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Conflict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 deze casus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Prestatie ↔ onderhoudbaarheid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leesmodel maakt QS-1 haalbaar, QS-3 duurder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Prestatie ↔ betrouwbaarheid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synchroon doorschrijven: veiliger, trager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Beveiliging ↔ bruikbaarheid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extra verificatie ↔ QS-5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Beschikbaarheid ↔ consistentie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QS-2 kiest beschikbaarheid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Aantoonbaarheid ↔ eenvoud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gebeurtenissen bewaren kost structuur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trade-off opschrijven — vier delen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Conflict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twee eisen, met scenariokenmerken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Keuze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eis krijgt voorrang, waar in het systeem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Prijs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wordt slechter, hoeveel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wanneer herzien we dit?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 4 wordt bijna altijd overgeslagen en is het waardevolst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B2 — en vooruit naar B5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Scenario's in de uitvraag hadden de cachekeuze zichtbaar gemaakt vóór sprint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QS-2 had de vraag naar de koppelvlaklimiet afgedwongen in maand één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geen norm heeft, wordt niet gemeten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B5 is grotendeels een gevolg van B2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 scenario's garanderen geen goed ontwerp; wel dat een slecht ontwerp op tijd zichtbaar wordt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twee scenario's voor uw eigen systeem, waarvan één die niet gehaald wordt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capstonedossier: B2 invullen + uw vier drijvers vastleggen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ontwerpprincipes — koppeling, cohesie, information hiding. Sluit B3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2026-08-17T10:11:52Z</dcterms:created>
  <dcterms:modified xsi:type="dcterms:W3CDTF">2026-08-17T10:11:52Z</dcterms:modified>
</cp:coreProperties>
</file>