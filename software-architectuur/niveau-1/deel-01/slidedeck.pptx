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Softwarearchitectuur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1 — Wat is softwarearchitectuur?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· voorbereiding CPSA-F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Welkom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 delen, een casus, een examen aan het eind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Voorbereiding op iSAQB CPSA-F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geen vervanging van het officiële curriculum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Technologieneutraal;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arc42 + C4 als notatie, Structurizr als referentietool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Zelfstandig te volgen;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kruisverwijzingen naar de EA-cursus zijn extra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Leerdoelen vandaag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definities van softwarearchitectuur — en waarom er drie zijn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Architectuur versus detailontwerp, infrastructuur, EA, documentatie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criterium: wanneer is een beslissing architectuursignificant?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rol van de architect: taken en verhoudingen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Impliciete architectuur en wat die kost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608076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608076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zeven bevindingen uit de post-mortem Mutatie 1.0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 cursus begint niet met een definitie.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 begint met een systeem dat is vastgelopen.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een mislukking als startpunt?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kosten van architectuurfouten worden pas maanden later zichtbaar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het vak leert zonder die kosten te zien,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leert patronen zonder gevoel voor de vraag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Resultaat: de architect die alles kent en niets kiest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casus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Meridiaan Pensioen en het Mutatieplatform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Meridiaan Pensioen in cijfers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766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Deelnemers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~340.000 (90.000 uitkeringsgerechtigd)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Werkgevers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11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Medewerkers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600, waarvan 120 IT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Kernadministratie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pakket uit 2009, zwaar aangepast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Mutatieroutes vandaag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7 (3 portalen, 2 postbussen, batch, papier)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 Mutatieplatform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platform voor alle deelnemersmutaties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statusbeeld,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controleerbare doorlooptijden, audittrail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Aanleiding: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wettelijk (stelselovergang), operationeel (41 dagen gemiddeld bij scheiding), commercieel (contractverlengingen)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Mutatie 1.0 — de feiten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766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Gepland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Werkelijk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9 maanden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14 maanden, toen gepauzeerd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€ 2,1 mln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€ 3,4 mln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Alle mutatiesoorten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Alleen adres en e-mail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—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Geen architect benoemd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seconden bij één gebruiker.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seconden bij vijftig.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Ontdekt in week 58 van 60.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softwarearchitectuur?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definities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Definitie 1 — structuur (Bass, Clements, Kazman)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verzameling structuren die nodig zijn om over het systeem te redeneren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Meervoud: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modulestructuur ≠ runtimestructuur ≠ deploystructuur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Doel: erover kúnnen redeneren.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Een structuur die geen vraag beantwoordt, is decoratie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Definitie 2 — beslissingen (ISO 42010, Fowler)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Architectuur is dat wat later moeilijk terug te draaien 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diagram is de neerslag;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beslissing is het ding zelf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Verklaart waarom documentatie zonder motivering vrijwel waardeloos is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Definitie 3 — kwaliteit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Functionaliteit kun je op vrijwel elke architectuur bouwen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Snel, veilig, beschikbaar, aanpasbaar, begrijpelijk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dát bepaalt de structuur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Levert een toets op: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welke kwaliteitseis rechtvaardigt deze structuur?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perspectieven op softwarearchitectuur</a:t>
            </a:r>
            <a:endParaRPr lang="en-US" sz="2600" dirty="0"/>
          </a:p>
        </p:txBody>
      </p:sp>
      <p:pic>
        <p:nvPicPr>
          <p:cNvPr id="3" name="Image 0" descr="C:\Projecten\eductus-trainingen\Software-architectuur\software-architectuur-cursus\tooling\figures\figuur-1-2-drie-perspectiev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2728" y="1234440"/>
            <a:ext cx="4206240" cy="3977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 werken met alle drie. Geen ervan volstaat alleen.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architectuur níét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detailontwerp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grens verschuift, criterium blijft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infrastructuur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“naar de cloud” is geen architectuur, maar heeft gevolgen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enterprise-architectuur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één systeem versus het samenspel van systemen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document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het document beschrijft, het ís het niet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criterium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is iets architectuursignificant?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vragen — twee keer ja is genoeg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Raakt het meerdere componenten of teams?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Is het duur om terug te draaien? (weken, niet uren)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Raakt het een expliciet afgesproken kwaliteitseis?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Legt het iets vast waar anderen zich aan moeten houden?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1463040" cy="146304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“Lokale cache voor performance”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4, taak 118. Elke service een eigen kopie van de deelnemersgegevens, nachtelijk ververst.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4297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keer ja. Besloten in een standup, door één ontwikkelaar, zonder vastlegging.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Architectuursignificant of niet?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Twaalf beslissingen uit Mutatie 1.0. Pas het viervragencriterium toe.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 12 minuten, daarna plenair.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Vervolgvraag: koppel er minstens vier aan een bevinding.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rol van de architect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competentiegebieden (iSAQB)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Methodisch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systematische aanpak, onafhankelijk van technologie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Technologisch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kennis én toepassing van oplossingen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Communicatief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presenteren, argumenteren, modereren, samenwerken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Sluit drie karikaturen uit: de modelleur, de techneut, de prater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kerntaken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Eisen ophalen en scherp maken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vooral de kwaliteitseisen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Structuren ontwerpen en beslissen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kiezen is iets níét doen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Vastleggen en communiceren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Realisatie begeleiden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Kwaliteit toetsen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continu, niet in de laatste testweek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hoeveelheid tijd in code mag variëren.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vermogen om de gevolgen in code te volgen niet.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architect en de anderen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023360"/>
                <a:gridCol w="4023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Verhouding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Wrijfpunt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Product owner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wat vs. hoe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kwaliteitseisen komen niet op de backlog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Ontwikkelaars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nemen de meeste beslissingen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kader zonder motivering = betutteling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Enterprise-architect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stelt landschapskaders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te laat of te gedetailleerd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Beheer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erft alle gevolgen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pas bij oplevering betrokken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Security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harde randvoorwaarden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behandeld als eindtoets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1.4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rolvraag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posities in de stuurgroep: kaderstellend, in de teams, of teamlid met mandaat.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Rollenspel 25 minuten. Eén observator per groep.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Observator: welke kerntaken blijven onbesproken?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Impliciete architectuur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systeem heeft een architectuur.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vraag is alleen of iemand hem gekozen heeft.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Kenmerken van ontstane architectuur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Niemand tekent het geheel zonder in de code te kijken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Meerdere manieren om hetzelfde te doen — afhankelijk van wie het bouwde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Motivering zit in hoofden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Wijzigingen kosten steeds meer, zonder aanwijsbare reden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“Waarom is dit zo?” → “Dat weet ik niet, dat was al zo”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 per wijziging over de tijd</a:t>
            </a:r>
            <a:endParaRPr lang="en-US" sz="2600" dirty="0"/>
          </a:p>
        </p:txBody>
      </p:sp>
      <p:pic>
        <p:nvPicPr>
          <p:cNvPr id="3" name="Image 0" descr="C:\Projecten\eductus-trainingen\Software-architectuur\software-architectuur-cursus\tooling\figures\figuur-1-3-kosten-per-wijzig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234440"/>
            <a:ext cx="7863840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Gekozen versus ontstane architectuur, met markering van het pauzemoment van Mutatie 1.0.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zeven bevindingen</a:t>
            </a:r>
            <a:endParaRPr lang="en-US" sz="2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138160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Bevinding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Sluit in deel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B1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Geen expliciete architectuur vastgesteld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1, 7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B2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Kwaliteitseisen niet geoperationaliseerd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B3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Alles hangt met alles samen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B4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Stijl past niet bij het probleem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4, 5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B5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Kwaliteit pas aan het eind gemeten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6, 9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B6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Kennis zat in hoofden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7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B7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Cross-cutting per team verschillend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8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dingen die de post-mortem níét zegt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is niet de schuld van de leverancier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architectuur is weggecontracteerd zónder toetsbare eisen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is niet de schuld van agile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geen van de zeven bevindingen volgt uit iteratief werken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1.5 &amp; 1.6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1.5 — uw eigen ontstane architectuur (45 min). Meenemen naar deel 2.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1.6 — start capstonedossier: bevindingenregister + positioneringsverklaring (150 woorden). Bewaren tot deel 10.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keer — deel 2: Van eisen naar architectuur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Invloedsfactoren en randvoorwaarden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Kwaliteitsattributen en kwaliteitsscenario's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“het systeem moet snel zijn” geen eis is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Sluit bevinding B2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2026-08-17T20:57:54Z</dcterms:created>
  <dcterms:modified xsi:type="dcterms:W3CDTF">2026-08-17T20:57:54Z</dcterms:modified>
</cp:coreProperties>
</file>