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· DEEL 28 — SLOT VAN DE CURSUS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masterproef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Simulatie van het examinatoreninterview · twee dagdelen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· sluitstuk van de hele cursus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966960" y="548640"/>
            <a:ext cx="1828800" cy="182880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4572000"/>
            <a:ext cx="1005840" cy="100584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 komen de twee sporen samen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Sinds deel 22: casusspoor (Meridiaan) en eigen spoor (uw opdracht)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 verdedigt u niet Meridiaan — u verdedigt uzelf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 simulatie vervangt het echte interview niet. Controleer de actuele vorm op isaqb.org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Dagdeel 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het interview beoogt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toetst niet uw opdracht.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toetst of u de opdracht bent, of hem alleen hebt geschreven.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zij naar zoeken — u hebt het al geoefend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Beslissing herleiden tot drijver of randvoorwaarde, niet tot methodenaam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(deel 2, 4, 5, 22)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prijs benoemen, en wie hem draagt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(deel 6, 10, 19, 21)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Onderscheid: wat was aan u, wat niet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(deel 14–27)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standpunt veranderen bij een goed argument, niet bij elk argument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(deel 20, 25)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18464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184648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u nu anders zou doen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 waarom niet toen (deel 9, 17, 21)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28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examinatoren, verschillende invalshoeken.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één methodisch-technisch, de ander communicatief-bestuurlijk.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gebieden tellen even zwaar.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Dagdeel 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presentatie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 hebben uw opdracht al gelezen.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samenvatting van wat er al staat, is verspilde tijd.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wel werkt — in enkele minuten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Eén zin context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systeem, voor wie, welke complicatie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Twee of drie drijvers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alles bepaalden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 zwaarste beslissing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keuze, alternatief, prijs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Wat er misging, en wat u leerde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hier wint u hun aandacht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 zijn niet op zoek naar bewondering voor uw systeem.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 zijn op zoek naar u als architect.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28.1 en 28.2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Ontleed een geslaagd en een gestrand interview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Individueel, 45 minuten samen.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28.2c: herschrijf een zwak antwoord met dezelfde feiten, zodat het standhoudt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Dagdeel 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Zeven vraagtypen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al geoefend in eerdere delen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680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Voorbeeld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Alternatieven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waarom deze keuze en niet die?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Prijs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wat kostte dat, wie merkte het?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Rolgrens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wie besliste dit, was dat aan u?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Terugblik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wat zou u nu anders doen?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verder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680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Voorbeeld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Meting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hoe wist u dat het werkte?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Gevoeligheid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wat als [randgeval]?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Integriteit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vertel over een moeilijk moment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“Vertel over een moeilijk moment” komt altijd.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Koos u in deel 22 een systeem zonder iets dat misging?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hebt u hier geen goed antwoord — en dat was precies waarom criterium 3 zo zwaar woog.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checklist — tien punten, elke “nee” is werk van vandaag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beslissingen met alternatief en grond?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prijzen benoemd, bij de dragende partij?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Weet u van elke beslissing of hij aan u was?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Concreet antwoord op “wat nu anders”?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18464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184648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Durft u een oprechte twijfel te tonen?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28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28.3 en 28.4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 uw checklist in, dan de eerste simulatieronde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30 min · rollenspel 90 min, wisselend van rol.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Einde dagdeel 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Dagdeel 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Omgaan met kritische doorvraag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reacties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Erkennen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het punt is terecht: “dat klopt, en dit is de zwakte. Wat ik ertegen deed was X.”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Verhelderen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er is een misverstand: “ik denk dat we langs elkaar praten — bedoelt u X of Y?”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Weerleggen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met de drijvers, nooit met autoriteit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erkend zwak punt met een benoemde maatregel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sterker dan een ontkend zwak punt.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0690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gold in deel 10. Het geldt hier onveranderd.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bij de eerste tegenwerping omvallen.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elke tegenwerping wegredeneren.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0690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zijn de twee faalvormen uit deel 10 — hier op hun zwaarst, want niemand kent u.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stilte na uw antwoord: laat hem vallen.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goed antwoord dat op zichzelf blijft staan,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sterker dan hetzelfde antwoord gevolgd door drie afzwakkende zinnen.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28.6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tweede simulatieronde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Nieuw panel, strengere doorvraag (twee tegenwerpingen op hetzelfde punt), integriteitsvraag verplicht.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minuten.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28.7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Zelfbeoordeling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Individueel, 25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welk van de vijf criteria uit deel 10 scoort u het sterkst — en het zwakst?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Dagdeel 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boog van de hele cursus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niveaus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een mislukt programma, zeven bevindingen, eindigde met een verdedigd ontwerp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dat ontwerp gebouwd, deel voor deel, sprintproblemen als aanleiding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 vloer eronder weggetrokken: tweede fonds, migratie, deadline, een fout van twaalf jaar oud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patronen die door alles heen liepen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Een ongestelde vraag is duurder dan een verkeerd beantwoorde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Wat niet wordt gehandhaafd, verdwijnt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techniek én gedrag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Sommige besluiten zijn niet aan u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uw waarde zit in ze scherp voorleggen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28.8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boog van de cursus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Groepen van vier, 30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elk patroon: drie vindplaatsen, uit eigen geheugen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u meeneemt, is niet dat u alles onthoudt.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is dat u over twee jaar het gevoel herkent dat er nog een vraag is 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weet dat dat gevoel de moeite van het volgen waard is.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vandaag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het echte traject: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herzie op de punten waar u aarzelde, meld u aan — controleer de actuele procedure op isaqb.org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wie hier stopt: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het instrumentarium werkt zonder mandaat en zonder certificaat, vanaf morgen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de architectuurbeslissing in uw huidige werk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waarvan u over vijf jaar zou willen dat zij goed was vastgelegd?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0690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haar deze week op. Niemand hoeft het te vragen.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gewoontes, zonder mandaat, vanaf morgen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Vraag bij elke stellige mededeling: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wie heeft dat vastgesteld, en waaruit?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een ADR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elke beslissing die twee keer of meer “ja” scoort op het significantiecriterium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waar deel 10 van niveau 1 ook al mee eindigde — de kern stond er vanaf het begin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Dank voor acht-en-twintig delen. Succes met het echte interview.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2026-08-17T20:01:58Z</dcterms:created>
  <dcterms:modified xsi:type="dcterms:W3CDTF">2026-08-17T20:01:58Z</dcterms:modified>
</cp:coreProperties>
</file>