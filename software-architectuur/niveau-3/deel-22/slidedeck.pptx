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22 — OPENING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certificeringsopdracht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Systeemkeuze, afbakening, werkplan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verandert in niveau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en 2: Meridiaan was het onderwerp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3: Meridiaan is het oefenterrein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 werkt aan uw eigen opdracht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deel heeft twee sporen: het casusspoor en uw eigen spoor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Raadpleeg isaqb.org voor de actuele voorwaarden. Zij wijzigen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casus, achttien maanden later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platform draait voor alle zes mutatiesoorten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neemt een tweede fonds over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85.000 deelnemers, andere reglementen, dertig jaar eigen administratie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stelselovergang loopt door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wettelijke deadline, toezichthouder kijkt mee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tegelijk, in productie, met deelnemers die er hun inkomen aan ontlenen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wordt getoetst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 beslissingen kunt nemen, verantwoorden, en erover kunt spreken.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of uw systeem goed 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vraag wordt niet gesteld.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keuzecriteria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 nam de beslissingen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harde eis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 waren echte alternatieven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kunt u er bij vijf beslissingen één noemen?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Er ging iets mis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sterkste criterium na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 kunt erover spreken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Recent genoeg om te herinneren, oud genoeg om af te lopen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criterium: omvang, technologie, projectsucces.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middelgroot systeem met scherpe afwegingen is beter materiaal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een groot systeem dat vanzelf ging.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Deelnemers kiezen instinctief hun best gelukte systeem.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doorgaans de slechtste keuze: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alles goed ging, waren er weinig afwegingen te bespreken.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22.1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Beoordeel drie opdrachten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Tel per opdracht de beslissingen mét afgewezen alternatief. Dat getal voorspelt de kwaliteit.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Welke zou u het liefst verdedigen, en welke het best?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Afbakenen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 vanuit de drijvers, niet vanuit het systeem.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tot vijf eisen die uw architectuur werkelijk hebben gevormd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het systeem voor zover het die raakt.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altijd in moet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 drijvers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beslissingen met hun alternatieven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dit is het hart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gevolgen: wat werd goedkoop, wat duur, en voor wie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misging en wat u eraan deed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nu anders zou doen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niet in hoeft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volledige beschrijving van elke component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technologiestapel in detail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geschiedenis van het project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 per paragraaf: welke vraag van de examinator beantwoordt dit?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22.2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uw systeem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Vijf beslissingen met een serieus overwogen alternatief. Lukt dat niet, dan valt het systeem af.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Schrijf één zin: “ik werk mijn opdracht uit over… omdat…”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Vertrouwelijkheid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routes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Toestemming vragen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verrassend vaak verleend, zeker mét voorleesaanbod. Schriftelijk en vroeg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Anonimiseren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maar niet te veel: zonder sector, omvang en aard van de eisen wordt het inhoudsloos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Een ander systeem kiezen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vervelend, en beter dan halverwege vastlopen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niet doet: een systeem beschrijven dat u zelf hebt bedacht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zoekt, en waar het meestal zit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Beslissingen met motivering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ADR's, anders notulen en e-mail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Afgewezen alternatieven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zelden vastgelegd — reconstrueren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Metingen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testrapporten, incidentanalyses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misging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post-mortems, storingsverslagen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Context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businesscase, aanbesteding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gaten zijn bij vrijwel iedereen dezelfde: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afgewezen alternatieven en de motivering.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bevinding B1 uit niveau 1 — nu in uw eigen praktijk.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Reconstrueren mag — vermeld het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of drie gesprekken van een uur, met drie vragen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bijeffect is het waardevolst: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anderen herinneren zich de afweging anders dan 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“Deze afweging is niet destijds vastgelegd; zij is gereconstrueerd op basis van gesprekken met…”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casusspoor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Meridiaan de komende delen oplevert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235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Vraag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Hoe scheidt u fondsen in één systeem, en hoe hard?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Hoe brengt u dertig jaar administratie over?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als twee eisen elkaar uitsluiten?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26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Wanneer meldt u dat iets niet gaat lukken?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als er al twaalf jaar iets fout gaat?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de onomkeerbare beslissingen worden geraakt.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gebeurtenismodel kent geen fondsaanduiding. Het aanleverformaat is van fonds 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aggregaatgrenzen veronderstellen één reglementenstelsel.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werkplan — acht stappen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Systeem kiezen · 2. Materiaal inventariseren · 3. Drijvers vaststellen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Beslissingen uitschrijven met alternatieven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meeste werk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Gevolgen en het misgegane · 6. Laten lezen door iemand die het systeem niet kent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Herschrijven · 8. Indienen, dan oefenen voor het interview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bent de slechtste beoordelaar van uw eigen opdracht.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vult alle ontbrekende context zelf in.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vreemde lezer struikelt precies waar een examinator doorvraagt.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Uitstel · huiswerk ·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Uitstel komt zelden door tijdgebrek en meestal door een uitblijvende systeemkeuze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 dat is een signaal over de systemen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voer twee reconstructiegesprekken; schrijf context en drijvers in concept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Noteer per gesprek één ding dat u zich anders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herinnerde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multi-tenancy — hoe hard scheidt u twee fondsen?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2026-08-17T19:32:42Z</dcterms:created>
  <dcterms:modified xsi:type="dcterms:W3CDTF">2026-08-17T19:32:42Z</dcterms:modified>
</cp:coreProperties>
</file>