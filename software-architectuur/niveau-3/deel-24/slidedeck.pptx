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Migratie en modernisering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Dertig jaar administratie, zonder stilstand — casusspoor + eigen spoor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CPSA-A-certificeringstraject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85.000 dossiers, dertig jaar historie, ander systeem, andere begrippen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uitvoering draait door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deelnemers krijgen uitkeringen, doen mutaties, overlijden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stelselovergang loopt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wettelijke deadline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uit drie reglementstelsels, met twee systeemmigraties ertussen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architectuur is hier niet het probleem.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werkt met gegevens die u niet hebt gemaakt,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waarvan de betekenis deels verloren is,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waarvan de fouten zichtbaar worden wanneer iemand een uitkering misloopt.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strategieën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verschillende risicoconcentratie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Strategie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Kern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Grote overgang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alles op één moment; geen terugweg na enkele uren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Tranches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risico verdeeld; maanden met twee systemen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Parallel draaien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sterkste bewijs, duurste vorm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Bevriezen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bewegend doel — kan niet bij een lopende uitvoering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terugvaloptie die na een paar uur vervalt, is geen terugvaloptie.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productie zijn er mutaties verwerkt die het oude systeem niet kent.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een gedane uitkering draait u niet terug.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combinatie voor Meridiaan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hoofdstrategie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draaien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 de rechtenbepaling — daar is een fout onherstelbaar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bevriezingsvenster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tranche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parallel voor het geheel: dan gebeurt alles twee keer, inclusief de invoer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strategieën tegen risicoconcentratie en kosten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24-1-vier-strategieen-risicoconcentr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9768" y="1234440"/>
            <a:ext cx="585216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gekozen combinatie voor Meridiaan is gemarkeerd; de grote overgang is niet gekozen.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ontwerpen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Snijden langs werkgever, met een proeftranche vooraf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Kleinste werkgever, eenvoudigste dossiers → u leert de mechaniek op laag risico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 per werkgever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moeilijkste categorie in tranche twee of drie — niet de laatste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laatste tranche is de deadline het dichtst,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terugvalruimte het kleinst en de vermoeidheid het grootst.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 ontdekt u de zwaarste problemen op het slechtst mogelijke moment.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tranche vastleggen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omvang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terugvalregel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tot hoe lang, en wat maakt het daarna onmogelijk?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acceptatiecriteria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een dossier staat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 dat moet een blokkade zijn, geen indicatie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tijdsdruk kijkt niemand naar een indicatie.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blokkade in het niet-leidende systeem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krijgt u dubbele mutaties en dossiers die in beide worden bewerkt.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tranches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Verdedig dat de moeilijkste categorie niet de laatste tranche 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Wat gebeurt er als een behandelaar het verkeerde systeem gebruikt?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migraties werkelijk op stuklopen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techniek — de gegevens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Onvolledig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velden die in 1998 niet werden vastgelegd omdat niemand ze nodig had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Tegenstrijdig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twee geboortedatums, een partnerschap dat maar half eindigde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Onbegrepen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veld waarvan niemand de betekenis kent. Na twee systeemmigraties gegarandeerd aanwezig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routes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Corrigeren vóór migratie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zuiverst; vraagt mensen die het kunnen beoordelen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Migreren met markering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plus blokkade, plus een naloopproces dat bestaat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Niet migreren, apart afhandelen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dan blijft het oude systeem langer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Een besluit over de betekenis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administratief, met financiële gevolgen, niet aan de architect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tot vijf procent problematisch bij dertig jaar administratie.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85.000 dossiers: 850 tot 4.250 gevallen.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half uur per geval: drie tot veertien mensmaanden.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rekensom wordt zelden vooraf gemaakt.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mensen die het kunnen beoordelen,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precies de mensen die ook de lopende uitvoering doen.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problematische dossiers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voorbeelden. Duo's,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Bij minstens vier is de besluitnemer niet de architect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Maak de rekensom. Past het in de planning?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migreert niet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alles hoeft mee — en die vraag wordt zelden gesteld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 voorbij de bewaartermijn — en dat is meteen de slechtste data die u hebt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Afgesloten dossiers zonder lopende verplichting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Detailhistorie waarvan de resulterende toestand volstaat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Voorwaarde bij alle drie: toegankelijk en verantwoordbaar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gemigreerd dossier is een dossier dat u vanaf dat moment bezit.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Inclusief zijn fouten.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 of het klopt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vormen, in volgorde van kracht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Parallelle berekening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verschillen zijn een fout in de migratie óf in het oude systeem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Aggregaatcontroles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vinden grote fouten, missen individuele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Steekproeven met menselijke beoordeling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duur, langzaam, vindt wat de rest mist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vóór tranche 1 vast welke verschillen acceptabel zijn. Anders wordt het onder tijdsdruk onderhandeld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migratie die technisch slaagt en inhoudelijk faalt,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naar boven bij individuele deelnemers, verspreid over jaren.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Uitfaseren — en stap 5 die jaren wordt uitgesteld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Uitzetdatum bij de start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vastleggen, met eigenaar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verstrijken: expliciet besluit — verlengen mét reden en nieuwe datum, of uitzetten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Stilzwijgend doorschuiven is hoe systemen zes jaar blijven draaien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oud systeem dat blijft omdat dat het goedkoopst is, is iets anders dan een dat blijft omdat niemand het uitzette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24.7b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blijft er iets ouds draaien in úw systeem? Is dat een besluit of uitstel?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de zwaarste vraag: de parallelle berekening laat een verschil zien, en het oude systeem blijkt fout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 doet u als twee eisen elkaar uitsluiten en de deadline niet verschuift?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2026-08-17T19:42:11Z</dcterms:created>
  <dcterms:modified xsi:type="dcterms:W3CDTF">2026-08-17T19:42:11Z</dcterms:modified>
</cp:coreProperties>
</file>