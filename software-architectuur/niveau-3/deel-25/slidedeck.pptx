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onder druk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twee eisen elkaar uitsluiten en de deadline niet verschuift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CPSA-A-certificeringstraject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twee haalt de criteria niet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dossiers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 een afwijkende ingangsdatum tussen oud en nieuw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1.100 dossiers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 een ontbrekend gegeven dat de rechtenbepaling nodig heeft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beoordelingscapaciteit is op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wettelijke deadline verschuift niet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programmadirecteur vraagt of u "een technische oplossing" hebt.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de vraag van dit deel.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omdat die er niet is — maar omdat de vraag iets verhult.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Preciseren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vragen die de botsing verkleinen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Botsen de eisen echt, of op één punt?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Geldt het voor alles, of voor een deel?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Is de deadline één datum, of een reeks?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Wat gebeurt er werkelijk bij overschrijding?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niet "dat mag niet"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het nieuwe systeem staan" is niet hetzelfde als "volledig verwerkt".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Programma's vatten deadlines samen tot één datum.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de samenvatting gebruikt, werkt met een strengere eis dan er is.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programma's is "wij moeten het halen" absoluut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omdat niemand heeft opgezocht wat er gebeurt als het niet lukt.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is elke afweging onmogelijk — één kant is oneindig zwaar.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Preciseren is geen wegredeneren.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Blijft de botsing na ontleding hard, dan is zij dat.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doorgaat tot het probleem verdwijnt, doet aan zelfbedrog.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25.1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Precisieer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Acceptatierapport en wettelijk kader. Groepen van vier, 35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Hebt u geprecisieerd of weggeredeneerd? Wat blijft er hard?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situaties die op elkaar lijken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verschillende reacties vragen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4937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Kenmerk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Uw taak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Trade-off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er is een schuifknop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de knop zichtbaar maken met kosten per stand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Dilemma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geen tussenpositie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de keuze scherp maken, geen schijncompromis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Grens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een uitkomst die niet verantwoord is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benoemen, niet voorleggen als afweging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grens die als afweging wordt voorgelegd, wordt weggewogen.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Toets: is er een uitkomst waarbij ik zou zeggen dat dit niet meer verantwoord is?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Hetzelfde, en toch verschillend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conservatiefste uitkomst hanteren in het voordeel van de deelnemer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trade-off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handeling in het nadeel van de deelnemer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grens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techniek. Wie het risico draagt, bepaalt wat het 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Deeloplossingen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vormen — de sterkste route is zelden kiezen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 deelverzameling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83.560 gaan gewoon over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 tijd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wat moet vóór de deadline, wat mag daarna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 diepgang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migreren met markering en blokkade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 zekerheid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conservatiefste uitkomst, mits niet in het nadeel van de deelnemer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Voorwaarde bij alle vier: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u nu niet doet, gebeurt later — met eigenaar en termijn.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dat is het geen deeloplossing maar uitstel.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25.3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de deeloplossingen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35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Past het naloopwerk in de capaciteitsplanning? Zo nee, is het uitstel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 druk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voorspelbaar misgaat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gronden verdwijnen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drie maanden later weet niemand waarom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best presenteerbare optie wint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niet de beste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restrisico verdampt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grens schuift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zonder dat iemand de verschuiving benoemt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maatregelen, samen een half uur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Schrijf de gronden op vóór het gesprek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vijf regels, tien minuten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Benoem de grens aan het begin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Restrisico in dezelfde alinea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als de beslissing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Noteer wie besloot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Maatregel 1 levert het meeste op en wordt het vaakst overgeslagen — hij moet precies wanneer er geen tijd 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Voorleggen aan wie beide wil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niet werkt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keuze presenteren als technisch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"wij kunnen het niet halen" klinkt als onwil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eisen tegen elkaar uitspelen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dan kiest hij niet, en dan kiest de tijd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schijncompromis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beide half halen is beide missen, en dat blijkt over drie maanden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vorm: vraag · situatie · opties · aanbeveling met aanname · grens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aanname moet toetsbaar zijn voor hem: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niet "als de blokkade werkt" maar "als het naloopproces bemenst wordt met x fte"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grens als apart blok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niet als dreigement maar als informatie over de beschikbare ruimte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"Heb je geen technische oplossing?"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betekenissen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Oprecht: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er iets waaraan wij niet dachten? Vaak wel — er zijn er vier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verzoek het probleem weg te nemen: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zegt de architect dat het kan, dan hoeft er niet bestuurlijk gekozen te worden — en ligt het risico bij hem zonder dat iemand dat besloot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 de vraag terug: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"er zijn drie routes; twee vragen een besluit van u"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rolgrens in zijn scherpste vorm · huiswerk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oplossing die technisch werkt en organisatorisch niet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een verplaatsing van het probleem naar mensen die er niet over gaan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levert opties met gevolgen; u neemt het besluit over risicobereidheid niet over — ook niet als het gevraagd wordt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25.7e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schrijf uw eigen afweging onder druk uit. Dit is doorgaans het sterkste hoofdstuk dat u kunt schrijven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26: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wanneer meldt u dat iets niet gaat lukken?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3, deel 25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2026-08-17T19:59:54Z</dcterms:created>
  <dcterms:modified xsi:type="dcterms:W3CDTF">2026-08-17T19:59:54Z</dcterms:modified>
</cp:coreProperties>
</file>