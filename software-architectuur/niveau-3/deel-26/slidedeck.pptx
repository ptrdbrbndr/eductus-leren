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Verdedigbaar stoppen en melden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als het niet gaat lukken? — casusspoor + eigen spoor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CPSA-A-certificeringstraject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naloopwerk loopt vast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 deel 25: 1.440 dossiers, naloopwerk gepland vóór deelmoment twee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weken gepland, twee weken beschikbaar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storing van drie dagen, de reguliere mutatiestroom liep door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dit tempo haalt u het niet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programmadirecteur weet dit nog niet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geen technische vraag.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is geen architectuurkeuze die dit oplost.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 is: wat doet u nu, en wanneer zegt u het?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Mandaat, invloed, zwijgen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posities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Mandaat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bevoegdheid zelf te beslissen. Zeldzamer dan gedacht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Invloed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recht en de plicht te overtuigen. Hier bevindt de architect zich meestal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Zwijgen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geen mandaat, geen invloed uitgeoefend. Nooit geldig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Invloed uitoefenen betekent niet winnen.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Overruled worden na een serieuze poging is een geldige uitkomst.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niet geldig is, is niet proberen.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valkuil: eerst zelf proberen op te lossen, dan pas melden.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deadline die niet verschuift, kost elke dag zoeken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dag reactietijd bij anderen.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26.1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Mandaat, invloed of zwijgen?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handelingen. Individueel, 20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komt het vaakst voor in de praktijk, volgens uw eigen ervaring?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Verdedigbaar stoppen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criterium is niet wat er al is geïnvesteerd.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verzonken kosten komen niet terug, ongeacht wat u nu beslist.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neiging om door te gaan is bij architecten even sterk als bij ieder ander.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Prioriteren op bijdrage, niet op geschiedenis.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hoeveel hebben wij hierin gestoken.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wat levert het vanaf nu nog op, vergeleken met het alternatief.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26.2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verzonken kosten herkennen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25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Waar zit de verzonken kost in "we moeten doorgaan zoals gepland"?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Is dit een stopvraag of een aanpassingsvraag?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anatomie van een stopadvies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onderdelen, in deze volgorde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 erkende bijdrage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heeft het werk tot nu toe opgeleverd?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 relatieve afweging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kost doorgaan vanaf nu, tegen het alternatief?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Het lot van het werk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blijft staan, wat gaat verloren?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Het besluit bij de opdrachtgever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punt 1 en 2 wordt een stopadvies gehoord als aanval op het werk.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volgorde wordt hetzelfde advies gehoord als analyse.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26.3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het stopadvies 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Schrijf twee versies: conclusie eerst, en de vier onderdelen in volgorde. Welke wordt beter ontvangen?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Legitiem optimistisch of misleidend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grens is niet de mate van optimisme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Legitiem: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"wij verwachten het te halen als de capaciteit op peil blijft — dat is nog niet zeker"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Misleidend: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"wij liggen op koers" — gezegd terwijl bekend is dat het tempo niet volstaat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verschil: zijn de aannames expliciet, of verborgen?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toets: als de ontvanger morgen ontdekt wat ik nu al weet 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voelt hij zich dan geïnformeerd, of misleid?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gaat zelden mis bij een leugen.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gaat mis bij precisie die naar de gunstige kant afrondt.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"Grotendeels op schema" — bij twee van zes weken en nog geen zichtbare voortgang.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26.4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Legitiem of misleidend?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eerdere rapportages. Individueel, 20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Herschrijf de derde: legitiem optimistisch, zonder de urgentie te verliezen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niemand het wil horen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niet werkt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Wachten op een beter moment — dat komt niet, de situatie verslechtert ondertussen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Inpakken in goed nieuws — verstopt het aandachtspunt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iemand anders overlaten — de verantwoordelijkheid is dan niet weg, alleen niet uitgeoefend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wel werkt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Melden zodra u het zeker genoeg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weet, niet zodra het volledig zeker 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Feiten apart van advies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 maakt het feit makkelijker te accepteren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keer zeggen, dan vastleggen, dan door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herhalen met meer nadruk werkt zelden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26.5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gesprek dat niemand wil horen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Rollenspel,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Reactie 3 is stilte, geen besluit. Wat doet u dan?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grens van uw verantwoordelijkheid · huiswerk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bent verantwoordelijk voor signaleren, scherp maken, vastleggen — niet voor het besluit van een ander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Opnieuw melden bij een nieuw feit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geen herhaling — het hoort te gebeuren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Vastleggen is geen garantie. Het is het enige instrument dat u hebt, en het is beter dan het alternatief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26.7c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zoek in uw eigen rapportages een formulering die de gunstige kant op afrondde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 als blijkt dat er al twaalf jaar iets fout gaat?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2026-08-17T19:52:55Z</dcterms:created>
  <dcterms:modified xsi:type="dcterms:W3CDTF">2026-08-17T19:52:55Z</dcterms:modified>
</cp:coreProperties>
</file>