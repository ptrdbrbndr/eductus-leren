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de fout al twaalf jaar oud 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zwaarste scenario van de hele cursus — casusspoor + eigen spoor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CPSA-A-certificeringstraject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ontdekking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Parallelle berekening toont bij 200 dossiers een verschil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oude systeem heeft de fout, niet het nieuwe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Geschat rond de 600 dossiers, verspreid over twaalf jaar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in beide richtingen — sommigen te weinig, sommigen te veel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Sommigen al gepensioneerd. Sommigen overleden — nabestaanden mogelijk geraakt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geen migratievraag meer.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nieuwe systeem doet niets fout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legt een fout bloot die al twaalf jaar bestaat.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 bestaat bewust als laatste inhoudelijke deel.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Reconstructie, aantoonbaarheid, ontwerpfout versus risico, meldingsgedrag, de rolgrens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komt hier samen.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kwesties tegelijk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verschillende eigenaren en tempo's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02336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Kwestie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Wie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Tempo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Technisch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architect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dagen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Compliance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juridisch/compliance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weken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Bestuurlijk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directie, bestuur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mogelijk langer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Wachten met de technische analyse tot de andere twee klaar zijn, is verkeerd om.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technische feiten zijn wat de andere twee nodig hebben om te kunnen beginnen.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27.1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Scheid de drie kwesties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taken indelen. Groepen van vier,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Wat gebeurt er als niemand voor zijn beurt durft te beginnen?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omvang vaststellen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meldplichttermijn loopt vanaf redelijk vermoeden.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vanaf volledige zekerheid.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Wachten op de volledige lijst is precies fout om.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binnen dagen kunt doen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Bevestig dat het patroon echt is — een aanvullende steekproef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Schatting met bandbreedte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niet een precies getal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Bepaal het mechanisme, niet elk individueel geval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Meld met deze voorlopige informatie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expliciet gemarkeerd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1463040" cy="146304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"Naar schatting 400 tot 800 dossiers, gebaseerd op een steekproefextrapolatie. Wij ronden binnen drie weken de volledige doorrekening af."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Eerlijk over de onzekerheid, en toch bruikbaar.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27.2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Schat de omvang zonder te wachten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25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Formuleer de eerste melding in maximaal 100 woorden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Ontwerpfout of gerealiseerd risico — twaalf jaar terug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deze fout, met de kennis en middelen van toen, te voorkomen tegen redelijke inspanning?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geen technische vraag alleen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architect levert de reconstructie, niet het eindoordeel.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jaar geleden werd een vergelijkbaar randgeval al gesignaleerd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als "lage prioriteit" afgesloten.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feit hoort in het verslag — ook al maakt het de kwestie zwaarder.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27.3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Ontwerpfout of gerealiseerd risico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De verleidingsvraag: iemand stelt voor om "zeer zeldzaam en niet te voorzien" te schrijven. Wat doet u?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druk om stil te houden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komt zelden expliciet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"Laten we eerst kijken hoe groot het echt is"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legitiem in het eerste uur, tactiek na een week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willen geen onnodige onrust"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"Dit is toch klein vergeleken met…"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"Laten we het eerst intern oplossen"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bij een meldplicht geen legitieme volgorde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"Statistisch is het klein. Voor de 600 mensen om wie het gaat, is het honderd procent."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instrumentarium is dat van deel 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Mandaat versus invloed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 bepaalt niet óf en wanneer gemeld wordt, u levert de feiten en blijft wijzen op de termijndruk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zou u deze interne discussie ook zo aan de toezichthouder kunnen uitleggen?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zwijgen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 haar zwaarste proef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27.5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rollenspel: de druk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drie,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van de zes uitspraken was het lastigst te weerstaan — en waarom precies die?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Herstel: drie lagen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Technisch, financieel, menselijk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fout corrigeren, met een fitness function die herhaling afvangt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nabetalen is eenvoudig; terugvorderen bij een gepensioneerde die twaalf jaar niets kon weten is juridisch en ethisch gevoelig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Menselijk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hoe wordt een gedupeerde geïnformeerd. Het gevoeligst bij nabestaanden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onveranderlijke gebeurtenisopslag met twee tijdlijnen uit deel 14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bewijst hier haar waarde in een concreet, menselijk geval.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haar was deze reconstructie niet mogelijk geweest.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volledig aan u is · wat niet aan u is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Aan 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Niet aan 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reconstructie, tijdige melding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óf en hoe extern gemeld wordt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technisch herstel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hoeveel wordt terugbetaald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nooit zwijgen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het bestuurlijke oordeel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die dit deel toetst · huiswerk ·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verantwoordelijkheid nemen voor wat van u is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zonder verantwoordelijkheid te grijpen voor wat niet van u is, en zonder terug te trekken als het ongemakkelijk wordt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welke vraag verwacht u het meest te vrezen in het examinatoreninterview?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 (twee dagdelen):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masterproef — simulatie van het examinatoreninterview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2026-08-17T19:57:39Z</dcterms:created>
  <dcterms:modified xsi:type="dcterms:W3CDTF">2026-08-17T19:57:39Z</dcterms:modified>
</cp:coreProperties>
</file>