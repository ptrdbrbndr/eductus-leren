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fondsen, één systeem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CPSA-A certificeringstraject · casusspoor + eigen spoor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85.000 deelnemers erbij, eigen reglementen, eigen werkgevers, dertig jaar administratie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Gescheiden gegevens, gescheiden reglementen, gescheiden verantwoording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Vanuit één systeem — twee systemen beheren was de businesscase van de overname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hard scheidt u, waar, en wat kost dat?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systeem is er niet op ontworpen.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“Eén reglementenstelsel” zit in het gebeurtenismodel, de aggregaten en het aanleverformaat.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drie in deel 17 als onomkeerbaar gemarkeerd.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geen ontwerpfout.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wás één fonds; ontwerpen voor meerdere zou speculatief zijn geweest.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een gerealiseerd risico — dus niet schuld bekennen maar hanteren.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vormen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zij verschillen ordes van grootte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Vorm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Scheiding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Kosten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 Gescheiden installaties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volledig, aantoonbaar zonder uitleg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lineair per tenant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 Gedeelde app, gescheiden opslag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sterk op gegevens, gedeeld gedrag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beperkt lineair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3 Volledig gedeeld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 correctheid van elke query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laagst; schaalt naar duizenden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vormen — scheiding, kosten, aantal tenants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23-1-drie-vormen-multitena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2608" y="1234440"/>
            <a:ext cx="6126480" cy="4462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83387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Scheidingsniveau tegenover kosten per tenant, met de positie van Meridiaan bij twee fondsen.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hard?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gronden — en de eerste twee zijn geen architectuurvragen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Wettelijk en toezichtsgerelateerd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juridische zaken beantwoordt dit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Contractueel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onderhandelbaar; de directie beslist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Operationeel — mag een fout bij A het proces van B raken?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Beheersbaarheid — hoeveel tenants verwacht u?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Overschat de hardheid niet.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Onnodige fysieke scheiding kost bij elke wijziging, elke storing en elke uitrol — jarenlang, voor een zekerheid die niemand vroeg.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Onderschat haar ook niet.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vorm 3 is de scheiding de correctheid van elke query.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vergeten filter is een meldplichtig incident.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23.1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Bepaal de hardheid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Juridisch memo. Groepen van vier,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“Kunnen we niet gewoon alles fysiek scheiden?” — vijf zinnen, met de kosten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Fonds B eist het zonder juridische grond. Wat doet u?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soorten scheiding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worden door elkaar gehaald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Gegevens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wie ziet wat. Opslagscheiding of filtering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Gedrag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andere reglementen. De zwaarste, en niet opgelost met opslagscheiding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jaarrekening per fonds sluitend en herleidbaar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Gedrag: twee routes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Parametriseren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gedrag is hetzelfde, de waarden verschillen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Uitbreidingspunten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gedrag zelf verschilt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Parametriseren waar het kan, uitbreiden waar het moet, en elke uitbreiding vastleggen met de reden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Veertig uitbreidingspunten waarvan niemand weet waarom zij bestaan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 moderne variant van de gedistribueerde modderbal.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23.3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34 reglementsverschillen 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Parametriseerbaar / uitbreidingspunt / aparte code. Groepen van vier, 40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Drie lijken gedrag en zijn waarden. Zoek ze.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neigen naar uitbreidingspunten omdat die veiliger voelen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Invoeren in een bestaand systeem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stappen, en de volgorde is bepalend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Het fondsbegrip introduceren — als domeinbegrip, niet als technisch veld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Bestaande gegevens toewijzen — hier zit het scherpste probleem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Filtering afdwingen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Koppelvlakken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jaar gebeurtenissen zonder fondsaanduiding — en onveranderlijk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Afleiden bij lezen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regel die zeven jaar in elke lezer moet zitten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 gebeurtenistype vanaf datum 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versiëringsaanpak uit deel 14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Aparte toewijzingstabel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tweede bron van waarheid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2 is doorgaans de juiste — en dit is het geval waarvoor die regels bestaan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moet onvermijdelijk zijn, niet controleerbaar.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parameter kan vergeten worden. Een contextwaarde niet.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gevaarlijkste plaatsen zijn rapportages en batches.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draaien buiten een gebruikerscontext — dus moet iemand het fonds expliciet meegeven.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een lek is daar geen dossier maar een bestand.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23.5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61 vindplaatsen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Ontwerp de fitness function — denk aan het invoerprobleem uit deel 17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Hoeveel lost u op vóór livegang, en hoeveel daarna?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breekt bij de derde tenant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patronen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verstopte aanname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bij één tenant per definitie onzichtbaar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Gedeelde stamgegevens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fondsspecifiek blijken — de reden dat tenant drie duurder is dan twee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Prestatievermenging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batch van B vertraagt het portaal van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toerekeningsvraag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niemand stelde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derde terwijl u de tweede bouwt.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door hem te bouwen — door bij elke keuze te vragen: wat gebeurt hier bij tenant drie?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afweging voor Meridiaan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680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Keuze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Hoofdvorm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vorm 2: gedeelde app, gescheiden opslag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Gedrag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parametriseren, uitbreiden waar nodig, elk met ADR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Gebeurtenissen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nieuw type vanaf datum 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Filtering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onvermijdelijk in de gegevenstoegangslaag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Koppelvlak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bestaand formaat uitbreiden, niet dupliceren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Isolatie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conversiebatch B gescheiden verwerken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dit duur maakt · huiswerk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wijziging raakt beide fondsen → elke uitrol vraagt afstemming met twee besturen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betaalt dat? De operatie, niet de bouwers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23.7b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zoek de aanname in úw systeem die zo vanzelfsprekend was dat zij nergens staat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23.7c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schrijf één beslissing volledig uit als ADR en laat hem lezen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dertig jaar administratie overbrengen zonder de uitvoering te raken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2026-08-17T19:44:14Z</dcterms:created>
  <dcterms:modified xsi:type="dcterms:W3CDTF">2026-08-17T19:44:14Z</dcterms:modified>
</cp:coreProperties>
</file>