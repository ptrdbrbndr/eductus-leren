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hoeveel men er in de eigen organisatie vond. De spreiding in de zaal is het argument voor het hele deel.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Benadruk vooraf dat een scoringsregel in een spreadsheet telt; anders komt de helft met niets naar opdracht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Een model dat aanbeveelt is iets anders dan een dat beslist — maar toets dat empirisch: meet hoe vaak de mens afwijkt.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deel beschrijft de strekking. Controleer de actuele afbakening en toepassingsdata bij de bron vóór elk advies.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groep dit in opdracht 4 zelf ontdekken. Dat werkt beter dan het uitleggen.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 vast welke maat is gekozen en door wie. Bij een klacht is dat de eerste vraag.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eerste rij wordt het vaakst technisch beantwoord. Een deelnemer heeft niets aan factorgewichten.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Regel de terugkoppellus bij het ontwerp, niet bij het eerste incident. Zonder die lus meet je niets en lijkt alles vlak.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 is dezelfde fout als het toegangsmodel uit deel 17, nu op een plek waar niemand hem verwacht.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 is de belangrijkste ontwerpvraag van het hele proces.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 argument overtuigt een board die net een fusie achter de rug heeft — het is dezelfde redenering als "geen nieuwe overlegstructuren" uit deel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Huiswerk: opdracht 7 — het advies aan de board, plus de beoordeling van je eigen meegebrachte toepassing.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MEESTERSCHAP · DEEL 27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 en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modelgovernance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de inventarisatie bleken het twaalf toepassingen. Negen daarvan had niemand als AI aangemerkt.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6 uur klassikaal  ·  Casus Meridiaan Pensioen N.V.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HET BEGINT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AI-governance begint niet bij de modellen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iedereen als AI herkent.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begint bij de toepassingen die onder de radar zijn ontstaan: een regressiemodel in een spreadsheet, een scoringsregel die iemand ooit instelde, een taalmodel dat via een leveranciersfunctie binnenkwam.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Zeven fasen, zeven governancevragen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12064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Governancevraag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beslist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Probleemstelling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een model hier het passende middel?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proceseigenaar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verzamelen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 dit, en is de dataset representatief?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owner en FG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Welke bias zit in de historie die we herhalen?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Ontwikkelaar, met toetsing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Presteert het goed genoeg — en voor welke groepen niet?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Onafhankelijke validator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Nemen we dit in productie, en wie tekent?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verwerkingsverantwoordelijke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Blijft het presteren, en wie kijkt ernaar?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modeleigenaar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Uitfaseren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Wanneer stoppen we?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de praktijk: niemand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Modellen worden zelden uitgefaseerd; ze draaien tot iemand toevallig merkt dat de uitkomsten niet meer kloppen. Leg de uitfaseringsvoorwaarde bij acceptatie vast.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categorieën, oplopende verplichtingen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4805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Strekking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Gevolg voor jouw werk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Verboden praktijken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Onaanvaardbaar geachte toepassingen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Herkennen en stoppen; geen afweging mogelijk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Hoog risico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Aanzienlijke gevolgen voor mensen — werk, krediet, essentiële diensten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Zwaar regime: risicobeheer, datakwaliteit, documentatie, toezicht, logging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Transparantieplicht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Mensen moeten weten dat zij met AI te maken hebben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Informeren, en dat aantoonbaar inrichten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Geen specifieke verplichtingen; de AVG geldt onverkort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zelf voorlopig indelen met argumenten → juridische toets op de twijfelgevallen → besluit door de verantwoordelijke, vastgelegd.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kunt de maten niet allemaal tegelijk halen.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geen tekortkoming van de techniek maar een wiskundig gevolg van het feit dat de groepen verschillen. De keuze welke maat je hanteert is dus normatief — en hoort bij de verantwoordelijke, niet bij de ontwikkelaar.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trek je gelijk?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3931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hij gelijk trekt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Wanneer passend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Gelijke uitkomstverdeling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aandeel positieve uitkomsten per groep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je gelijke behandeling in uitkomst wilt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Gelijke foutkansen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kans op een fout, per groep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het gaat om wie ten onrechte wordt geraakt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Gelijke voorspelwaarde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betrouwbaarheid van een positieve voorspelling per groep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de uitkomst wordt gebruikt om te selecteren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ook op groepen waarop je niet mag modelleren — niet gebruiken als kenmerk is iets anders dan niet weten wat het effect is. En zoek de proxy’s: postcode, opleiding, sector.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UITLEGBAARHEID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Aan wie, en waarvoor?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39319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Voor wie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die nodig heeft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volstaat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betrokkene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Waarom is dit besluit over mij genomen, en wat kan ik doen?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begrijpelijke reden plus een route naar bezwaar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medewerker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 ik hierop vertrouwen, en wanneer wijk ik af?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belangrijkste factoren en de betrouwbaarheid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validator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Doet het model wat we denken?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Technische verklaringen op modelniveau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toezichthouder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dit beheerst en aantoonbaar?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Documentatie, validatie, logging, besluitvorming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 reden voor de betrokkene niet te geven, dan is dat een aanwijzing dat het model hier niet passend is — niet dat de uitleg beter moet.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soorten, drie signalen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456432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5117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Datadrift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9536" y="3465576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invoer verandert van samenstelling.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Zichtbaar zonder dat je de uitkomst kent — en het zwakste signaal.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2331720"/>
            <a:ext cx="3456432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55117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Conceptdrift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3465576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relatie tussen invoer en uitkomst verandert.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zichtbaar mét terugkoppeling van werkelijke uitkomsten.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5008" y="2331720"/>
            <a:ext cx="3456432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255117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84464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Prestatiedrift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84464" y="3465576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model doet het aantoonbaar slechter.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gevolg, niet de oorzaak — en het laatste dat je merkt.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vroegste signaal staat zelden in de rapportage: het aandeel gevallen waarin de mens van het model afwijkt. Medewerkers merken het vóór het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Vijf risico’s die bij klassieke modellen niet spelen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114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er misgaat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Maatregel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Toegangslek via 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zoeklaag haalt documenten op waar de vrager geen recht op heeft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Autorisatie op de zoeklaag, niet alleen op de bron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Onbedoelde retentie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Vragen en documenten worden bewaard bij de leverancier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Retentieafspraak in het contract — en toetsen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Onjuiste toeschrijving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verzonnen antwoord lijkt uit een document te komen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Bronvermelding afdwingen en steekproefsgewijs verifiëren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Aggregatielek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Losse fragmenten onschuldig, samen herleidbaar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Minimale groepsgrootte ook op de zoekresultaten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Promptlek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Gevoelige informatie belandt in de vraag zelf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Voorlichting plus filtering; verbieden werkt niet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eerste is het meest onderschatte: wie de zoeklaag een eigen kopie laat aanleggen, bouwt een systeem dat iedereen alles laat lezen — met een vriendelijke interface eromheen.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poorten — meer levert vertraging zonder beheersing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4206240"/>
                <a:gridCol w="2377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Wanneer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er wordt getoetst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besluit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mag 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Vóór dataverzameling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Grondslag, classificatie, is een model passend?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Proceseigenaar, FG adviseert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deugt 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Vóór acceptatie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Validatie, bias per groep, uitlegbaarheid, documentatie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Validator plus verantwoordelijke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blijft dit deugen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Periodiek, minimaal jaarlijks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Drift, prestatie per groep, afwijkgedrag, uitfasering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Modeleigenaar, met escalatie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Poort 3 ligt niet in het pad naar productie en dwingt zichzelf dus niet af. Zonder agendapunt met eigenaar wordt hij het eerste jaar gehaald en daarna niet meer.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INRICHTING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van de vijf vragen horen bij bestaande gremia.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 deze data hiervoor worden gebruikt · klopt de definitie van de doelvariabele · is de trainingsdata van voldoende kwaliteit — dat is datagovernance. Alleen "is dit model passend" en "blijft het presteren" zijn nieuw. Breid de besluitrechtenmatrix uit deel 16 uit; tuig geen tweede structuur op.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WERK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we vandaag doen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Twaalf toepassingen indelen, en een poort 3 ontwerpen die zichzelf afdwingt.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minuten.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4428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3884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3884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43884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43884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maten, en de ontdekking dat ze niet samengaan.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minuten.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8232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28232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Achttien maanden. Waarom is die prestatiescore zo vlak?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minuten.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93124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2580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258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12580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12580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 één vraag door de plaat en vind wie te veel kan lezen.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 en modelgovernance</dc:title>
  <dc:subject>PptxGenJS Presentation</dc:subject>
  <dc:creator>Ductus B.V.</dc:creator>
  <cp:lastModifiedBy>Ductus B.V.</cp:lastModifiedBy>
  <cp:revision>1</cp:revision>
  <dcterms:created xsi:type="dcterms:W3CDTF">2026-08-05T13:16:18Z</dcterms:created>
  <dcterms:modified xsi:type="dcterms:W3CDTF">2026-08-05T13:16:18Z</dcterms:modified>
</cp:coreProperties>
</file>