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de drie voorstellen zonder oordeel. Het oordeel komt in opdracht 3 — en de val is het best geschreven voorstel.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 laatste is een belangrijke nuance. Deelnemers neigen ernaar de leverancier te verwijten wat hij niet kán bieden.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mesh als technische inrichting zonder mandaat levert na achttien maanden een gedecentraliseerd landschap zonder centrale normen 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mesh komt uit bedrijven met honderden domeinen. Meridiaan heeft er vijf. Dat is een ander probleem.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Zonder de discipline om terug te kunnen redeneren naar de bron is het onderscheid tussen de lagen alleen een mappenstructuur.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Voor de fusie is de vraag of de gebeurtenissen uit beide landschappen op één log samenkomen. Zo niet, blijft de verantwoordingscapability een 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contractregister is lineage op afspraakniveau: wie hangt van wie af?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Echte doorbelasting werkt ook, maar kost een verrekenprijsdiscussie die je tijdens een fusie niet wilt voeren.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Deelnemers verklaren in opdracht 6 vaak alles automatiseerbaar. Deze vraag prikt dat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vraag is niet hoe je coëxistentie vermijdt, maar hoe je haar beheerst.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DCAM zelf wordt in deel 24 gescoord. De paradigma's zijn praktijkkennis; het DMBOK behandelt ze op hoofdlijnen.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de adviesnotitie aan de CTO, plus de herbeoordeling van je eigen leveranciersvoorstel.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MEESTERSCHAP · DEEL 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Moderne dataplatform-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paradigma’s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voorstellen op de tafel van de CTO. Alle drie intern consistent, alle drie miljoenen, alle drie beloven ze hetzelfde.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5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VAN DIT DEEL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 welk paradigma het beste is.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Maar welke vraag elk paradigma beantwoordt.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welke voorwaarde het stelt. Die voorwaarde is doorgaans organisatorisch, is duurder dan de technische inrichting, en staat zelden in het voorstel — niet omdat de leverancier oneerlijk is, maar omdat hij hem niet kan leveren.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principes — de eerste twee zijn organisatorisch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114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inhoudt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vraagt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Domeineigenaarschap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Domeinen bezitten hun data, inclusief de kwaliteit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 met mandaat én capaciteit — niet alleen een naam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as a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als product, met afnemers en een verantwoordelijke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Iemand die kwaliteit en beschikbaarheid als taak heeft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Domeinen publiceren zonder centraal ticket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platformteam dat gereedschap bouwt, geen opdrachten uitvoert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computational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 normen, automatisch afgedwongen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Normen die in code zijn uit te drukken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toets: kan een domein vandaag een levering weigeren op kwaliteitsgronden — en houdt dat stand? Nee? Dan is er geen domeineigenaarschap.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paradigma’s, vier vragen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74320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Beantwoordt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Voorwaarde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Faalt bij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schaal ik zonder centraal knelpunt?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Domeinen met mandaat en capaciteit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op niveau 1 of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fabric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ontsluit ik verspreid zonder consolideren?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Kloppende, actuele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Ontbrekend begrippenkader of lineage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combineer ik flexibiliteit met betrouwbaarheid?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 in de gelaagdheid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die de lagen omzeilen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maak ik reconstrueerbaar wat er gebeurde?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Bereidheid standen af te leiden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Verwarring met realtime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sluiten elkaar niet uit. Een lakehouse met domeineigenaarschap en data contracts is een verdedigbare tussenvorm — en wordt zelden zo genoemd.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gelaagdheid is een afspraak, geen technologie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274320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erin staat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mag erbij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Veelgemaakte fout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Onbewerkte brondata, exact zoals aangeleverd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Alleen het platformteam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Analisten toegang geven "voor de snelheid"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Geschoond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Gevalideerd, ontdubbeld, kwaliteitsregels toegepast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Engineers en gevorderde analisten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 al businesslogica toevoegen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Gebruiksklaar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Gemodelleerd, met vastgestelde definities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Iedereen met een grond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afnemer een eigen variant maken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laatste fout is de sluipende: na twee jaar zeven varianten van hetzelfde begrip — en de organisatie is terug bij drie afwijkende deelnemersaantallen.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gebeurtenislog is per definitie bitemporeel.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weet wat er gebeurde én wanneer het is vastgelegd — dat lost het reconstructieprobleem uit deel 12 structureel op. Maar event-driven is niet hetzelfde als realtime: je kunt gebeurtenissen prima in batch verwerken, en de vraag of het realtime moet staat er los van.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mechanisme dat decentralisatie beheersbaar maakt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8521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Zonder contracts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contracts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Elke bronwijziging breekt onvoorspelbaar iets stroomafwaarts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schemawijziging is een contractwijziging, met aankondigingstermijn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Kwaliteit is een verwachting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Kwaliteit is een afspraak met drempel en gevolg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Betekenis staat impliciet in de code van de afnemer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Betekenis verwijst naar het begrippenkader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Decentralisatie leidt tot divergentie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Decentralisatie is mogelijk binnen afgesproken grenzen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zonder contracts is decentralisatie zonder rem. Op architectuurniveau komen erbij: versionering, automatische toetsing, een contractregister en een escalatiepad.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patronen die kosten opdrijven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297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Maatregel die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dat elk uur ververst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 lopen op zonder dat iemand het merkt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Verversfrequentie afleiden van het besluitritme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 scant de volledige tabel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query kost meer dan een maand opslag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Partitionering plus voorlichting; verbieden werkt niet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Elke afdeling een eigen kopie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Opslag en verwerking vermenigvuldigen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Gedeelde gebruiksklare laag met doorbelasting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doorbelasting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Niemand voelt de kosten van eigen gedrag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Doorbelasten per domein, desnoods administratief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sterkste maatregel is zichtbaarheid: een maandelijks verbruiksoverzicht per domein, met de vergelijking erbij. Niemand wil onderaan staan.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kunt controleren dát er een definitie is.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 of hij de juiste is.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Normen die betekenis betreffen zijn zelden automatiseerbaar. Dat is geen tekortkoming van het model maar een grens ervan — en die grens hoort expliciet in je ontwerp te staan, met een borgingsmechanisme voor het menselijke deel.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FUSIE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Coëxistentie is de realistische uitkomst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je regelt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domein het leidende platform — definitie, bron, dan techniek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contract tussen de platformen onderling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semantische laag over beide heen: één definitie, twee bronnen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moment waarop de coëxistentie eindigt, met de voorwaarde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het misgaat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eindmoment wordt tijdelijk permanent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zichtbare dubbele kosten voelt niemand de urgentie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 ze door en zet ze op de maandrapportage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DCAM · technologiearchitectuur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CDMP Data Architecture en Storage &amp; Operations. DP-600 optioneel.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data mesh-principes, en welke organisatorisch zijn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fabric versus data mesh: centrale intelligentie versus decentraal eigenaarschap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gelaagde inrichting van een lakehouse en de functie per laag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als mechanisme voor beheerste decentralisatie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data product, self-serve platform, active metadata, chargeback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voorstellen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vraag, welke voorwaarde, en wat er niet in staat.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contract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domeinniveau, met versionering en automatische toetsing.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patronen, één scheefgroeiend domein, en een maatregel die gedrag verandert.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automatiseer je — en wat niet, en hoe borg je dat dan?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Moderne dataplatformparadigma’s</dc:title>
  <dc:subject>PptxGenJS Presentation</dc:subject>
  <dc:creator>Ductus B.V.</dc:creator>
  <cp:lastModifiedBy>Ductus B.V.</cp:lastModifiedBy>
  <cp:revision>1</cp:revision>
  <dcterms:created xsi:type="dcterms:W3CDTF">2026-08-05T13:01:41Z</dcterms:created>
  <dcterms:modified xsi:type="dcterms:W3CDTF">2026-08-05T13:01:41Z</dcterms:modified>
</cp:coreProperties>
</file>