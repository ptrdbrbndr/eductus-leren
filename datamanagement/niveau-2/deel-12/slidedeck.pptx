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met de vraag waarom een genormaliseerd én een dimensioneel model tegelijk kunnen bestaan. Dat opent het hele deel.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Kondig aan dat opdracht 6 hier volledig over gaat. Deelnemers onderschatten dit consequent.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Zonder traceerbaarheid is de impactanalyse uit het begripswijzigingsproces van deel 16 niet uit te voeren.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Kies de notatie waarin de mensen die het model goedkeuren kunnen lezen wat er staat. En altijd een legenda erbij.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Loop bij opdracht 3 rond en vraag consequent naar het grein. De casus is zo gebouwd dat maandaggregatie verleidelijk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Ster is de standaardkeuze; sneeuwvlok alleen met aanwijsbare reden.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Een invoerfout hoort nooit gegolden te hebben — type 1. Een verhuizing wel — type 2. Dat onderscheid is het kernmoment van opdracht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Vault is een opslagpatroon, geen presentatielaag. Er komt alsnog een dimensioneel model bovenop.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Een organisatie die alleen geldigheidstijd vastlegt, kan haar eigen rapportages niet reproduceren — en lijkt fouten te hebben gemaakt die zij niet maakte.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vastlegging wordt het vaakst overgeslagen en bepaalt of dezelfde review zich over drie maanden herhaalt.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Vault: hub, link en satellite benoemen en weten wanneer de aanpak past. Bouwen hoeft niet voor het examen.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Huiswerk: opdracht 7 — de modelreview als gesprek, bij voorkeur op je eigen model — plus de zelftoets.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PRAKTIJK · DEEL 12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Conceptueel, logisch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fysiek modelleren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modellen naast elkaar, geen van drie fout. De vraag is niet hoe je modelleert maar waarvoor.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6 uur klassikaal  ·  Casus Meridiaan Pensioen N.V.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LASTIGSTE ONDERDEEL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 moeilijkste in dit deel is niet de notatie.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 is de tijd.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pensioenuitvoerder moet kunnen reconstrueren wat er gold, wat er is geregistreerd, en wanneer men dat wist. Die drie vallen niet samen — en modellen die daar geen rekening mee houden, breken zodra een toezichthouder een reconstructie vraagt.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KETEN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Drie lagen, drie levensduren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10896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Business, bestuur, toezichthouder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Analisten, architecten, stewards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Ontwikkelaars, beheerders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Verandert bij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Nieuwe bedrijfsactiviteit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Nieuwe betekenis of attribuut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Platformkeuze, performance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Levensduur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Maanden tot jaren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 de volgende migratie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Eigenaar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 of steward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DBA of ontwikkelteam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Traceerbaarheidstoets: neem een willekeurige kolom uit het PDM en volg hem terug tot de definitie. Lukt dat niet binnen twee minuten, dan is de keten niet bruikbaar.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Kies op publiek, niet op smaak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297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Sterk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Zwak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ERD kraaienpoot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Snel te lezen, breed bekend, compact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Beperkte expressie van regels en constraints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ERD Barker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Expliciete optionaliteit, leesbare zinnen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Minder bekend, vraagt uitleg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UML-klassendiagram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Rijk in relaties, sluit aan op softwareontwerp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Wordt door business als technisch ervaren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FCO-IM en 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Feitgebaseerd; dwingt tot expliciete verwoording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Modellen worden groot en vragen gewenning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feitzinnen komt betekenis boven water die in een kraaienpootdiagram onzichtbaar blijft — zoals de bovengrens "hooguit één partner".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BELANGRIJKSTE BESLISSING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stelt één rij in je feitentabel voor?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het fijnste grein dat je kunt dragen. Aggregeren kan altijd nog; uitsplitsen wat je nooit hebt vastgelegd niet. Wie het maandtotaal opslaat, kan nooit meer beantwoorden of er binnen die maand meerdere deelbetalingen waren.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Drie soorten feiten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  <a:gridCol w="4114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het vastlegt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Bij Meridiaan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Transactiefeit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Eén gebeurtenis op één moment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Eén premiebetaling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Periodieke snapshot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stand aan het eind van een vaste periode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Opgebouwde aanspraak per maandeinde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Accumulating snapshot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Een proces met vaste mijlpalen, bijgewerkt tijdens de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Waardeoverdracht: aangevraagd, beoordeeld, uitgevoerd, afgerond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accumulating snapshot wordt het minst gebruikt en is hier het waardevolst: doorlooptijden volgen er direct uit.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Slowly changing dimensions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per attribuut, niet per dimensie.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329184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er gebeurt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Gebruik bij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Nooit wijzigen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Geboortedatum, oorspronkelijke ingangsdatum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Geen historie nodig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Overschrijven; oude waarde verdwijnt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Correcties van invoerfouten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Historie weg, ook in eerdere rapportages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Nieuwe rij met geldigheidsperiode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Adres, werkgever,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Dimensie groeit; bevragen wordt complexer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kolom met vorige waarde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Eenmalige herindelingen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Slechts één stap terug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vraag die kiest: moet een rapportage over vorig jaar de situatie van toen tonen, of die van nu?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VAULT 2.0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Drie soorten tabellen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Ontworpen voor landschappen waarin bronnen komen en gaan.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56432" cy="2560320"/>
          </a:xfrm>
          <a:prstGeom prst="roundRect">
            <a:avLst>
              <a:gd name="adj" fmla="val 2857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55117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3044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59536" y="3465576"/>
            <a:ext cx="3017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bedrijfssleutel van een kernobject, meer niet.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Deelnemer met het deelnemernummer.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2544" y="2331720"/>
            <a:ext cx="3456432" cy="2560320"/>
          </a:xfrm>
          <a:prstGeom prst="roundRect">
            <a:avLst>
              <a:gd name="adj" fmla="val 2857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55117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3044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72000" y="3465576"/>
            <a:ext cx="3017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relatie tussen hubs.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tussen Deelnemer, Regeling en Werkgever.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65008" y="2331720"/>
            <a:ext cx="3456432" cy="2560320"/>
          </a:xfrm>
          <a:prstGeom prst="roundRect">
            <a:avLst>
              <a:gd name="adj" fmla="val 2857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4464" y="255117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84464" y="3044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Satellite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84464" y="3465576"/>
            <a:ext cx="3017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Beschrijvende attributen met geldigheidsperiode en bron.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Adresgegevens uit de polisadministratie.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Loont bij veel wisselende bronnen en harde aantoonbaarheidseisen. Loont niet bij één stabiele bron — en een half toegepaste Data Vault is slechter dan een goed genormaliseerd model.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Twee tijdlijnen die zelden samenvallen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Verhuisd op 1 maart. Doorgegeven op 18 april. Rapportage verstuurd op 1 april.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4480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Heb je nodig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 woonde de deelnemer op 1 april?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Geldigheidstijd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stond er op 1 april in onze rapportage?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Registratietijd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Klopte onze rapportage van 1 april, gegeven wat we toen wisten?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Beide — dit is bitemporeel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derde vraag is die van een toezichthouder.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Een review is geen keuring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Zes criteria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Correctheid — klopt het met de werkelijkheid?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Volledigheid — ontbreekt er iets wat gebruikers nodig hebben?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Begrijpelijkheid — kan het publiek het lezen?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Onderhoudbaarheid — wat gebeurt er bij de volgende verandering?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Traceerbaarheid — hangt het aan de andere niveaus?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 — kan het model het verleden reconstrueren?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Gespreksvoering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09360" y="260604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bij wat werkt, en meen dat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Formuleer als vraag, niet als oordeel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Rangschik naar impact en bespreek er hooguit drie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vast wat er besproken is en wat de ontwerper gaat doen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opent met een bevinding, krijgt de rest van het gesprek verdediging.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EXAMENLIJN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CDMP-specialist Data Modeling &amp; Design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deel is de kern van de voorbereiding op dat examen.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drie abstractieniveaus met publiek, levensduur en eigenaar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Normalisatie tot Boyce-Codd, met het probleem per vorm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 versus sneeuwvlok, granulariteit, de drie feittypen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0 tot en met 3, met een scenario per type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Engels: grain, conformed dimension, business key, effective date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23760" y="2148840"/>
            <a:ext cx="4297680" cy="2834640"/>
          </a:xfrm>
          <a:prstGeom prst="roundRect">
            <a:avLst>
              <a:gd name="adj" fmla="val 2581"/>
            </a:avLst>
          </a:prstGeom>
          <a:solidFill>
            <a:srgbClr val="F6F3EC"/>
          </a:solidFill>
          <a:ln w="12700">
            <a:solidFill>
              <a:srgbClr val="E2D9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5236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VOORBEREIDING, GEEN VERVANGING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52360" y="274320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is niet gelieerd aan of geaccrediteerd door DAMA International. Dit materiaal reproduceert het DMBOK niet en vervangt het niet.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Schaf de DMBOK2 Revised Edition zelf aan — tijdens het examen is dat het enige toegestane hulpmiddel, in papier óf digitaal.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HET WERK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we vandaag doen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Sterschema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9536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Premie-analyse, met een verdedigde greinkeuze.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4428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3884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3884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43884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43884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 attributen, tien keuzes. En de gecorrigeerde geboortedatum.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08776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8232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28232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Vault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28232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Schetsen én afwegen — drie argumenten voor, drie tegen.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minuten.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93124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12580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258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12580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Bitemporeel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12580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maart, 1 april, 18 april. Drie vragen, twee tijdlijnen.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Conceptueel, logisch en fysiek modelleren</dc:title>
  <dc:subject>PptxGenJS Presentation</dc:subject>
  <dc:creator>Ductus B.V.</dc:creator>
  <cp:lastModifiedBy>Ductus B.V.</cp:lastModifiedBy>
  <cp:revision>1</cp:revision>
  <dcterms:created xsi:type="dcterms:W3CDTF">2026-08-05T10:35:03Z</dcterms:created>
  <dcterms:modified xsi:type="dcterms:W3CDTF">2026-08-05T10:35:03Z</dcterms:modified>
</cp:coreProperties>
</file>