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met de drie randvoorwaarden en vraag wie ze alle drie heeft gehaald. Meestal sneuvelt er één.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som van de onderdelen is niet hetzelfde als de opdracht. Dat verschil is precies wat de capstone aantoont.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"Geen nieuwe overleggen" en "de definitiediscussie beslechten" lijken op gespannen voet te staan. Ze zijn verenigbaar via bestaande overleggen.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drie zijn ook de eerste vragen die het panel in de stuurgroepsessie stelt.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 de rubric ook uit voor de peer review; reviewers die hem gebruiken geven bruikbaarder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slide over wat er níét gebeurt laat zien dat je hebt gekozen in plaats van alles beloofd.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directeur Beleggingen is de lastigste. Zijn vraag is legitiem en het antwoord moet een voordeel voor zíjn domein benoemen.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deelnemers dit direct toevoegen aan het dossier dat ze in deel 20 zijn begonnen.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hiermee af, en bevestig de examendata die deelnemers in deel 20 hebben vastgelegd.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de eindtoets van twaalf vragen en een blik op delen 22 tot en met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PRAKTIJK · DEEL 21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— de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volledige opdracht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delen lang oefende je onderdelen. Hier voer je één keer de hele opdracht uit — van intake tot stuurgroep.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4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VERSCHIL MET NIVEAU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 is een consultancyopdracht,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nulmeting op een dataset.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opdrachtgever met een termijn, tegenstrijdige belangen in de organisatie, beperkte capaciteit, en een besluit dat genomen moet worden. Het inhoudelijke werk is het makkelijkste deel.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opleveringen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CFO wil een voorstel dat aan DNB te tonen is, de definitiediscussie beslecht, en de migratie niet vertraagt.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Omvang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Bouwt 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Volwassenheidsassessment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Maximaal acht pagina’s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Prioritering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Gerangschikte lijst met verantwoorde afvallers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Governance-inrichting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Maximaal vier pagina’s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Roadmap twaalf maanden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plaat plus toelichting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Business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Maximaal twee pagina’s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Stuurgroeppresentatie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 slides plus verdediging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randvoorwaarden, alle drie beoordeeld. Een voorstel dat aan twee van de drie voldoet, kan de opdrachtgever niet uitvoeren.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CONTROLEVRAGEN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capstones op dit niveau tekortschieten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Controleer bij jezelf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elke assessmentscore op bewijs uit de casus?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 er daadwerkelijk iets af in je prioritering?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de vier definitievarianten beslecht — welke vervalt?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juist deze drie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score zonder bewijs valt om bij de verdediging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prioritering zonder afvallers verplaatst het conflict naar maand vier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inrichting die vier definities laat bestaan, beslecht de kernvraag niet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de peer review bij deze drie. Ze onderscheiden voldoende van goed.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je wordt beoordeeld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Vooraf bekend. Voldoende op alle zes betekent klaar voor niveau 3.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Onderdeel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Voldoende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Uitmuntend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Zes gebieden met scoringsdefinities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bewijsniveau en spreiding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wat níét is gemeten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Rangorde met afvallers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afhankelijkheden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een afwijsboodschap per afvaller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Zes bouwstenen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matrix met termijnen, netto nul overleggen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de definitiebeslissing belegd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Twaalf maanden met kwartalen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capaciteit en afhankelijkheden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raakvlak met de migratie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 en baten met aannames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juiste grootheid en beheerkosten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niet-financieel risico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 slides, tijd gehaald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kritische vragen beantwoord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gevraagd besluit met neescenario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onvoldoende raakt alleen dat onderdeel, niet de hele capstone.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 slides, vijftien minuten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opbouw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— feiten waar niemand het over oneens 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Complicatie — wat klopt er niet, en de termijn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— wat moet er nu besloten worden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 — inrichting, met de definitiebeslissing expliciet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capaciteit en business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twee slides die tellen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níét gebeurt — het vaakst weggelaten, wekt het meeste vertrouwen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gevraagde besluit: wat, van wie, vóór wanneer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wat er gebeurt bij nee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Vijftien minuten is korter dan het lijkt. Oefen op tijd.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mensen met een eigen belang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hebben er belang bij je voorstel niet over te nemen.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CFO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 moet ik hiervoor betalen als het migratieprogramma al loopt?"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Beleggingen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levert dit mijn domein op?"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wint er niets bij en kan blokkeren. "Compliance" is geen antwoord.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controller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4464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gebruik mijn eigen selectie omdat jullie cijfers niet kloppen."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van elke directeur: "wie gaat dit doen? Mijn mensen hebben geen tijd." Bereid alle vijf voor.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 is het sterkste stuk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je ervaringsdossier.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assessment, een ontwerp, een business case en een verdediging — inclusief het besluit dat erop is genomen. Bij de ervaringsbeoordeling voor Master in niveau 3 is dat precies wat wordt gevraagd. Bewaar het volledig, met de feedback en de panelvragen.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VOORUIT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niveau 3 anders maakt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schaal verlegt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één opdracht naar een meerjarig programma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één organisatie naar een landschap met wisselende bronnen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een stuurgroep naar een board met een toezichthouder ernaast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 Meridiaan gaat mee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vraag verandert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hoe richt je het 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Maar: hoe houd je het vol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En: hoe verdedig je het tegenover iemand die er niet in gelooft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Delen 22 tot en met 29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vraagt 80% op drie examens plus een ervaringsbeoordeling. Practitioner en CBDA volgen uit je planning in deel 20.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review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vijf deliverables van je partner, met de drie controlevragen voorop.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Stuurgroep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Vijftien minuten presenteren, vijftien minuten vragen van een panel dat tegenwerkt.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 per persoon.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Afsluiting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Examendata bevestigen, het portfoliostuk opnemen in je dossier, en vooruit naar niveau 3.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— de volledige opdracht</dc:title>
  <dc:subject>PptxGenJS Presentation</dc:subject>
  <dc:creator>Ductus B.V.</dc:creator>
  <cp:lastModifiedBy>Ductus B.V.</cp:lastModifiedBy>
  <cp:revision>1</cp:revision>
  <dcterms:created xsi:type="dcterms:W3CDTF">2026-08-05T12:05:57Z</dcterms:created>
  <dcterms:modified xsi:type="dcterms:W3CDTF">2026-08-05T12:05:57Z</dcterms:modified>
</cp:coreProperties>
</file>