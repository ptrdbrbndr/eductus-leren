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Zet de drie naast elkaar en vraag welke oplossing bij welke past. Vrijwel iedereen gooit ze eerst op één hoop.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Regeling is het interessantste twijfelgeval. Deelname én premie verwijzen ernaar, maar de inhoud lijkt op referentiedata.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Bij Meridiaan is het antwoord op beide voorlopig nee. Dat sluit coexistence en transaction praktisch 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Hoe verder de zones uit elkaar liggen, hoe meer handwerk en hoe minder fouten. Dat is de knop waaraan je draait.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Wie blokt op een veld dat zelf fouten bevat, mist precies de dubbelen die hij zoekt.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Bewaar altijd de verliezende waarden met hun herkomst — zonder dat is een onterechte samenvoeging onherstelbaar.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bij opdracht 5 door: kan de 35 jaar oude polisadministratie überhaupt worden teruggeschreven? Zo niet, wat dan?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Boven de tien werkdagen wordt de queue een archief. Dat is het moment waarop het programma zijn geloofwaardigheid verliest.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 een code verandert en blijkt dat vijf systemen een eigen kopie hebben, waarvan er drie worden bijgewerkt.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Kijk nooit naar de matchgraad zonder het aantal teruggedraaide matches ernaast.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MDM lost identificatie op, geen betekenisverschil. Dat onderscheid komt op het examen terug.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Huiswerk: opdracht 7 — de businesscase van één A4 voor de stuurgroep — plus de zelftoets.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PRAKTIJK · DEEL 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Master- en referentie-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datamanagement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keer dezelfde werkgever. Eenenzestig dubbele deelnemers. Vijf kopieën van elke codelijst. Drie problemen, drie oplossingen.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5 uur klassikaal  ·  Casus Meridiaan Pensioen N.V.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AFBAKENING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maakt masterdata bijzonder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eigenschappen samen. Ontbreekt er één, dan is het gewoon data.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56432" cy="2560320"/>
          </a:xfrm>
          <a:prstGeom prst="roundRect">
            <a:avLst>
              <a:gd name="adj" fmla="val 2857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55117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3044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Weinig wijzigingen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59536" y="3465576"/>
            <a:ext cx="3017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deelnemer verandert een paar keer per jaar. Een premiebetaling bestaat één keer.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2544" y="2331720"/>
            <a:ext cx="3456432" cy="2560320"/>
          </a:xfrm>
          <a:prstGeom prst="roundRect">
            <a:avLst>
              <a:gd name="adj" fmla="val 2857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55117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3044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Veel afnemers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72000" y="3465576"/>
            <a:ext cx="3017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Meerdere afdelingen en systemen, elk met een eigen kopie van hetzelfde object.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65008" y="2331720"/>
            <a:ext cx="3456432" cy="2560320"/>
          </a:xfrm>
          <a:prstGeom prst="roundRect">
            <a:avLst>
              <a:gd name="adj" fmla="val 2857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255117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84464" y="3044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Hoge impact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84464" y="3465576"/>
            <a:ext cx="3017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verkeerd samengevoegde deelnemer werkt door in uitkering, correspondentie én toezichtsrapportage.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toets: verwijzen andere gegevens hiernaar? Premiebetalingen verwijzen naar deelnemer en werkgever; naar een premiebetaling verwijst niets.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STIJLEN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stijlen, oplopende last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keuze volgt uit het landschap, niet uit ambitie.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2103120"/>
                <a:gridCol w="3657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Stijl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centraal staat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Invoeringslast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Grootste risico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Alleen sleutels en verwijzingen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Zichtbaar maken zonder oplossen — en het lijkt opgelost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Centrale kopie voor rapportage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kopie gaat als waarheid fungeren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Coexistence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Samengevoegd én teruggeschreven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Raakt de operationele processen; zonder mandaat loopt het vast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 centrale systeem ís de bron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Zeer hoog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Alles hangt aan één systeem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vragen bepalen de keuze: kun je de bronsystemen laten wijzigen, en heb je het mandaat om dat af te dwingen?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schade is asymmetrisch.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drempels horen dat ook te zijn.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onterechte match voegt twee mensen samen: iemand krijgt de post of het pensioen van een ander. Een gemiste match laat een dubbele bestaan: dubbele correspondentie, een verkeerd totaal. Werk met drie zones — automatisch samenvoegen, niet samenvoegen, en daartussen de stewardship-queue.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aanpakken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017520"/>
                <a:gridCol w="23774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Aanpak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Hoe het werkt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Sterk bij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Zwak bij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Deterministisch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Exacte overeenkomst op sleutels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Betrouwbare identificatoren zoals een BSN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Tikfouten, lege velden, naamsvarianten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Probabilistisch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op gewogen overeenkomst per veld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Rommelige data zonder betrouwbare sleutel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Uitlegbaarheid van de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Eerst deterministisch, restgroep probabilistisch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Vrijwel elke praktijksituatie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 inrichting en onderhoud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beperkt de vergelijking tot records die op één kenmerk overeenkomen — bij 380.000 records zijn er anders ruim zeventig miljard vergelijkingen.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Welke waarde wint?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veld een besluit, geen instelling.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2976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hij doet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Passend bij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Bronprioriteit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 vastgestelde rangorde van bronnen wint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IBAN uit de administratie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Recentheid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laatst gewijzigde waarde wint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Adres, telefoon, e-mail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Volledigheid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gevulde waarde wint van de lege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Velden waar leeg vaker voorkomt dan fout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Betrouwbaarheidsscore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hoogste kwaliteitsscore wint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Velden met een validatieregel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Handmatig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 steward beslist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Velden waar de kosten van een fout hoog zijn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de drievoudige werkgever wijzen recentheid, bronprioriteit en volledigheid naar drie verschillende records. Dat is het normale geval.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CRUX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Corrigeer je alleen het golden record,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 komt hetzelfde geval terug.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Terugkoppeling naar de bron is de duurste ontwerpkeuze in een MDM-inrichting en de enige die hem houdbaar maakt. Zonder terugkoppeling wordt de queue oneindig — en verliest de steward het vertrouwen in zijn eigen werk.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stewardship-workflow die niet volloopt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  <a:gridCol w="48463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Ontwerpvraag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 Meridiaan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Instroom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Hoeveel gevallen per week verwacht je?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 61 dubbelen op 12.000 records: tientallen per maand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Behandelaar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 beslist, en met hoeveel uur?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steward, uren vastgelegd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Doorlooptijd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Binnen hoeveel dagen behandeld?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Vijf werkdagen, daarna escalatie naar de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Terugkoppeling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 corrigeren of alleen het golden record?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Beide — anders komt het geval terug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Hoe zie je dat de queue oploopt?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gevallen en gemiddelde leeftijd, wekelijks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saaiste discipline in het vak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Codelijsten wijzigen zelden — en juist daarom is het beheer nergens belegd.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je inricht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register: welke lijsten, wie beheert, welke systemen gebruiken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Herkomst: intern bepaald of externe standaard?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Versiebeheer met versienummer én ingangsdatum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tussen codestelsels — zelf ook referentiedata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wijzigingsproces, inclusief communicatiestap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Waarom het ertoe doet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09360" y="260604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sectorindeling die in 2024 wijzigde, maakt vergelijking met 2023 betekenisloos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Tenzij je beide versies hebt én weet wanneer de overgang was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argument is waarmee je dit gefinancierd krijgt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Zes indicatoren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Duplicaatgraad is de uitkomstmaat; de rest zijn voorwaarden.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3931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het zegt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Signaalwaarde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Duplicaatgraad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Aandeel objecten dat meer dan één keer voorkomt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uitkomstmaat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Automatische matchgraad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Aandeel zonder tussenkomst afgehandeld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 hoog kan een te ruime drempel betekenen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Onterechte matches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Aantal teruggedraaide samenvoegingen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Elke onterechte match is er één te veel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gevallen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de capaciteit toereikend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Structurele groei = onderbezetting of te strenge drempel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Leeftijd open gevallen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er daadwerkelijk wordt behandeld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Boven tien werkdagen wordt de queue een archief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Terugkoppelgraad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Aandeel correcties dat in de bron landt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Onder 50% keert hetzelfde geval terug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EXAMENLIJN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CDMP-specialist Reference &amp; Master Data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is het kerndeel van de voorbereiding op dat examen.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Master, reference en transaction data — met de verwijzingstoets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stijlen, met invoeringslast en risico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 deterministisch versus probabilistisch, en drempels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Survivorship, golden record versus system of record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Engels: blocking, false positive, code set, cross-reference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2148840"/>
            <a:ext cx="4297680" cy="2834640"/>
          </a:xfrm>
          <a:prstGeom prst="roundRect">
            <a:avLst>
              <a:gd name="adj" fmla="val 2581"/>
            </a:avLst>
          </a:prstGeom>
          <a:solidFill>
            <a:srgbClr val="F6F3EC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5236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VOORBEREIDING, GEEN VERVANGING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52360" y="274320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is niet gelieerd aan of geaccrediteerd door DAMA International. Dit materiaal reproduceert het DMBOK niet en vervangt het niet.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Schaf de DMBOK2 Revised Edition zelf aan — tijdens het examen is dat het enige toegestane hulpmiddel, in papier óf digitaal.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WERK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we vandaag doen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dubbelen vinden, met asymmetrische drempels.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minuten.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4428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3884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3884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43884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Survivorship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43884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records, drie regels, drie verschillende winnaars.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minuten.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8776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8232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28232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28232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workflow die niet volloopt — en de terugkoppelvraag.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minuten.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93124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12580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258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12580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Codelijsten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12580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versiebeheer en één wijzigingsscenario.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Master- en referentiedatamanagement</dc:title>
  <dc:subject>PptxGenJS Presentation</dc:subject>
  <dc:creator>Ductus B.V.</dc:creator>
  <cp:lastModifiedBy>Ductus B.V.</cp:lastModifiedBy>
  <cp:revision>1</cp:revision>
  <dcterms:created xsi:type="dcterms:W3CDTF">2026-08-05T10:35:03Z</dcterms:created>
  <dcterms:modified xsi:type="dcterms:W3CDTF">2026-08-05T10:35:03Z</dcterms:modified>
</cp:coreProperties>
</file>