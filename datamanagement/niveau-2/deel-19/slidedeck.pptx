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wie een afgewezen advies heeft meegenomen en waarom het volgens hem sneuvelde. Bewaar die antwoorden voor de afsluiting.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Niet omdat de berekening fout is, maar omdat hij de verkeerde vraag beantwoordt.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Aantoonbaarheid is precies wat een toezichthouder vraagt en wat in requirementsdocumenten zelden staat.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Prioriteer nooit zonder afhankelijkheden. Eigenaarschap komt vóór definitie, definitie vóór norm, norm vóór meting.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Weerstand die niet wordt uitgesproken is het echte probleem: die komt terug op het moment dat het besluit valt.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 zelf het antwoord al weet, faciliteert niet meer maar stuurt. Dat mag — mits benoemd aan het begin.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methode hoort in de bijlage. Wie hem wil, vraagt erom.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Beheerlast is de kostenpost die je pas na twee jaar voelt en die in geen enkele demo voorkomt.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 volgende moment is vaak precies wanneer hij nodig was.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Samen met deel 18 is de CBDA-dekking hiermee compleet. Deel 20 is de examentraining.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Huiswerk: opdracht 7 — terugkijken op je eigen afgewezen advies — plus de zelftoets.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PRAKTIJK · DEEL 19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 analyse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naar advies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meeste analyses die niet tot een besluit leiden, zijn inhoudelijk in orde. Ze stranden op iets anders.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5 uur klassikaal  ·  Casus Meridiaan Pensioen N.V.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Welke grootheid bepaalt hier het besluit?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480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Grootheid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Wanneer hij wint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je hem onderbouwt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Bespaarde uren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kostendruk, met aantoonbaar herinzetbare capaciteit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Echte uren maal het tarief van de opdrachtgever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Vermeden risico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toezicht, aansprakelijkheid of reputatie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Kans maal impact, met de aanname zichtbaar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Gemiste waarde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groei of transitie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er niet kan zolang dit niet is opgelost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Wettelijke noodzaak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een openstaande bevinding of harde termijn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eis zelf, plus de consequentie van niet voldoen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Meridiaan wint de vierde en daarna de tweede. Een case op uitsluitend bespaarde uren komt daar niet door de stuurgroep.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Vijf categorieën — de laatste twee ontbreken meestal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3931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Voorbeeld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levert hem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Informatiebehoefte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Welke vraag moet beantwoord kunnen worden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besluitnemer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Welke definitie geldt, en wie stelt hem vast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owner, via het begrippenkader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Kwaliteit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Welke drempel per kritiek 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owner en steward, uit deel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Actualiteit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vers, en wat is de maximale vertraging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besluitnemer, uit het besluitritme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Aantoonbaarheid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Welke herkomst moet te tonen zijn, en aan wie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en de toezichtsvraag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het besluit maandelijks valt, waarom moet de data dan dagelijks vers zijn? Meestal heeft niemand over het besluitritme nagedacht.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PRIORITEREN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Dwingt de methode tot afvallen?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1645920"/>
                <a:gridCol w="3749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Hoe het werkt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Dwingt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Valkuil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MoSCoW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Must, Should, Could, Won’t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Alles wordt Must, tenzij je een limiet stelt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Waarde tegen inspanning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 assen, vier kwadranten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Redelijk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Waarde wordt geschat door de vragende partij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Gedwongen rangorde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lijst, geen gelijke plaatsen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Ongemakkelijk; vraagt een voorzitter die doorzet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Gedwongen rangorde levert conflict op — en dat is het punt: beter in de workshop dan drie maanden later bij de oplevering.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 voorstellen sneuvelen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  <a:gridCol w="3749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Kwadrant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je doet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Meridiaan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Hoge invloed, hoog belang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Meebouwen; maak ze mede-eigenaar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CFO met de DNB-bevinding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Hoge invloed, laag belang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Vroeg betrekken en risico wegnemen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directeur Beleggingen, die er niets bij wint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Lage invloed, hoog belang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Informeren en betrekken; zij leveren het bewijs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Stewards en klantcontact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Lage invloed, laag belang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 de hoogte houden, verder niet investeren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Ondersteunende afdelingen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Weerstand: "dit hebben wij al" · "dit vertraagt ons" · "hier gaat IT over". Alle drie zijn signalen, geen obstakels.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workshop zonder besluit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een inventarisatie met broodjes.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 de vraag zichtbaar in de zaal · nodig uit op besluitbevoegdheid, niet op betrokkenheid · laat eerst individueel opschrijven · werk toe naar één besluit · sluit af met wie wat doet vóór welke datum.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ADVIES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Eén pagina, vijf blokken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9436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Omvang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 staan we, in feiten waar niemand het over oneens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 zinnen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Complicatie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blijkt er niet te kloppen of te veranderen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 tot drie zinnen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je voorstelt, in één zin waar men het mee oneens kan zijn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zin, dikgedrukt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Onderbouwing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Drie argumenten, belangrijkste eerst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Drie korte alinea’s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Gevraagd besluit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Wat, van wie, vóór wanneer — en wat er gebeurt bij nee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Vier regels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regel over wat er gebeurt bij nee wordt vrijwel altijd weggelaten en is het krachtigst: hij dwingt tot een keuze in plaats van tot uitstel.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Laat de demo de keuze niet sturen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regels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vaststellen vóór de eerste demo, met wegingen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criterium een toetsvraag die in een proof of concept te beantwoorden 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op je eigen rommelige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Betrek wie het straks beheert, niet alleen wie het gebruikt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vragen aan de leverancier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klant is bij u vertrokken, en waarom?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vangt u een schemawijziging bij de bron op — laat het zien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bij beëindiging: krijg ik mijn metadata terug?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de beheerlast in fte bij een klant van onze omvang?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vraag naar de vertrokken klant is ongemakkelijk en levert het meeste op. Een leverancier die er geen heeft, is te jong of niet eerlijk.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HET NIET WORDT OVERGENOMEN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Verschil van inzicht of grens?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advies en besluit altijd schriftelijk vast — zakelijk, zonder verwijt. Bij een grens, zoals een verwerking zonder grondslag, escaleer je. Bij een verschil van inzicht niet. En blijf werkbaar: wie na één afwijzing afstand neemt, wordt bij het volgende niet meer gevraagd.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EXAMENLIJN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IIBA-CBDA, domeinen 5 en 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Besluitvorming beïnvloeden · analytics-strategie op ondernemingsniveau.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stap van resultaat naar aanbeveling, en de rol van de analist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Stakeholderanalyse: invloed versus belang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Prioriteringsmethoden en hun dwingendheid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Analytics-strategie als organisatievraagstuk, niet als toolvraagstuk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Engels: business case, stakeholder analysis, prioritisation, decision support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2148840"/>
            <a:ext cx="4297680" cy="2834640"/>
          </a:xfrm>
          <a:prstGeom prst="roundRect">
            <a:avLst>
              <a:gd name="adj" fmla="val 2581"/>
            </a:avLst>
          </a:prstGeom>
          <a:solidFill>
            <a:srgbClr val="F6F3EC"/>
          </a:solidFill>
          <a:ln w="12700">
            <a:solidFill>
              <a:srgbClr val="E2D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236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VOORBEREIDING, GEEN VERVANGING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52360" y="274320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is niet gelieerd aan of geaccrediteerd door DAMA International. Dit materiaal reproduceert het DMBOK niet en vervangt het niet.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Schaf de DMBOK2 Revised Edition zelf aan — tijdens het examen is dat het enige toegestane hulpmiddel, in papier óf digitaal.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WERK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 vandaag doen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wordt eigenaar van het domein Deelnemer? Twintig minuten, met echte weerstand.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minuten.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4428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3884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3884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43884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Prioriteren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43884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Twaalf initiatieven, capaciteit voor vier. MoSCoW eerst, en dan echt kiezen.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Eén pagina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28232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blokken, één advieszin, en de regel over wat er gebeurt bij nee.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3124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2580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258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12580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Leverancier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12580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ongemakkelijke vragen — en de demo weerstaan.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 analyse naar advies</dc:title>
  <dc:subject>PptxGenJS Presentation</dc:subject>
  <dc:creator>Ductus B.V.</dc:creator>
  <cp:lastModifiedBy>Ductus B.V.</cp:lastModifiedBy>
  <cp:revision>1</cp:revision>
  <dcterms:created xsi:type="dcterms:W3CDTF">2026-08-05T12:05:56Z</dcterms:created>
  <dcterms:modified xsi:type="dcterms:W3CDTF">2026-08-05T12:05:56Z</dcterms:modified>
</cp:coreProperties>
</file>