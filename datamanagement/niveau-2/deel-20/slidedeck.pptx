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wie beide dit jaar wil halen. Laat die groep aan het eind van de dag heroverwegen.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beide in dezelfde maand plant, merkt het verschil in studieaanpak te laat.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Acht procentpunt is ongeveer acht vragen. Het scorerapport zegt waar ze liggen.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Kies niet twee sterk overlappende gebieden. Quality en Master Data delen meer dan Governance en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vragen gaan over wat je zou dóén, niet over wat iets betekent. Vaak is het juiste antwoord de volgende processtap.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ervaren deelnemers is het patroon vrijwel altijd "te ver vooruit". Dat is de kern van opdracht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kost ervaren deelnemers structureel punten op vragen die ze inhoudelijk beheersen.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drie-rondenstrategie uit deel 9 werkt hier net zo goed, met ruimere marges.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risico is dat de CDMP de CBDA verdringt, omdat die stof vertrouwder voelt.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dossier wordt bij Master in niveau 3 beoordeeld. Wie nu begint, heeft over twee jaar geen reconstructiewerk.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meest voorkomende reden dat mensen hun titel verliezen, is dat ze de verlenging vergeten.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6 — het ervaringsdossier — en opdracht 7, de planning met concrete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PRAKTIJK · DEEL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Examentraining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Practitioner en CBDA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schema’s, twee logica’s. Ze overlappen inhoudelijk nauwelijks — en dat is precies waarom je ze niet in dezelfde week moet doen.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4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 ELKAAR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CDMP Practitioner en IIBA-CBDA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CDMP Practitioner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IIBA-CBDA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je aflegt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Fundamentals 70%+ en twee specialistexamens 70%+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examen, 75 scenariovragen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minuten per examen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uur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Hulpmiddel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DMBOK2 — papier óf digitaal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Geen; gesloten boek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Ervaringseis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twee jaar relevante ervaring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Ervaring in business analytics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DMBOK2 Revised Edition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to Business Data Analytics, voor leden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belangrijkste verschil: wat je bij het CDMP kunt opzoeken, moet je voor de CBDA weten. Volgorde: eerst de specialistexamens, minstens zes weken later de CBDA.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PROCENTPUNT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62 naar 70 — waar zitten ze?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deze volgorde kijken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kwam je aan de laatste tien vragen toe?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Leesfouten: hoeveel wist je wél en las je verkeerd?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tien verwarparen uit deel 9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daarna: de vier zwaarst wegende kennisgebieden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die volgorde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niet aan de laatste tien toekwam, heeft daar tien vragen liggen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één woord bij te studeren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verwarparen leveren doorgaans drie tot vijf vragen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 bijspijkeren kost het meest en levert het langzaamst op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 kiezen — controleer de actuele lijst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5943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Behandeld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Kies dit 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11 en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opdrachten over inrichting en besluitrechten gaan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4 en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met meetplannen, regels en remediatie werkt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Modeling &amp;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2 en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veel modelleert of modelreviews doet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8 en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met catalogi, begrippenkaders en lineage werkt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&amp; Master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8 en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met MDM- of identiteitsvraagstukken bezig bent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consultants is Data Governance vrijwel altijd één van de twee — opdrachtgevers vragen ernaar. De tweede keuze is waar je je onderscheidt.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Zes domeinen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scenariovragen, twee uur, gesloten boek.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0"/>
                <a:gridCol w="4114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 het over gaat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Behandeld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onderzoeksvraag identificeren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18, hoofdstuk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Databronnen ontsluiten en beoordelen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18, hoofdstuk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18, hoofdstuk 4 t/m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Resultaten interpreteren en rapporteren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18, hoofdstuk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Besluitvorming beïnvloeden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19, hoofdstuk 2 t/m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Analytics-strategie op ondernemingsniveau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19, hoofdstuk 8 en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 1 en 2 worden het vaakst onderschat door analisten die het analyseren als het echte werk beschouwen. Controleer de actuele weging in het blueprint.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SCENARIOVRAGEN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stappen, in deze volgorde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Laatste zin eerst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 staat wat er gevraagd wordt. Het scenario ervoor is context — bij lange vragen scheelt dat begrip én tijd.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Bepaal de fase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3884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domein of kennisgebied? Dat sluit doorgaans twee opties uit.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 antwoord eerst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8232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vóór je de opties leest, anders sturen de afleiders je.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Elimineer op patroon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12580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op gevoel maar op de vier bekende afleidervormen.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Afleiders: te ver vooruit · technisch juist maar buiten scope · het absolute antwoord · de praktijkgewoonte.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 VAN ERVARING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examen vraagt de vólgende stap.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Niet de stap die jij zou zetten.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tien jaar ervaring heeft, ziet meteen waar het naartoe moet en kiest het eindpunt. Vraag jezelf bij elke scenariovraag af: wat is er nog niet gebeurd dat eerst moet?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examens, drie budgetten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2377440"/>
                <a:gridCol w="2011680"/>
                <a:gridCol w="3749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IJkpunt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CDMP Fundamentals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minuten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seconden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vraag 50 rond de 45 minuten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CDMP specialist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 actuele opgave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 actuele opgave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Bepaal je ijkpunt vooraf zelf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IIBA-CBDA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minuten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seconden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vraag 38 rond de 60 minuten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CBDA lijkt ruimer en is dat nauwelijks: de vragen zijn twee tot drie keer zo lang. Reken op een minuut lezen en een halve minuut kiezen.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Twaalf weken, twee schema’s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669280"/>
                <a:gridCol w="3566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Waarop je toetst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t/m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specialismen: DMBOK-hoofdstukken en eigen opdrachten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Proefvragen per specialisme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Fundamentals opfrissen: vier zware gebieden en de verwarparen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Proefexamen op 70%-niveau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drie CDMP-examens, verspreid over de 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t/m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CBDA: zes domeinen, nadruk op 1, 2, 5 en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Scenariovragen, gesloten boek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Scenariotraining en 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Volledig proefexamen in twee uur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CBDA afleggen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tijd? Doe de CDMP-route eerst en stel de CBDA een kwartaal uit. Beide tegelijk halveren werkt zelden.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ERVARINGSDOSSIER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nu met vastleggen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Achteraf reconstrueren kost meer tijd en levert een zwakker dossier op.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je vastlegt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opdracht: periode, organisatie, rol, geraakt kennisgebied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Minstens één opgeleverd artefact, geanonimiseerd waar nodig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artefact: welk besluit erop is genomen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opdrachten aansluiten op je twee specialismen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een beoordelaar zoekt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wat je hebt gemaakt, maar wat het heeft veranderd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assessmentrapportage zonder besluit weegt licht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rapportage met "op grond hiervan is X besloten" weegt zwaar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capstone van deel 21 is bedoeld als portfoliostuk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 routes, één planning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uitkomst van vandaag is een datum per examen en een go/no-go-criterium.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specialismen gekozen op scorerapport én praktijk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acht procentpunt gelokaliseerd: tempo eerst, kennis later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stappen bij scenariovragen ingeslepen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twaalfwekenschema met concrete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Hercertificeringsherinneringen alvast in de agenda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Proefexamen op je eerste gekozen specialisme, open boek.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CBDA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Veertig scenariovragen in 64 minuten. Gesloten boek — boeken van tafel.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Afleiders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4464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fouten ontleden, en je eigen dominante patroon vinden.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Examentraining Practitioner en CBDA</dc:title>
  <dc:subject>PptxGenJS Presentation</dc:subject>
  <dc:creator>Ductus B.V.</dc:creator>
  <cp:lastModifiedBy>Ductus B.V.</cp:lastModifiedBy>
  <cp:revision>1</cp:revision>
  <dcterms:created xsi:type="dcterms:W3CDTF">2026-08-05T12:05:56Z</dcterms:created>
  <dcterms:modified xsi:type="dcterms:W3CDTF">2026-08-05T12:05:56Z</dcterms:modified>
</cp:coreProperties>
</file>