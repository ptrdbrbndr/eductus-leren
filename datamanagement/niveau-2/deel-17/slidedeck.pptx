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hiermee. Het is de kernboodschap van het hele deel: privacyproblemen zijn ontwerpproblemen.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deel 7 leerden ze de vragen stellen. Hier voeren ze uit — en dat is werk waar zij wél verantwoordelijk voor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Eén systeem kan meerdere verwerkingen bevatten met verschillende grondslagen. Dat is de meest gemaakte registratiefout.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Grijp bij opdracht 3 direct in zodra de risicoparagraaf over boetes gaat. Dit is de kernfout van het deel.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Verwijderbaarheid moet je ontwerpen: in genormaliseerde modellen, in Data Vault-satellites, én in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regeling met vier deelnemers is het voorbeeld waar elke aggregatie stukloopt.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laatste vraagt een besluit van de verwerkingsverantwoordelijke, geen afspraak tussen twee ontwikkelaars.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herbeoordeling waarbij niets doen betekent dat rechten blijven, is geen herbeoordeling.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is het financieringsargument: één samenhangende aanpak verslaat zes losse compliance-projecten.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opbrengst van opdracht 6. Laat de overlapanalyse expliciet maken.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CIPP/E is een apart examen met eigen kosten en een eigen body of knowledge. Dit deel is praktijkbasis, geen examentraining daarvoor.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de privacy by design review op je eigen werk — plus de zelftoets.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2 · PRAKTIJK · DEEL 17</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Privacy, security en</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compliance in uitvoering</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Meridiaan kan geen inzageverzoek beantwoorden. Niet omdat de wet onduidelijk is, maar omdat niemand weet waar de gegevens staan.</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5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HET PATROON</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Privacyproblemen zijn zelden juridische problemen.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Het zijn ontwerpproblemen die zich als juridisch probleem voordoen op het moment dat iemand een verzoek indient of een toezichthouder een vraag stelt. En dan is het te laat om het ontwerp nog te wijzigen.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REGISTER</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De basis waar alles op leunt</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Zonder overzicht geen triage, geen bewaartermijnen, geen inzageverzoek.</a:t>
            </a:r>
            <a:endParaRPr lang="en-US" sz="1600" dirty="0"/>
          </a:p>
        </p:txBody>
      </p:sp>
      <p:sp>
        <p:nvSpPr>
          <p:cNvPr id="5" name="Text 3"/>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erin hoort</a:t>
            </a:r>
            <a:endParaRPr lang="en-US" sz="2000" dirty="0"/>
          </a:p>
        </p:txBody>
      </p:sp>
      <p:sp>
        <p:nvSpPr>
          <p:cNvPr id="6" name="Text 4"/>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Doel en grondslag per verwerking — niet per systeem</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Categorieën betrokkenen en gegevens, bijzondere gemarkeerd</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Ontvangers, inclusief verwerkers en subverwerkers</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Bewaartermijn mét onderbouwing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Verantwoordelijke: een naam, geen afdeling</a:t>
            </a:r>
            <a:endParaRPr lang="en-US" sz="1400" dirty="0"/>
          </a:p>
        </p:txBody>
      </p:sp>
      <p:sp>
        <p:nvSpPr>
          <p:cNvPr id="7" name="Text 5"/>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Waarom het veroudert</a:t>
            </a:r>
            <a:endParaRPr lang="en-US" sz="2000" dirty="0"/>
          </a:p>
        </p:txBody>
      </p:sp>
      <p:sp>
        <p:nvSpPr>
          <p:cNvPr id="8" name="Text 6"/>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Omdat bijhouden een losstaande handeling is</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 oplossing is koppeling aan een bestaand proces</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Datasetacceptatie, koppelvlakoplevering of toegangsverzoek</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Een register dat een eigen invulronde vraagt, veroudert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DPIA — DE KERNFOUT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De risico’s van de betrokkene.</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Niet die van de organisatie.</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Een risicoparagraaf over boetes en reputatieschade beschrijft de organisatie. De DPIA vraagt naar onterechte uitsluiting, ongewenste bekendheid van gezondheidsgegevens, en verlies van controle over eigen gegevens.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PRIVACY BY DESIGN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Vijf ontwerpkeuzes in het landschap</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926080"/>
                <a:gridCol w="4023360"/>
                <a:gridCol w="393192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Ontwerpkeuze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je doet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je voorkomt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Scheiding van identificerende gegevens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Directe identificatoren apart, met eigen toegang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 elke analist bij naam en adres kan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Bewaartermijn als attribuut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Per record vastleggen tot wanneer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 opschonen een handmatig project wordt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Doelregistratie bij de dataset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Vastleggen waarvoor hij is aangemaakt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Ongemerkt hergebruik voor een ander doel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Verwijderbaarheid ontwerpen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Vooraf bepalen hoe je wist, inclusief kopieën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 wissen technisch onmogelijk blijkt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Minimalisatie in het koppelvlak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Alleen leveren wat de afnemer nodig heeft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 elke afnemer het volledige bestand krijgt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vierde is de meest onderschatte. Wie dat pas bij het eerste wissingsverzoek uitzoekt, krijgt "technisch niet mogelijk" — en dat is geen antwoord voor een toezichthouder.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TECHNIEKEN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Vijf manieren om gegevens minder herleidbaar te maken</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377440"/>
                <a:gridCol w="4023360"/>
                <a:gridCol w="448056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Techniek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Grens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Pseudonimisering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Identificatoren vervangen door een sleutel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Blijft persoonsgegeven; alle regels blijven gelden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Generalisatie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Waarden grover maken — geboortejaar in plaats van datum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Combinaties kunnen alsnog identificeren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Onderdrukking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Kleine groepen niet publiceren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Vraagt een expliciete minimale groepsgrootte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Anonimisering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Herleiding onomkeerbaar onmogelijk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Moeilijker dan het lijkt; vaak feitelijk pseudonimisering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Synthetische 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Gegenereerd, met dezelfde statistische eigenschappen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Zeldzame combinaties kunnen echte personen benaderen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Een dataset waarin elke combinatie door minstens k personen wordt gedeeld, is moeilijker te herleiden — een toetsbaar criterium, beter dan "we hebben de namen eruit gehaald".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TESTDATA</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Vraag eerst welke randgevallen ze willen testen.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Vaak blijkt dat synthetische data die beter kan produceren dan productie, omdat je zeldzame combinaties bewust kunt maken. Lukt dat niet: een gepseudonimiseerde, verkleinde kopie met productiebeveiliging. En pas als laatste productiedata — met een vastgelegd besluit, een termijn en aantoonbare verwijdering.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TOEGANG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modellen</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828800"/>
                <a:gridCol w="3474720"/>
                <a:gridCol w="2926080"/>
                <a:gridCol w="265176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Hoe het werkt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Sterk 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Let op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RBAC</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Rechten aan rollen, rollen aan personen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Overzicht bij stabiele functies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Rolexplosie bij veel uitzonderingen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ABAC</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Rechten volgen uit attributen en context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Fijnmazigheid zonder rolexplosie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Lastiger uit te leggen en te auditen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Purpose-based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Toegang gekoppeld aan een vastgelegd doel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Aantoonbare doelbinding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Vraagt een gevuld verwerkingsregister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Just-in-time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Tijdelijk verhoogde rechten met vervaldatum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Beheertaken en incidenten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Vervalt alleen als het systeem het afdwingt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Houdbaar wordt het door: actieve herbeoordeling, automatisch intrekken bij functiewijziging, logging mét steekproef, en een uitzonderingsroute met termijn.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TOEZICHT</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Zes kaders die om hetzelfde vragen</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286000"/>
                <a:gridCol w="3657600"/>
                <a:gridCol w="493776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Kader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Raakt jouw werk bij</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Concrete gevolgen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AVG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Elke verwerking van persoonsgegevens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Grondslag, minimalisatie, bewaartermijn, rechten, aantoonbaarheid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NIS2</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Beschikbaarheid en ketenrisico</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Zorgplicht, meldplicht, aandacht voor toeleveranciers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EU Data Act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Toegang, overdraagbaarheid, cloudwissel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Contractuele afspraken en exitvoorwaarden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 Governance Act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Datadeling via tussenpersonen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Relevant bij deelname aan een data space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BCBS 239 (strekking)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Risicorapportage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Lineage, kwaliteitsmeting, governance op rapportageketens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DNB en EIOPA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Beheerste bedrijfsvoering en datakwaliteit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Aantoonbare herkomst en vastgelegde besluitrechten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Alle zes vragen om hetzelfde: weten waar gegevens vandaan komen, kunnen aantonen dat ze kloppen, en kunnen laten zien wie waarover besloot.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HET ARGUMENT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Lineage, kwaliteitsmeting en besluitrechten</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op orde — en je voldoet grotendeels aan alle zes.</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Dat is geen toeval en het is het sterkste argument dat je hebt om deze maatregelen gefinancierd te krijgen. Zes losse compliance-projecten kosten meer en leveren minder op dan één samenhangende inrichting.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CDMP · Data Security</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Plus de praktijkbasis voor wie de optionele IAPP CIPP/E overweegt.</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Classificatie, toegangsmodellen, RBAC versus ABAC</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Privacy by design als ontwerpprincipe, niet als beleidsuitspraak</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Pseudonimisering versus anonimisering en het gevolg voor de regels</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Security, privacy en governance: drie disciplines, drie beslissers</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least privilege, segregation of duties, data subject request</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DPIA</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Een verzuimrisicomodel op gezondheidsgegevens. Risico’s vóór de deelnemer.</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75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Toegang</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Vijf datasets, en het antwoord op "de directeur wil ook toegang".</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55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Testdata</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Drie routes — en de vraag welke randgevallen ze echt nodig hebben.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50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Toezicht</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Van DNB-bevinding naar maatregel, met de overlapanalyse.</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50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 security en compliance in uitvoering</dc:title>
  <dc:subject>PptxGenJS Presentation</dc:subject>
  <dc:creator>Ductus B.V.</dc:creator>
  <cp:lastModifiedBy>Ductus B.V.</cp:lastModifiedBy>
  <cp:revision>1</cp:revision>
  <dcterms:created xsi:type="dcterms:W3CDTF">2026-08-05T10:35:03Z</dcterms:created>
  <dcterms:modified xsi:type="dcterms:W3CDTF">2026-08-05T10:35:03Z</dcterms:modified>
</cp:coreProperties>
</file>