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 de begrippenlijst fysiek op tafel en vraag wie dit herkent. Vrijwel alle handen gaan omhoog.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de rode draad. Alle zes de opdrachten hangen aan deze zin.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vuistregel: vraag bij elk veld wat er gebeurt als het niet klopt. Is het antwoord "niets", dan is het onderhoudslast zonder opbrengst.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verenigende definitie is de gevaarlijkste omdat hij op consensus lijkt. Besteed hier plenaire tijd 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uitsluiting ontbreekt het vaakst. Als niemand buiten je definitie valt, heb je niets afgebakend.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impactanalyse leunt op de traceerbaarheid uit deel 12. Zonder verwijzingen weet je niet wat er geraakt wordt.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lineage toont de betekenisstappen en beantwoordt "waarom wijkt dit af"; technische lineage alleen "waar komt het vandaan".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Verbind dit expliciet met de drie afwijkende deelnemersaantallen uit niveau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 de tool jouw proces niet aankan, verandert het proces zich naar de tool. Dat is de duurste stille aanname bij een selectie.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Begin klein: vijftig begrippen met eigenaar, gekoppeld aan de semantische laag, verslaat vierduizend zonder eigenaar.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Glossary en data dictionary is het paar dat op het examen regelmatig wordt verward.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Huiswerk: opdracht 7 — het adoptieplan met vijftig begrippen en een negentigdagenwinst — plus de zelftoets.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PRAKTIJK · DEEL 13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Metadata, begrippen-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kader en catalogus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termen. 14 maanden ongewijzigd. Geen eigenaar. Vier definities van "actieve deelnemer". Dat is de normale uitgangssituatie.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5 uur klassikaal  ·  Casus Meridiaan Pensioen N.V.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KERN VAN DIT DEEL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Een catalogus vullen is een project.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Een catalogus laten gebruiken is een gedragsvraagstuk.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Daar verliezen de meeste programma’s hun geld. Het antwoord op de vraag waarom een begrippenkader werkt of niet, is zelden technisch.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soorten, vier leveranciers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383280"/>
                <a:gridCol w="2834640"/>
                <a:gridCol w="28346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Beschrijft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 levert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Verandert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Betekenis, definitie, eigenaar, gebruik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Steward, data 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Zelden — en elke wijziging is een besluit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Technisch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Structuur, datatypes, sleutels, relaties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Automatisch uit de bron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Bij elke systeemwijziging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Operationeel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Draaitijden, volumes, fouten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Automatisch uit de uitvoering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Classificatie, bewaartermijn, toegang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owner en 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Bij beleidswijziging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Passief beschrijft. Actief stuurt iets aan. Metadata die nergens iets aanstuurt, wordt binnen twee jaar onbetrouwbaar.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Een definitie is een besluit in tekstvorm.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 bepaalt wie meetelt, wat er wordt gerapporteerd en waar de grens ligt. Daarom is zij zelden een taalkwestie en meestal een belangenkwestie — en daarom kiest een definitie in plaats van te verenigen.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FAALVORMEN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Vijf soorten slechte definities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389120"/>
                <a:gridCol w="47548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Voorbeeld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Waarom het faalt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"Een actieve deelnemer is een deelnemer die actief is"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Verplaatst de vraag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Technisch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"Status = A in tabel DLNM"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Verandert bij elke migratie; onleesbaar voor de business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Verenigend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"Die opbouwt of premievrij is of recent was aangesloten"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Verzoent alle varianten en beslecht niets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Onvolledig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"Een deelnemer die pensioen opbouwt"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Geen peilmoment, geen uitsluitingen — discussie blijft 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Ongedateerd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Correct, maar zonder eigenaar of datum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Niet te onderhouden, niet te betwisten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Anatomie van een goede definitie: één zin · insluiting · uitsluiting · peilmoment · eigenaar en datum.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 aanvraag tot communicatie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Vijftien tot twintig werkdagen — en dat past binnen de DNB-termijn.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2194560"/>
                <a:gridCol w="39319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Doorlooptijd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Aanvraag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Iedere medewerker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Geregistreerde aanvraag met aanleiding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 opstellen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steward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werkdagen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Definitie met in- en uitsluitingen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Impactanalyse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steward, architect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werkdagen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Geraakte rapportages, koppelvlakken, modellen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Besluit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Domeinraad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werkdagen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Vastgestelde definitie met ingangsdatum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Catalogusbeheer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werkdagen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Gepubliceerd met versienummer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steward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werkdagen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Bekende afnemers geïnformeerd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laatste stap wordt het vaakst overgeslagen — en dan blijft één rapportage de oude definitie gebruiken. Erger dan de uitgangssituatie, want het lijkt opgelost.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Drie niveaus, sterk oplopende kosten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931920"/>
                <a:gridCol w="320040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je vastlegt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Welke systemen leveren aan welke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Handmatig, in een dag te tekenen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Welke tabellen voeden welke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Parsing of tooling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Welk bronveld voedt welk doelveld, met transformatie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Vrijwel alleen met tooling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bij systeemniveau. Kolomniveau alleen bij een toezichtsvraag of een impactanalyse — en dan alleen voor kritieke data-elementen.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STERKSTE MAATREGEL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Een definitie in de catalogus is passief.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Dezelfde definitie in de semantische laag is actief.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de maat gebruikt, gebruikt automatisch de vastgestelde definitie. Dat is de meest effectieve maatregel tegen uiteenlopende rapportages die er bestaat — en de reden dat opdracht 7 vraagt om tien begrippen daadwerkelijk te koppelen.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die wel en niet tellen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Aansluiting op het bestaande landschap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Ondersteuning van jóuw governanceproces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Zoekervaring voor de gelegenheidsgebruiker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Beheerlast in fte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Exporteerbaarheid — je wilt over vijf jaar kunnen weg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Niet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09360" y="260604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aantal functies — je gebruikt een fractie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positie in analistenrapporten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demo; elke tool demonstreert goed met voorbereide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 een proof of concept draaien op je eigen rommelige data. Dat is het enige wat een demo weerlegt.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gebruik, geen vulling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  <a:gridCol w="39319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het zegt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Signaalwaarde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Kritieke begrippen met vastgestelde definitie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Dekking op wat ertoe doet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Onder 80% is de basis niet af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Begrippen met aanwijsbare eigenaar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onderhoud belegd 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Zonder eigenaar veroudert het vanzelf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Raadplegingen per maand per gebruikersgroep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de catalogus wordt gebruikt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Drie maanden daling is een alarmsignaal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Doorlooptijd van een definitiewijziging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het proces werkt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Boven 25 werkdagen wordt het omzeild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Definitiewijzigingen per kwartaal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het kader leeft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 betekent zelden dat alles klopt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aantal opgenomen datasets zegt niets over gebruik — en het is de indicator die het makkelijkst met een import te manipuleren valt.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EXAMENLIJN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CDMP-specialist Metadata Management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is het kerndeel van de voorbereiding op dat examen.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vier soorten metadata en wie ze levert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versus catalogus versus data dictionary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Lineage: technisch versus business, en de drie niveaus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Taxonomie, ontologie en semantische laag uit elkaar houden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Engels: metadata repository, provenance, active metadata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223760" y="2148840"/>
            <a:ext cx="4297680" cy="2834640"/>
          </a:xfrm>
          <a:prstGeom prst="roundRect">
            <a:avLst>
              <a:gd name="adj" fmla="val 2581"/>
            </a:avLst>
          </a:prstGeom>
          <a:solidFill>
            <a:srgbClr val="F6F3EC"/>
          </a:solidFill>
          <a:ln w="12700">
            <a:solidFill>
              <a:srgbClr val="E2D9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5236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VOORBEREIDING, GEEN VERVANGING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52360" y="274320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is niet gelieerd aan of geaccrediteerd door DAMA International. Dit materiaal reproduceert het DMBOK niet en vervangt het niet.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Schaf de DMBOK2 Revised Edition zelf aan — tijdens het examen is dat het enige toegestane hulpmiddel, in papier óf digitaal.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HET WERK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we vandaag doen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Aanvallen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9536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Twintig definities schrijven — en die van een ander onderuit halen.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minuten.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4428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3884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3884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43884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Lineage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43884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niveaus, en één verborgen betekenisstap vinden.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08776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28232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28232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28232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aanvraag tot communicatie, doorgerekend tegen de DNB-termijn.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93124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12580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1258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12580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12580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Zeven criteria, en de vraag welk criterium écht de doorslag geeft.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minuten.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Metadata, begrippenkader en catalogus</dc:title>
  <dc:subject>PptxGenJS Presentation</dc:subject>
  <dc:creator>Ductus B.V.</dc:creator>
  <cp:lastModifiedBy>Ductus B.V.</cp:lastModifiedBy>
  <cp:revision>1</cp:revision>
  <dcterms:created xsi:type="dcterms:W3CDTF">2026-08-05T10:35:03Z</dcterms:created>
  <dcterms:modified xsi:type="dcterms:W3CDTF">2026-08-05T10:35:03Z</dcterms:modified>
</cp:coreProperties>
</file>