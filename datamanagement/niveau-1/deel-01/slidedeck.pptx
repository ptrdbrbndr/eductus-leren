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met de vraag: wie heeft een inventarislijst van de gebouwen van zijn organisatie? En wie van de datasets? Dat gat is het onderwerp van vandaag.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groep zelf benoemen welke van deze punten met techniek op te lossen is. Antwoord: hooguit één, en zelfs die maar tijdelijk.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 een vraag over datakwaliteit: loop eerst deze vier schakels langs. In de helft van de gevallen zit het probleem in de definitie of in de ontvanger.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Besteed de meeste tijd aan de vijfde eigenschap. Dat begrip komt in deel 4 en 15 terug en het corrigeert de reflex dat data "gewoon goed" moet zijn.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naar een voorbeeld uit de zaal waarin dezelfde data voor het ene doel wel en voor het andere niet volstond.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Houd dit kort. Opdracht 5 doet het echte werk door de casuspunten te laten indelen.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 de rolkaarten op tafel en laat het e-mailincident naspelen. Wie is wie? De custodian-fout komt vrijwel altijd langs.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meest bruikbare zin van de dag voor deelnemers die morgen weer bij een opdrachtgever staan.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expliciet naar de laatste twee fasen bij opdracht 3; deelnemers slaan ze anders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iedereen aankruisen welke twee patronen bij de eigen opdrachtgever spelen. Dat is de brug naar de reflectievragen.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Wees expliciet over de status. Deelnemers vragen elk jaar of dit als officiële examentraining telt. Het antwoord is nee.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5 afmaken, opdracht 6 over de begrippen, en de zelftoets van tien vragen.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FUNDAMENT · DEEL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als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bedrijfsmiddel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Iedereen zegt dat data het belangrijkste bezit is. Bijna niemand behandelt het zo.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2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AANLEIDING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waarheden over hetzelfde kwartaal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4754880" cy="3017520"/>
          </a:xfrm>
          <a:prstGeom prst="roundRect">
            <a:avLst>
              <a:gd name="adj" fmla="val 3030"/>
            </a:avLst>
          </a:prstGeom>
          <a:solidFill>
            <a:srgbClr val="1B4A48"/>
          </a:solidFill>
          <a:ln w="12700">
            <a:solidFill>
              <a:srgbClr val="1B4A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5146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definities van "actieve deelnemer" bij Meridiaan — en drie afdelingen die verschillende aantallen rapporteren.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237744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begrippenlijst telt 400 termen en heeft geen eigenaar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verplicht e-mailveld wordt standaard met hetzelfde adres gevuld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gebruikt het deelnemersbestand; niemand controleerde of dat mag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van de vijf problemen zijn niet technisch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data naar besluit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waarde ontstaat pas aan het eind. Elke overgang is een verliespunt.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29184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Schakel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het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Meridiaan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Verliespunt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Waarneming zonder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datum in een veld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Definitie ontbreekt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met betekenis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"Deze deelnemer bouwt nog op"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Aannames blijven impliciet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Kennis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Patroon en ervaring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"Deze groep belt vaker"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Uitkomst bereikt niemand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Besluit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Handeling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"Wij benaderen ze in Q2"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HET LASTIG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gedraagt zich anders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vergelijking met een gebouw of een machine houdt maar half stand.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Raakt niet 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afdelingen kunnen dezelfde data tegelijk gebruiken. Schaarste dwingt hier dus niet vanzelf tot afstemming.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4428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3884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3884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43884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Waarde zit in gebruik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3884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archief dat niemand raadpleegt kost geld en levert niets op.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08776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28232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Vervalt vanzelf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8232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Adressen verhuizen, definities schuiven. Zonder onderhoud verslechtert data ook als niemand eraan komt.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93124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2580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25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12580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Kopiëren is gratis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12580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kopie is een nieuwe plek waar afwijking ontstaat — en een extra risico bij een lek.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vijfde: de waarde is contextafhankelijk. Datakwaliteit is geschiktheid voor gebruik, geen absolute maat.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BEGRIP DAT JE MEENEEMT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Datakwaliteit is geschiktheid voor gebruik.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deelnemersbestand kan prima zijn voor een nieuwsbrief en volstrekt onbruikbaar voor een toezichtsrapportage. Hetzelfde bestand, tegelijk voldoende en onvoldoende. Wie dat niet scheidt, discussieert eindeloos over de verkeerde vraag.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LANDSCHAP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disciplines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lopen door elkaar, maar ze beantwoorden verschillende vragen.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3108960"/>
                <a:gridCol w="22860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Beantwoordt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Typisch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Faalt 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de data er en klopt hij?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Datamodel, koppelvlak, kwaliteitsrapport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data is die niemand vertrouwt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Data-analyse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betekent dit, wat doen we?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Analyse, dashboard, advies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mooie grafiek geen besluit oplevert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beslist, wie legt verantwoording af?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Beleid, besluitrechten, begrippenkader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niets verandert na het besluit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bepaalt de spelregels · datamanagement zorgt dat de data eraan voldoet · analyse haalt er waarde uit.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Vijf rollen, geen vijf functies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persoon vervult er vaak meerdere. Wat telt is dat elke rol aanwijsbaar belegd is.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3291840"/>
                <a:gridCol w="38404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Verantwoordelijk voor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Herken je 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Data-eigenaar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Betekenis, kwaliteitsnorm, toegang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 "nee" zeggen tegen een verzoek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Databeheerder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steward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Dagelijks beheer, eerste aanspreekpunt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Weet als enige waarom dat veld zo heet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Technisch beheerder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custodian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Opslag, back-up, technische toegang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Wordt te vaak aangesproken op inhoud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producer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Legt de gegevens vast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Merkt nooit iets van zijn eigen fout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Datagebruiker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consumer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gebruik in de juiste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Bouwt de rapportage waarover het misgaat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PATROON ACHTER BIJNA ELK PROBLEEM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kosten van een datafout vallen ergens anders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de oorzaak.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medewerker die het e-mailadres invult, hoort nooit dat de nieuwsbrief niet aankomt. Marketing kan er niets aan doen. Governance bestaat onder meer om die twee weer met elkaar in gesprek te brengen.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Zes fasen — twee worden altijd vergeten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93192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gebeurt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Typisch risico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Creëren of verwerven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Vastleggen bij de bron of inkopen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validatie; onduidelijke herkomst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Opslaan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Structureren in een systeem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Meerdere plekken, geen bron van waarheid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Gebruiken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Raadplegen, bewerken, analyseren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Gebruik buiten de bedoelde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Doorgeven binnen of buiten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grondslag, geen afspraken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Bewaren zonder actief gebruik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Bewaartermijn nooit vastgesteld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Vernietigen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Aantoonbaar verwijderen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Nooit gebeurd; kopieën blijven achter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Bewaren zonder doel mag niet onder de AVG, en elke kopie vergroot de schade bij een incident. Hier zit vaak de snelste winst.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patronen die je in het veld tegenkomt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symptoom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afdelingen, drie antwoorden op dezelfde vraag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kan zeggen waar een getal vandaan komt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bronwijziging breekt iets stroomafwaarts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 data, weinig vertrouwen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er ontbreekt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definitie, of een aangewezen bron van waarheid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Herkomst — lineage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Zicht op afhankelijkheden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de kwaliteit, maar de verantwoording erover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EXAMENLIJN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CDMP Fundamentals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deel levert de terminologie die door alle veertien kennisgebieden heen wordt getoetst.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steward en custodian foutloos uit elkaar houden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informatie en kennis in DMBOK-bewoordingen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namen van de kennisgebieden in het Engels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versus reference data — klassiek verwarpaar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Datakwaliteit als geschiktheid voor gebruik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214884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VOORBEREIDING, GEEN VERVANGING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2743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is niet gelieerd aan of geaccrediteerd door DAMA International. Dit materiaal reproduceert het DMBOK niet en vervangt het niet.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Schaf de DMBOK2 Revised Edition zelf aan — tijdens het examen is dat het enige toegestane hulpmiddel, in papier óf digitaal.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Levensloop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e-mailadres van een deelnemer door zes fasen.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minuten, in tweetallen.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Kennisgebieden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praktijkvragen koppelen aan het juiste gebied.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minuten, plenair.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 zit het echt?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84464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vijf casuspunten indelen naar discipline.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minuten, in tweetallen.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als bedrijfsmiddel</dc:title>
  <dc:subject>PptxGenJS Presentation</dc:subject>
  <dc:creator>Ductus B.V.</dc:creator>
  <cp:lastModifiedBy>Ductus B.V.</cp:lastModifiedBy>
  <cp:revision>1</cp:revision>
  <dcterms:created xsi:type="dcterms:W3CDTF">2026-08-05T10:35:00Z</dcterms:created>
  <dcterms:modified xsi:type="dcterms:W3CDTF">2026-08-05T10:35:00Z</dcterms:modified>
</cp:coreProperties>
</file>