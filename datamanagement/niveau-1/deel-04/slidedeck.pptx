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wie die zin ooit zelf heeft uitgesproken. Bijna iedereen. Vandaag vervangen we hem door iets waar wel mee te werken valt.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iemand ter plekke een eigen klacht herformuleren met de vijf elementen. Dat is het hele deel in één oefening.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Bevinding (c) en (f) uit opdracht 1 vormen dat paar. Besteed hier de meeste plenaire tijd 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Meridiaan kan het platform schoonvegen; volgende maand staat het er weer. Dat is het leermoment van opdracht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Koppel expliciet naar deel 16: wie mag beslissen dat dit veld optioneel wordt? Dat is een besluitrecht.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uitsluitingen zijn het echte werk in opdracht 2. Wie niets weglaat, heeft geen afbakening gemaakt.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Stuur bij opdracht 3 consequent naar de verdelingen. Wie bij de vulgraadkolom begint, krijgt percentages en geen inzicht.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Drempel en eigenaar sneuvelen het vaakst. Loop rond bij opdracht 4 en vraag er consequent naar.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Zes uur per week aan teruggekomen post is ruim driehonderd uur per jaar. Dat getal betwist niemand — en het opent het gesprek.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 15 verdiept dit tot regels als code, remediatie en data contracts, richting het specialistexamen.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6 — het kostenbeeld voor de CFO — plus de zelftoets van twaalf 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FUNDAMENT · DEEL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Datakwaliteit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grondbeginselen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datakwaliteit is slecht" is de meest gehoorde en minst bruikbare zin in dit vak.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2,5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ZIN DIE JE VERVANGT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 gegeven, op welke dimensie,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gemeten hoe, met welk gevolg, en van wie?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elementen. Ontbreekt er één, dan is het nog geen bevinding maar een klacht. Het verschil tussen "de deelnemersgegevens deugen niet" en "4,2 procent heeft geen valide e-mailadres, wat de digitale uitvraag blokkeert" is het verschil tussen klagen en een opdracht geven.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Zes dimensies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er één per bevinding. Drie tegelijk betekent dat de formulering nog niet scherp is.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320040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je het meet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Volledigheid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alles ingevuld wat moet?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4,2% zonder e-mailadres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gevuld op verplichte velden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Juistheid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Klopt het met de werkelijkheid?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 niet bijgewerkt na verhuizing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Vergelijking met een betrouwbare 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Komt het overal overeen?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Werkgever met drie adressen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Vergelijking tussen systemen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Tijdigheid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het actueel genoeg?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Premiegegevens lopen drie dagen achter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Leeftijd versus de 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Precies één keer?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Dezelfde deelnemer tweemaal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Aantal dubbelen op de sleutel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Klopt de vorm?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E-mailadres zonder apenstaartje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Toetsing aan formaat of codelijst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Validiteit versus juistheid is het paar dat op het examen het vaakst verward wordt. Validiteit toets je machinaal, juistheid alleen tegen de werkelijkheid.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OORZAAK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plekken waar het ontstaat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Verschillende oorzaken vragen verschillende maatregelen. Daarom eerst diagnose.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gebeurt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Passende maatregel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Invoer en proces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medewerker vult iets anders in dan bedoeld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Validatie bij invoer, terugkoppeling, procesaanpassing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Ontwerp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model of scherm dwingt tot onzin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 of model aanpassen; uitzondering mogelijk maken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Onderweg gaat betekenis of volume verloren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Foutafhandeling, monitoring, herkomst vastleggen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Iedereen vult iets anders in bij hetzelfde veld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Definitie vaststellen — en beleggen wie dat mag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Veroudering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waarde was goed en is het niet meer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Verversing, bronkoppeling, houdbaarheidsregel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eerste categorie is het zichtbaarst. De vierde is het duurst — definitieproblemen geven geen foutmeldingen.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Schoonmaken zonder de oorzaak aan te pakken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geen oplossing maar een abonnement.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standaard-e-mailadres komt terug zolang het veld verplicht is en de medewerker geen manier heeft om "onbekend" in te vullen. De maatregel zit in het scherm, niet in het platform — en de beslissing om dat veld optioneel te maken is een governancevraag.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AFBAKENING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Kritieke data-elementen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4754880" cy="3017520"/>
          </a:xfrm>
          <a:prstGeom prst="roundRect">
            <a:avLst>
              <a:gd name="adj" fmla="val 3030"/>
            </a:avLst>
          </a:prstGeom>
          <a:solidFill>
            <a:srgbClr val="1B4A48"/>
          </a:solidFill>
          <a:ln w="12700">
            <a:solidFill>
              <a:srgbClr val="1B4A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146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elementen in plaats van 400 begrippen. De waarde van het begrip zit volledig in de beperking.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23774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 het in een verplichte rapportage of een contract?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Leidt een fout tot financiële schade of schade bij een deelnemer?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Gebruiken meerdere afdelingen het, zodat de fout zich verspreidt?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nodig om een deelnemer te bereiken of te identificeren?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meten is hetzelfde als niets meten: een rapport met duizend regels dat niemand leest.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twintig minuten profiling verraadt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onderzoek dat aan elke kwaliteitsuitspraak voorafgaat.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je naar kijkt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Frequentieverdeling — eerst, niet de vulgraad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Vulgraad op verplichte én optionele velden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en maximum: kan dit bestaan?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Aantal unieke waarden versus aantal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Verwijzingen tussen tabellen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je vindt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piek: bijna altijd een dummywaarde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 een optioneel veld: iemand vult iets in om verder te kunnen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geboortedatum in de toekomst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weinig unieke waarden: ontbrekende standaardisatie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Weeskinderen naar een werkgever die niet meer bestaat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levert waarnemingen, geen oorzaken. Maar een piek is niet te weerleggen — en dat opent het gesprek dat interviews niet openen.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elementen per regel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bevinding wordt pas beheersbaar als hij herhaaldelijk kan draaien.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2120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Waarop de regel van toepassing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veld e-mailadres in de entiteit Deelnemer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waar moet zijn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Geldig formaat, komt niet vaker dan tweemaal voor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Drempel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Vanaf wanneer het een probleem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Minimaal 97% van de actieve deelnemers voldoet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Ernst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consequentie van een overtreding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Hoog: blokkeert de digitale uitvraag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de overtreding oplost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 van het domein Deelnemer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positief: schrijf op wat waar moet zijn. "Er mogen geen foute adressen in staan" is niet toetsbaar.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kosten zichtbaar maken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kostenbeeld geen budget. Met een opgeblazen kostenbeeld geen geloofwaardigheid.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kostensoorten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herstelwerk dat je kunt tellen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vertraging, dubbel werk, extra controles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Risico: kans maal impact van wat nog niet gebeurde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Gemiste waarde: wat niet kan doordat de data niet deugt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je het brengt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 klein en verdedigbaar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het tarief dat de opdrachtgever zelf hanteert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elke aanname zichtbaar in plaats van verwerkt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de kosten van de maatregel ernaast — anders is er geen terugverdientijd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Tienvoudsregel: voorkomen bij invoer ± 1, herstellen verderop ± 10, de gevolgen dragen ± 100. De orde van grootte is het argument.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CDMP · Data Quality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van de zwaarst wegende kennisgebieden op het Fundamentals-examen.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zes dimensies bij naam — en validiteit versus juistheid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Datakwaliteit als geschiktheid voor gebruik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Kritiek data-element en waarom afbakening noodzakelijk 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als methode, en wat de drie profielsoorten opleveren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Engels: completeness, accuracy, validity, profiling, remediation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afwijkingen vinden in het profileringsrapport, met hypothese.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regels met object, conditie, drempel, ernst en eigenaar.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Oorzaak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84464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categorieën, vijf maatregelen, één schoonveegscenario.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Datakwaliteit — grondbeginselen</dc:title>
  <dc:subject>PptxGenJS Presentation</dc:subject>
  <dc:creator>Ductus B.V.</dc:creator>
  <cp:lastModifiedBy>Ductus B.V.</cp:lastModifiedBy>
  <cp:revision>1</cp:revision>
  <dcterms:created xsi:type="dcterms:W3CDTF">2026-08-05T10:35:01Z</dcterms:created>
  <dcterms:modified xsi:type="dcterms:W3CDTF">2026-08-05T10:35:01Z</dcterms:modified>
</cp:coreProperties>
</file>