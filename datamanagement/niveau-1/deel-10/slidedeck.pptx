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met de rubric. Transparantie vooraf haalt de spanning weg en verhoogt de kwaliteit van de oplevering.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Herhaal dit vóór de verdedigingen. Het is de zin die het gedrag van de hele middag bepaalt.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Zeg dit expliciet. Deelnemers denken anders dat ze iets missen, en leveren twaalf oppervlakkige bevindingen.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vijf uitsluitingen uit opdracht 1 zijn het onderscheid tussen goed en uitmuntend. Stuur daarop.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vier komen elk jaar terug. Noem ze vooraf; dat scheelt de helft van de herstelopdrachten.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 de rubric ook uit voor de peer review. Reviewers die de rubric gebruiken, geven bruikbaarder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Houd de tijd streng, juist bij een goed verhaal. Een opdrachtgever doet dat 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iemand tijdens de verdediging toch iets verzint, grijp dan niet in maar benoem het in de nabespreking. Dat leert meer.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iedereen vóór het einde van de sessie een datum vastleggen — examen of hertoets. Zonder datum gebeurt het niet.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de eindtoets van twaalf vragen en een blik vooruit naar niveau 2: delen 11 tot en met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FUNDAMENT · DEEL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—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nulmeting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Negen delen lang oefende je onderdelen. Vandaag doe je het één keer helemaal.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3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UITGANGSPUNT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 is geen examen.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is een oplevering die je durft te geven.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 erna lijkt op het gesprek dat daarop volgt. Dat betekent ook dat een eerlijke onzekerheid meer waard is dan een gladde bewering: "dit weet ik niet en zo zou ik het uitzoeken" scoort hoger dan iets invullen.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OPDRACHT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Vijf opleveringen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CFO heeft vier maanden om de DNB-bevinding te adresseren en vraagt om een nulmeting.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Omvang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Bouwt 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Kwaliteitsanalyse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Profilering plus drie onderbouwde bevindingen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4, met de keten uit deel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scherm met drie KPI's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5 en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AVG-toets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A4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Verantwoording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Maximaal één A4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Verdediging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 minuten plus vragen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dataset bevat meer bevindingen dan je kunt behandelen. Dat is opzettelijk — kiezen en verantwoorden wordt beoordeeld.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goed onderbouwde bevindingen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verslaan twaalf oppervlakkige.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Kiezen — en opschrijven waarom je iets níét hebt behandeld — is een beoordeeld onderdeel. Wie niets weglaat, heeft geen afbakening gemaakt maar een inventarisatie. Dat kost punten op alle drie de rubriekniveaus.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het meestal misgaat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naar vulgraad kijken. De dummywaarden zitten in de frequentieverdelingen.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43884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Bouwen vóór de ene zin op papier staat — en KPI's die de bevinding niet raken.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28232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Onzekerheid invullen met aannames in plaats van opschrijven wat je niet weet.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Verantwoording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12580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Overslaan omdat het geen zichtbaar product is. Het is waar men over een half jaar op terugkomt.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bij de verdediging: een antwoord verzinnen op een vraag die je niet kunt beantwoorden.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je wordt beoordeeld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Vooraf bekend, zodat je weet waar je aan toe bent.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Onderdeel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Voldoende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Uitmuntend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Kwaliteitsanalyse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bevindingen met dimensie en meting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oorzaakhypothese en toetsmethode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expliciete afbakening met reden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Drie KPI's met streefwaarde en vergelijking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peildatum, bron en correct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KPI's die de DNB-bevinding raken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AVG-toets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Grondslag en beginselen langsgelopen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eerlijke onzekerheid en een vraag aan de FG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ethische toets op het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Verantwoording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Vijf onderdelen aanwezig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rijenaantallen per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ketenschets met vraagtekens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Verdediging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Structuur helder, tijd gehaald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kritische vragen beantwoord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onzekerheid benoemd zonder de boodschap te verzwakken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Voldoende op alle vijf betekent klaar voor niveau 2. Eén onvoldoende raakt alleen dat onderdeel, niet de hele capstone.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VERDEDIGING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 minuten, tien vragen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opbouw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Situatie — waar staat Meridiaan, in twee zinnen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Complicatie — wat blijkt er niet te kloppen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— wat moet er nu besloten worden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— wat stel je voor, op grond waarvan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— wat je niet onderzocht en wat het niet aantoont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je je op voorbereidt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 komt dit getal vandaan?"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deze drempel en niet een andere?"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als ik het niet eens ben met je definitie?"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heb je níét onderzocht, en waarom niet?"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 kost dit, en wat levert het op?"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een concreet besluit van een concreet persoon. "Aandacht vragen voor dit onderwerp" is geen besluit.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GEDRAG DAT HET HOOGST SCOORT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"Dat weet ik niet,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zo zou ik het uitzoeken."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een vraag die je niet kunt beantwoorden is dit het beste antwoord dat er is. Een verzonnen antwoord kost je meer punten dan de vraag waard was — en in het echte gesprek met een opdrachtgever kost het je meer dan dat.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DE CAPSTONE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examenbesluit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grond van je twee proefexamenscores uit deel 9.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een 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een datum binnen zes weken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wachten betekent dat de stof wegzakt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 proctoring en vraag zo nodig extra tijd aan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consistente scores boven 65% is een go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een no-go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je scoreanalyse uit deel 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een gericht plan van vier tot acht weken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een concrete hertoetsdatum vast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score van 62% is geen marge maar geluk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 je capstone. Deel 21 zet dezelfde casus voort, en dat portfoliostuk telt mee voor de ervaringsbeoordeling bij Master.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review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Elkaars werk scoren op de rubric, en de scherpste vraag formuleren.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Verdediging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minuten presenteren, tien minuten vragen van een kritisch panel.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minuten per persoon.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37744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Besluit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84464" y="3511296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of no-go voor het examen, met een datum die je vandaag vastlegt.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— de nulmeting</dc:title>
  <dc:subject>PptxGenJS Presentation</dc:subject>
  <dc:creator>Ductus B.V.</dc:creator>
  <cp:lastModifiedBy>Ductus B.V.</cp:lastModifiedBy>
  <cp:revision>1</cp:revision>
  <dcterms:created xsi:type="dcterms:W3CDTF">2026-08-05T10:35:02Z</dcterms:created>
  <dcterms:modified xsi:type="dcterms:W3CDTF">2026-08-05T10:35:02Z</dcterms:modified>
</cp:coreProperties>
</file>