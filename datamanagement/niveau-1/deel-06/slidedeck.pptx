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een dashboard zonder vergelijkingen en vraag wat men eruit haalt. Het antwoord is meestal: niets bruikbaars.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het sluitstuk van niveau 1. Maak de lijn met de vorige delen expliciet; deelnemers zien hem zelf vaak niet.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welk grafiektype men uit gewoonte gebruikt in plaats van uit keuze. Meestal: de staaf, of de taart.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dat de meeste misleiding uit standaardinstellingen komt. Dat maakt het gesprek met de maker mogelijk.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KPI zonder streefwaarde is een metric met een groter lettertype. Een KPI zonder eigenaar wordt getoond en nooit besproken.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Klok dit strikt bij opdracht 4. Vijf seconden voelt korter dan mensen denken, en zes seconden ondermijnt de hele oefening.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Peildatum en bron zijn de directe toepassing van deel 3 en voorkomen de helft van alle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rood-groen statusindicator zonder icoon is voor een deel van je publiek betekenisloos.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dashboard op een verkeerd model ziet er prima uit en telt verkeerd. Dat is precies het soort fout uit deel 3 en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Structuur voor de presentatie: situatie, complicatie, vraag, antwoord. De methode hoort in de bijlage, niet in de presentatie.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Self-service BI loopt door naar deel 16: wie mag publiceren, en wie beslist dat? Dat is een besluitrecht.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6 — de ene zin voor drie publieken — opdracht 7, de directiepresentatie, en de zelftoets.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FUNDAMENT · DEEL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Visualisatie en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storytelling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dashboard is geen verzameling grafieken. Het is een antwoord op: wat moet ik nu weten, en wat doe ik ermee.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3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UITGANGSPUNT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meeste slechte dashboards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zijn technisch foutloos gebouwd.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een ontwerpvak, geen tooltruc. In deel 3 volgde je het getal door de keten, in deel 4 beoordeelde je of het klopt, in deel 5 haalde je er betekenis uit. Hier maak je die betekenis zichtbaar voor iemand die er iets mee moet.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Kies op de vraag, niet op het menu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74320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wilt tonen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Vergelijking tussen categorieën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Staafdiagram, horizontaal bij lange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Deelnemers per werkgever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Taart bij meer dan drie delen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Verloop over 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Lijndiagram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Premie-inkomsten per maand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Staven bij veel tijdstappen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Samenstelling van een geheel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Gestapelde staaf of treemap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Verdeling over regelingen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Taart bij periodevergelijking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Verdeling van waarden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of boxplot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Spreiding van aanspraken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Alleen een gemiddelde tonen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Verband tussen twee grootheden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Spreidingsdiagram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Leeftijd tegen bijstorting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lijnen op twee assen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getal met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Kaart met referentie en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Aantal actieve deelnemers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Grote meter zonder norm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taart werkt bij twee of drie sterk verschillende delen van één geheel. Daarbuiten faalt hij — het oog schat hoeken slecht.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MISLEIDING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Zes patronen — meestal onbedoeld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572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Acceptabel wanneer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Afgeknotte y-as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Kleine verschillen lijken groot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een lijndiagram, mits duidelijk gelabeld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y-assen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Verschillende schalen suggereren samenhang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Vrijwel nooit — gebruik twee grafieken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Driedimensionaal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Perspectief vervormt de vergelijking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Oppervlakte i.p.v. lengte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Dubbele straal geeft viervoudig oppervlak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Alleen bij correcte schaling op oppervlak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Gekozen periode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venster begint precies bij een dip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de periode inhoudelijk verdedigbaar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Ontbrekende noemer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aantallen zonder de groep erachter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de groepen aantoonbaar even groot zijn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achterstanden bij een werkgever met 10.000 deelnemers versus 12 bij een werkgever met 200 — de noemer ontbreekt vaker dan alle andere fouten samen.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BEGRIPPEN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Metric, indicator, KPI, streefwaarde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onderscheid is niet academisch.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Elke meetbare grootheid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Aantal inlogpogingen op het portaal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metric die iets zegt over iets anders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Portaalgebruik als indicator voor betrokkenheid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indicator gekoppeld aan een doel waarop gestuurd wordt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deelnemers met valide e-mailadres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Streefwaarde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norm waaraan de KPI wordt afgemeten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Minimaal 97 procent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dashboard met vijftien KPI's heeft vijftien metrics en geen enkele KPI. Drie tot zeven is het bruikbare aantal.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GOEDKOOPSTE KWALITEITSCONTROLE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seconden kijken.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zag je?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de lezer de hoofdboodschap niet noemen, dan is het ontwerp niet af. Noemt hij het filterpaneel als eerste, dan weet je genoeg: de belangrijkste plek linksboven is weggegeven aan bediening.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principes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deze volgorde. Opmaak komt daarna.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Hiërarchie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eerst gelezen moet worden, staat linksboven en is het grootst. Niet het filterpaneel.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getal krijgt een vergelijking: vorige periode, norm of andere groep. Anders kan de lezer niet beoordelen of hij moet handelen.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2331720"/>
            <a:ext cx="3456432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55117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3044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Actiegerichtheid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84464" y="3465576"/>
            <a:ext cx="3017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tegel hoort een denkbare handeling. Kun je die niet benoemen, dan is de tegel informatief maar niet nuttig.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scherm zonder scrollen · sorteer op waarde · rond af tot wat betekenis heeft · zet peildatum en bron erop.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Betekenis, geen decoratie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 laten dragen wat hij betekent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Betekenis consistent houden over het hele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Verzadigde kleur reserveren voor wat aandacht verdient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de huisstijl van de opdrachtgever blijven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staven in vier kleuren zonder betekenis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dat op de ene tegel "onder norm" en elders "regeling A" betekent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op kleur vertrouwen — ± 8% van de mannen is kleurenblind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benadrukken; dan benadruk je niets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Grijs is een keuze, geen gebrek. Voeg bij statusindicatoren altijd vorm, positie of een label toe.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begrippen die bepalen of het klopt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Besteed aandacht aan het model voordat je aan de opmaak begint.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het misgaat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Semantisch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tabellen en hun onderlinge relaties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in één platte tabel; filteren wordt onvoorspelbaar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Koppeling met richting en kardinaliteit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Veel-op-veel zonder de koppeltabel uit deel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Berekening die per rij bij inladen vastligt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Gebruiken waar een measure hoort; model wordt groot en star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Berekening in de context van de 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Vergeten dat de uitkomst meebeweegt met filters — dat is de bedoeling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Vuistregel: gebruik een measure tenzij je de waarde nodig hebt om op te filteren of te groeperen.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 iemand het na jouw ene zin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oneens met je zijn?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niet, dan heb je een observatie geformuleerd en geen boodschap. "De datakwaliteit verdient aandacht" is geen boodschap. "We halen de DNB-termijn niet zonder dat het e-mailveld deze maand optioneel wordt" wel. Schrijf die zin op vóórdat je de eerste grafiek maakt.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CDMP · Data Warehousing &amp; BI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examen toetst BI als functie, niet je visualisatievaardigheid.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als functie binnen het datamanagementlandschap, niet als 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verhouding datawarehouse — semantische laag — rapportage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BI en het bijbehorende governancevraagstuk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onderscheid metric, indicator en KPI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semantic layer, self-service BI, scorecard, drill-down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Bouwen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KPI’s op een correct model — repareer het model eerst.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seconden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zag je buurman? En was dat wat je wilde?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Herontwerp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veertien tegels naar vijf, met het schrapgesprek erbij.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Visualisatie en storytelling</dc:title>
  <dc:subject>PptxGenJS Presentation</dc:subject>
  <dc:creator>Ductus B.V.</dc:creator>
  <cp:lastModifiedBy>Ductus B.V.</cp:lastModifiedBy>
  <cp:revision>1</cp:revision>
  <dcterms:created xsi:type="dcterms:W3CDTF">2026-08-05T10:35:01Z</dcterms:created>
  <dcterms:modified xsi:type="dcterms:W3CDTF">2026-08-05T10:35:01Z</dcterms:modified>
</cp:coreProperties>
</file>