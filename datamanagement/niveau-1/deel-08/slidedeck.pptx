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Wees eerlijk over de examenreden voor dit deel. Deelnemers waarderen dat meer dan een gekunstelde inhoudelijke rechtvaardiging.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maakt het deel meer dan examendekking. Laat de groep zelf een symptoom noemen en zoek er samen het gebied bij.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data-architect beslist niet over betekenis — dat doet de owner. Dat onderscheid komt op het examen terug.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Meridiaan heeft een glossary als spreadsheet met 400 termen zonder eigenaar. Bestaat die dan echt? Goede plenaire vraag.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Referentiedata heeft een eigen probleem: het wijzigt zelden, dus niemand merkt dat het beheer nergens belegd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hoeveel werkdagen een volledig inzageverzoek bij Meridiaan zou kosten. Dat maakt het concreet.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Deel 27 werkt AI-governance volledig uit, inclusief de EU AI Act. Hier alleen de levensloop en de vraag per fase.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bij elke score: waaruit blijkt dat? Een score zonder waarneming is een gevoel met een cijfer eromheen.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de kernslide van het deel en de basis voor opdracht 3. Neem er de tijd voor.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Verzamel de studieplannen uit opdracht 6 en kijk ze door vóór deel 9. Ze zijn de directe input voor die sessie.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Huiswerk: opdracht 6 — je persoonlijke studieplan van vier weken — plus de zelftoets. Neem het plan mee naar deel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FUNDAMENT · DEEL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 complete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kennislandschap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gebieden ken je nu diepgaand. De overige zeven staan wél op het examen — en ze verklaren waar je eerder tegenaan liep.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2 uur klassikaal  ·  Casus Meridiaan Pensioen N.V.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VERBINDING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kent de symptomen al.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 krijgen ze een naam.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weeskinderen uit deel 3 en 5 zijn een masterdataprobleem. De scheidingsstukken in de gedeelde map uit deel 2 en 7 zijn contentmanagement. "Waar komt dit getal vandaan" uit deel 3 is metadata. Dit deel geeft elk symptoom een vindplaats.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Samenhang op ondernemingsniveau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Modelleren legt betekenis vast. Architectuur bewaakt dat die consistent blijft over systemen heen.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023360"/>
                <a:gridCol w="42976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Beantwoordt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Meridiaan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datamodel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Welke kernbegrippen kent de organisatie?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Deelnemer, Werkgever, Regeling, Belegging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Datadomeinindeling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Welke samenhangende gebieden onderscheiden we?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vier businessdomeinen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 van waarheid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Welk systeem is leidend per gegeven?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Onduidelijk tijdens de migratie — daar zit de pijn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Datastroomlandschap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Hoe beweegt data tussen systemen?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ketenplaat uit deel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Architectuurprincipes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Welke keuzes staan vast?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Bijvoorbeeld: één bron per gegeven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bepaalt wie beslist. Architectuur zorgt dat het besluit overal doorwerkt. Zonder het eerste is er geen besluit, zonder het tweede blijft het op papier.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soorten data over 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meest onzichtbare gebied, en het eerste waar je naar grijpt als er iets misgaat.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5577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Beschrijft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Voorbeeld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Betekenis in bedrijfstaal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definitie van "actieve deelnemer" en wie hem vaststelde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Technisch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Structuur en opslag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Tabelnaam, datatype, veldlengte, sleutels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er is gebeurd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Wanneer de laadtaak draaide, hoeveel rijen, hoeveel fouten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en wat mag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Eigenaar, classificatie, bewaartermijn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· catalogus · lineage. Business lineage — welke betekenisstappen zijn genomen — is zeldzamer en waardevoller dan technische lineage.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MDM-stijlen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Hetzelfde object bestaat meerdere keren, in meerdere systemen, met afwijkende gegevens.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Stijl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Hoe het werkt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Kenmerk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Alleen verwijzingen; de bronnen blijven leidend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Licht en snel, lost inconsistentie niet 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Kopieën centraal samengevoegd voor rapportage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Goed voor analyse, verandert de bron niet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Coexistence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Centraal samengevoegd én teruggeschreven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Zwaarder, maar de bron verbetert mee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 centrale systeem is de bron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 schoonst en het duurst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record: de samengestelde, meest betrouwbare versie. Survivorship bepaalt per veld welke bron wint — de werkgever met drie adressen uit deel 4.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BLINDE VLEK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 grootste risico zit waar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geen enkel programma begint.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scheidingsstukken van een deelnemer liggen als PDF in een gedeelde map. Bijzondere persoonsgegevens, geen bewaartermijn, geen eigenaar, niet doorzoekbaar. Elk eerder deel raakt hieraan — deel 1 bij de levensloop, deel 2 bij de datasoorten, deel 7 bij het inzageverzoek.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 governance meebeweegt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niveau 1 volstaat de levensloop op hoofdlijnen.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47548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er gebeurt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Governancevraag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Vraag en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Bepalen wat je voorspelt en waarmee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Grondslag, doelbinding, geschiktheid van de brondata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Patronen leren uit historische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in de historie wordt bias in het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Toetsen op nieuwe gevallen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beoordeelt en accepteert het model?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gebruik nemen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 model beïnvloedt echte besluiten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Uitlegbaarheid, menselijk toezicht, bezwaar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Presteert het model nog?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signaleren — wie grijpt in en wanneer?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V's zijn een nuttige geheugensteun en een misleidend criterium: de meeste organisaties hebben een gewoon datamanagementprobleem op grotere schaal.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VOLWASSENHEID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Vijf niveaus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namen verschillen per model, de strekking niet.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5720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Kenmerk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Herken je aan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Ad hoc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gebeurt iets, maar niet met opzet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Kwaliteit hangt af van wie er toevallig werkt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Herhaalbaar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Vastgelegd, maar per afdeling verschillend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 afdelingen doen het goed, de rest niet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Gedefinieerd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Organisatiebreed vastgelegd en bekend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is beleid, en mensen kennen het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Beheerst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Gemeten en bijgestuurd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KPI's waarop daadwerkelijk wordt gestuurd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— Geoptimaliseerd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 verbeterd, ingebed in de cultuur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Zeldzaam, en vaker geclaimd dan gehaald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 zit op de meeste gebieden op 1 of 2. Dat is de normale uitgangssituatie — en het verklaart waarom deel 16 begint bij besluitrechten en niet bij tooling.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SAMENHANG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Eén vraag, zeven gebieden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"Hoeveel actieve deelnemers hadden wij op 1 januari?"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023360"/>
                <a:gridCol w="4754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Gebied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Ontbreekt bij Meridiaan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beslist welke definitie geldt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Niemand is aangewezen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vastgelegde betekenis van "actief"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Vier varianten in omloop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Welk systeem de bron van waarheid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Onduidelijk tijdens de migratie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 pad van bron naar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vallen weg op een onbekende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de gegevens geschikt zijn voor dit gebruik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Niet gemeten op kritieke elementen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 het getal vandaan komt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Nergens vastgelegd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 en BI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rapportage zelf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Drie rapportages, drie uitkomsten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gebieden voor één vraag. Daarom is "de datakwaliteit is slecht" zo'n onbruikbare diagnose — en daarom werkt de formulering uit deel 4 wél.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EXAMENLIJN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Examendekking compleet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je nu zou moeten kunnen, vóór de examentraining in deel 9.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veertien gebieden in het Engels, met een praktijkvraag erbij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gebied de kernbegrippen herkennen, ook zonder ze te beheersen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verwarparen: master/reference · validiteit/juistheid · owner/custodian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Pseudonimiseren/anonimiseren · integratie/interoperabiliteit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Weten in welk DMBOK-hoofdstuk je iets opzoekt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2148840"/>
            <a:ext cx="4297680" cy="2834640"/>
          </a:xfrm>
          <a:prstGeom prst="roundRect">
            <a:avLst>
              <a:gd name="adj" fmla="val 2581"/>
            </a:avLst>
          </a:prstGeom>
          <a:solidFill>
            <a:srgbClr val="F6F3EC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5236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VOORBEREIDING, GEEN VERVANGING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52360" y="274320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is niet gelieerd aan of geaccrediteerd door DAMA International. Dit materiaal reproduceert het DMBOK niet en vervangt het niet.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Schaf de DMBOK2 Revised Edition zelf aan — tijdens het examen is dat het enige toegestane hulpmiddel, in papier óf digitaal.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WERK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we vandaag doen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Zeven gebieden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59536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vraag door het hele landschap — en waar je begint.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minuten.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Volwassenheid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gebieden scoren, met bewijs in plaats van gevoel.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minuten.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5008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84464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Blinde vlek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84464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Ongestructureerde informatie en het inzageverzoek.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Het complete kennislandschap</dc:title>
  <dc:subject>PptxGenJS Presentation</dc:subject>
  <dc:creator>Ductus B.V.</dc:creator>
  <cp:lastModifiedBy>Ductus B.V.</cp:lastModifiedBy>
  <cp:revision>1</cp:revision>
  <dcterms:created xsi:type="dcterms:W3CDTF">2026-08-05T10:35:01Z</dcterms:created>
  <dcterms:modified xsi:type="dcterms:W3CDTF">2026-08-05T10:35:01Z</dcterms:modified>
</cp:coreProperties>
</file>