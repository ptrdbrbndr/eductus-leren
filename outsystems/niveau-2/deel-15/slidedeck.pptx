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15 — UI op schaal: design system, thema's, herbruikbare blocks</a:t>
            </a:r>
          </a:p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Twee dagdelen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Dagdeel A — Design system en thema's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Eén block volstond in niveau 1.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Vijftien modules hebben een systeem nodig.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Thema: kleuren, typografie, spacing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Generieke blocks: knoppen, kaarten, formuliervelden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Eigen Foundation-laag-module, los van bedrijfslogica</a:t>
            </a:r>
          </a:p>
        </p:txBody>
      </p:sp>
      <p:pic>
        <p:nvPicPr>
          <p:cNvPr id="4" name="Picture 3" descr="figuur-1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15.1 — Design system of Core?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bouwstenen.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15.1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Design system + thema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opbouw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Dagdeel B — Herbruikbare blocks op schaal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Een block in het design system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kent jouw bedrijf niet.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KnopPrimair, KnopSecundair, FormulierVeld, MeldingBanner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Parameters: tekst, status, actie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Geen kennis van Verzuimmeldingen of WGP 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15.2 — Bevat dit block bedrijfslogica?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Twee blockontwerpen beoordelen.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15.2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Blockbibliotheek bouwen + toepassen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opbouw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Versiebeheer van het design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Direct doorvoeren of gecontroleerd uitrollen?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Eén wijziging raakt potentieel alle modules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Vooral bij oud+nieuw gemengd landschap: gecontroleerd is veiliger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Terugkerend thema in deel 19 (lifecycle/DevOps)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15.3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gecontroleerde uitrol bij Meridiaan?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15.3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Design system = styling, Core = bedrijfslogica — beide Foundation-laag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Blocks in het design system: nooit bedrijfsspecifieke kennis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Eén centrale stijlwijziging vervangt losse aanpassingen overal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Gedeelde stijlwijzigingen: zelfde coördinatie-afweging als gedeeld datamodel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Integratie op schaal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