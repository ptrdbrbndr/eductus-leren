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DM Sans"/>
              </a:rPr>
              <a:t>OutSystems: Vakbekwaam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749039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E9A13B"/>
                </a:solidFill>
                <a:latin typeface="DM Sans"/>
              </a:rPr>
              <a:t>Deel 18 — Asynchroon: processen, batch, idempotentie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Van statusveld naar volwassen patroon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Deel 9: eenvoudig "nog te verwerken"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Nu: mensen-in-de-lus processen, batch, retries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Het meest wezenlijke platformverschil van niveau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Business Process Technology (BPT)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O11: ingebouwd mechanisme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Langlopende, mensen-in-de-lus processen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Taaktoewijzing, wachttoestanden, escalaties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Meerdere O11-satellieten gebouwd op BPT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DM Sans"/>
              </a:rPr>
              <a:t>[FIGUUR 18-1: BPT-flow — indienen → beoordeling → goedkeuring, met wachttoestanden]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56032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BPT bestaat niet in ODC.</a:t>
            </a:r>
          </a:p>
          <a:p>
            <a:pPr algn="ctr"/>
            <a:r>
              <a:rPr sz="3400" b="1">
                <a:solidFill>
                  <a:srgbClr val="14213D"/>
                </a:solidFill>
                <a:latin typeface="DM Sans"/>
              </a:rPr>
              <a:t>Geen tooling-verschil — een ander concept.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ODC: zelfgebouwde statusmachine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Statusveld + Timers + server actions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Taken-overzicht: zelf te bouwen scherm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Migratie: herontwerp, geen één-op-één overzet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436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99999"/>
                </a:solidFill>
                <a:latin typeface="DM Sans"/>
              </a:rPr>
              <a:t>[FIGUUR 18-2: BPT-proces naast de zelfgebouwde equivalente statusmachine in ODC]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Opdracht 18.1 — BPT, statusmachine, of geen van beide?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Drie situaties.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18.1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Baan A / Baan 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A — BPT-proces bouwen in Service Studio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B — Statusmachine + taken-scherm bouwen in ODC Studio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Werkboek, eigen baan — het contrast zelf is het leerdoel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Batch-verwerking en idempotentie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Idempotentie: veilig herhalen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Meerdere keren uitvoeren ≠ ander of dubbel resultaat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Unieke identifier per aanroep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Ontvangende kant controleert al-verwerkt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Reflectieopdracht 18.2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10881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Waarom weegt dit zwaarder dan het gebruikersbeheer-verschil?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→ Werkboek 18.2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A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48640"/>
            <a:ext cx="10881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E9A13B"/>
                </a:solidFill>
                <a:latin typeface="DM Sans"/>
              </a:rPr>
              <a:t>Kernpunten deel 18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BPT: alleen O11, geen ODC-equivalent — fundamenteel verschil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ODC: statusmachine zelf bouwen, taken-overzicht zelf ontwerpen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Batch: dezelfde pagineringsdiscipline als reguliere queries</a:t>
            </a:r>
          </a:p>
          <a:p>
            <a:pPr algn="l"/>
            <a:r>
              <a:rPr sz="2000" b="0">
                <a:solidFill>
                  <a:srgbClr val="14213D"/>
                </a:solidFill>
                <a:latin typeface="DM Sans"/>
              </a:rPr>
              <a:t>•  Idempotentie: verplicht bij elke retry of batch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563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926080"/>
            <a:ext cx="10332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DM Sans"/>
              </a:rPr>
              <a:t>Volgende deel: Lifecycle en DevOps (2 dagdelen)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