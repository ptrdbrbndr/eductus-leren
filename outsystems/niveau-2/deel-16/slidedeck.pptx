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16 — Integratie op schaal: externe systemen, foutafhandeling, retries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één API naar een landschap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9: Verzuimmeldingen → Mutatie-API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Nu: Mutatieplatform + extern HR-systeem + legacy on-premise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Legacy zonder REST-interface: hét scheidingspunt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Integration Studio (O11)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Legacy ontsluiten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Apart hulpmiddel binnen de O11-toolset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Connector naar .NET-component, stored procedure, SOAP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Genereert extension, bruikbaar als gewone actie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16-1: Integration Studio-flow: legacy-systeem → extension → Service Studio-actie]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Connectors in ODC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ODC kent geen Integration Studio.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Dat is een keuze, geen gat.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tussenlaag-oplossing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API-gebaseerde integratie als uitgangspunt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Legacy zonder REST: wrapper nodig (vaak gebouwd in O11)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 en ODC: complementair, niet concurrerend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16-2: Legacy-systeem → O11-wrapper (REST) → ODC-consumer]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16.1 — Welk mechanisme past hier?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integratiesituaties.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16.1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Legacy ontsluiten met Integration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Tussenlaag ontwerpen richting 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Foutafhandeling en retries op schaal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Consistent, niet ad-hoc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Vast aantal pogingen, oplopende wachttijd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Gedeelde Timer-configuratie in de Core-laag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Voorproefje van deel 18 (asynchroon)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dit geen tekortkoming van ODC?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16.2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Landschapsschaal: meerdere integraties, niet één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Integration Studio (O11) vs tussenlaag-noodzaak (ODC) — structureel verschil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 en ODC kunnen complementair samenwerken in coëxistentie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Retry-strategie: gedeeld en consistent, niet per module uitgevonden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Beveiliging serieus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