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Vakbekwaam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21 — Capstone: WGP 2.0 als landschapsontwerp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Tien delen, één landschap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Modules met eigenaarschap → performant en veilig op schaal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Verbonden intern en extern → asynchroon waar nodig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Beheerst uitgerold → bewust beheerd tegen technische schuld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21-1: Volledig WGP 2.0-landschap met alle lagen en modules uit deel 11-20]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De opdracht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Checklist: landschapsontwerp compleet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Architecture Canvas, correct gelaagd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MeridiaanMutatiesCore + MeridiaanDesignSystem werkend gedeeld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Expliciete coëxistentiestrategie O11/ODC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Beveiliging + audit aantoonbaar AVG-conform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Lifecycle-opzet met rollback-scenario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Technische-schuld-rapportage met prioritering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De verdediging: vier rollen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Drie bekend, één nieuw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Consument — gebruiksgemak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Beheerder — beheersbaarheid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Stuurgroeplid — zakelijke afweging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Privacyfunctionaris — AVG-naleving, concreet en uitvoerbaar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Niet: is elke module perfect.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Wél: hangt het landschap samen.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Rubric — vijf criteria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48639">
                <a:tc>
                  <a:txBody>
                    <a:bodyPr/>
                    <a:lstStyle/>
                    <a:p>
                      <a:r>
                        <a:rPr sz="1600" b="1"/>
                        <a:t>Criterium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Waar het om gaat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600"/>
                        <a:t>Architecturale samenhang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Vierlagenregel consequent toegepast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600"/>
                        <a:t>Coëxistentiestrategie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Heldere O11/ODC-verdeling, beargumenteerd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600"/>
                        <a:t>Beveiliging en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Concreet, uitvoerbaar (bijv. inzageverzoek)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600"/>
                        <a:t>Omgaan met falen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Rollback mét complicaties benoemd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600"/>
                        <a:t>Zelfkritische blik op schuld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Prioritering op impact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Verdediging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30 minuten: 15 toelichting, 15 vragen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voorbereidingsvragen per 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niveau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Van app naar landschap: eigenaarschap, lagen, gedeelde libraries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Grootste platformverschil: BPT (alleen O11) vs zelfgebouwde statusmachine (ODC)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Coëxistentie is casusrealiteit — geen tussenfase, maar een blijvend ontwerpvraagstuk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Technische schuld: meetbaar maken en prioriteren op 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Niveau 3: Portfoliobesluiten, migratie, leiderschap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