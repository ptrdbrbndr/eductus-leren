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12 — Modules, libraries, afhankelijkheden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Van app naar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Afgebakende verantwoordelijkheid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Communicatie via expliciete, publieke interfaces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MeridiaanMutatiesCore: gedeelde mutatielogica als eigen module</a:t>
            </a:r>
          </a:p>
        </p:txBody>
      </p:sp>
      <p:pic>
        <p:nvPicPr>
          <p:cNvPr id="4" name="Picture 3" descr="figuur-1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Library versus applicatie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Twee soorten modules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Applicatie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Eindgebruikersschermen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Ja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Voorbeeld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MeridiaanMutatiesCore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WGP 2.0, Verzuimmeldingen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Publiceert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Stabiele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Gebruikerservaring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12.1 — Library of applicatie?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modules van het Meridiaan-landschap.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12.1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Afhankelijkheden beheren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Automatisch bijgehouden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TrueChange gebruikt dit voor incrementele publicatie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Wijziging in Core → impact op alle afhankelijke modules zichtbaar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4213D"/>
                </a:solidFill>
                <a:latin typeface="DM Sans"/>
              </a:rPr>
              <a:t>Een cyclische afhankelijkheid is geen bug.</a:t>
            </a:r>
          </a:p>
          <a:p>
            <a:pPr algn="ctr"/>
            <a:r>
              <a:rPr sz="2800" b="1">
                <a:solidFill>
                  <a:srgbClr val="14213D"/>
                </a:solidFill>
                <a:latin typeface="DM Sans"/>
              </a:rPr>
              <a:t>Het is een architectuursignaal.</a:t>
            </a:r>
          </a:p>
          <a:p>
            <a:pPr algn="ctr"/>
          </a:p>
        </p:txBody>
      </p:sp>
      <p:pic>
        <p:nvPicPr>
          <p:cNvPr id="3" name="Picture 2" descr="figuur-1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276" y="2011680"/>
            <a:ext cx="8534399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Library bouwen + afhankelijkheid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opbouw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Afhankelijkheidsbeheer: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ODC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Overzicht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LifeTime, grotendeels handmatig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Portal, geïntegreerde graaf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Cyclus-signalering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Later, bij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Eerder, directer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12.2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Is dit een cyclus? En wat als het dat wél wordt?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12.2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Modules: afgebakende verantwoordelijkheid, expliciete interfaces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Library: geen schermen, stabiele interface, vrij wijzigbare interne implementatie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Cyclische afhankelijkheid = architectuursignaal, niet zomaar een foutje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ODC: sterker geïntegreerd afhankelijkheidsbeheer dan O11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Datamodellering op schaal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