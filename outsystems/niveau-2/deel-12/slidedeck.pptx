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12 — Modules, libraries, afhankelijkheden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Van app naar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Afgebakende verantwoordelijkheid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Communicatie via expliciete, publieke interfaces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MeridiaanMutatiesCore: gedeelde mutatielogica als eigen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12-1: WGP 2.0 en Verzuimmeldingen beide afhankelijk van MeridiaanMutatiesCore]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Library versus applicatie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Twee soorten modules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Applicatie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Eindgebruikersschermen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Nee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Ja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Voorbeeld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MeridiaanMutatiesCore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WGP 2.0, Verzuimmeldingen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Publiceert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Stabiele 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Gebruikerservaring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12.1 — Library of applicatie?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modules van het Meridiaan-landschap.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12.1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Afhankelijkheden beheren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Automatisch bijgehouden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TrueChange gebruikt dit voor incrementele publicatie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Wijziging in Core → impact op alle afhankelijke modules zichtbaar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Een cyclische afhankelijkheid is geen bug.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Het is een architectuursignaal.</a:t>
            </a:r>
          </a:p>
          <a:p>
            <a:pPr algn="ctr"/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[FIGUUR 12-2: Geen cyclus (twee modules delen één Core) vs wél een cyclus (A→B→A)]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Library bouwen + afhankelijkheid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opbouw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Afhankelijkheidsbeheer: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3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ODC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600"/>
                        <a:t>Overzicht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LifeTime, grotendeels handmatig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Portal, geïntegreerde graaf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r>
                        <a:rPr sz="1600"/>
                        <a:t>Cyclus-signalering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Later, bij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Eerder, directer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12.2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Is dit een cyclus? En wat als het dat wél wordt?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12.2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Modules: afgebakende verantwoordelijkheid, expliciete interfaces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Library: geen schermen, stabiele interface, vrij wijzigbare interne implementatie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Cyclische afhankelijkheid = architectuursignaal, niet zomaar een foutje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ODC: sterker geïntegreerd afhankelijkheidsbeheer dan O11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Datamodellering op schaal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