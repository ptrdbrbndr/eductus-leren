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DM Sans"/>
              </a:rPr>
              <a:t>OutSystems: Vakbekwaam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Deel 20 — Technische schuld: review, architecture dashboard, refactoren</a:t>
            </a:r>
          </a:p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Zelfstandig aanbiedbaar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Low-code elimineert technische schuld niet.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Het verplaatst waar hij zich verzamelt.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Wat het concreet betekent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Gedupliceerde logica ondanks de Core-laag-discipline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Afhankelijkheden die de vierlagenregel schenden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Schermen zonder correcte autorisatie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Verborgen N+1-patronen, nog niet opgemerkt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Zes jaar organische groei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Veertien O11-satellieten: "het werkte toen"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BPT-processen die niemand meer volledig doorgrondt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Sluiproutes die niemand als zodanig herkende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Het Architecture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Schuld meetbaar maken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Architecturale schendingen opsporen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"God modules" met te veel afhankelijkheden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O11: dashboard + handmatige review; ODC: dieper geïntegreerd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DM Sans"/>
              </a:rPr>
              <a:t>[FIGUUR 20-1: Architecture Dashboard-weergave met gemarkeerde schendingen]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Opdracht 20.1 — Hoog of laag prioriteit?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Drie schuld-situaties uit het eigen landschap.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20.1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Baan A / Baan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A — Architecture Dashboard-analyse in O11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B — Zelfde analyse in ODC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Werkboek, eigen baan — analyseer je eigen gebouwde landschap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Refactor op impact.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Niet op zichtbaarheid.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Reflectieopdracht 20.2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Waarom weegt een verborgen Core-fout zwaarder dan een lelijke, geïsoleerde workaround?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20.2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Kernpunten deel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Technische schuld verzamelt zich ook in low-code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Architecture Dashboard maakt schuld meetbaar, in beide platformen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Prioriteer op potentiële impact, niet op zichtbaarheid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Core-schendingen wegen zwaarder dan geïsoleerde workarounds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Volgende deel: Capstone niveau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