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19 — Lifecycle en DevOps: stages, pipelines, rollback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Twee dagdelen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A — Stages en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Terug naar deel 2, nu op schaal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Vijftien modules, onafhankelijk deploybaar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Lifecycle-beheer wordt een vak op zich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LifeTime en de Portal: centraal overzicht van wat waar draait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LifeTime versus pipelines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 — 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 — pipelines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Kernfunctie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Promotie +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Build-test-deploy geautomatiseerd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Automatisering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Aanvullende laag, zelf op te zetten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Vanaf de basis ontworpen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Onderliggend principe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Gecontroleerde, traceerbare promotie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Gelijk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figuur-1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560" y="3200400"/>
            <a:ext cx="67564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19.1 — LifeTime of pipeline?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19.1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Promotieflow inrichten in LifeTime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Pipeline inrichten in de ODC Portal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B — Rollback en gecontroleerde uitrol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Rollback is geen undo-knop.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is opnieuw promoveren van een oudere versie.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19.2 — Rollback-scenario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Fout pas na een uur zichtbaar — al mutaties verwerkt.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Wat nu?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19.2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Rollback uitvoeren in LifeTime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Rollback uitvoeren via de ODC Portal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Gecontroleerde uitrol — de brug naar deel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Eerst beperkt, dan breed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Eerst WGP 2.0 (nieuw, beter getest)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Dan pas de O11-satellieten (ouder, fragieler)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Zelfde principe als het design system, nu landschapsbreed</a:t>
            </a:r>
          </a:p>
        </p:txBody>
      </p:sp>
      <p:pic>
        <p:nvPicPr>
          <p:cNvPr id="4" name="Picture 3" descr="figuur-19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19.3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dit extra waardevol bij een gemengd landschap?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19.3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LifeTime en pipelines: zelfde principe, verschil in default-automatisering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Rollback: opnieuw promoveren, geen undo — datamodel-wijzigingen extra complex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Gecontroleerde uitrol vermindert risico, vooral in een gemengd landschap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Lifecycle-beheer: een vak op landschapsschaal, geen bijzaak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Technische schuld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