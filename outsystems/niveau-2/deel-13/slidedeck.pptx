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DM Sans"/>
              </a:rPr>
              <a:t>OutSystems: Vakbekwaam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9A13B"/>
                </a:solidFill>
                <a:latin typeface="DM Sans"/>
              </a:rPr>
              <a:t>Deel 13 — Datamodellering op schaal en koppelvlakken tussen apps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Wanneer een entity landschap-eigendom wordt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0292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4213D"/>
                </a:solidFill>
                <a:latin typeface="DM Sans"/>
              </a:rPr>
              <a:t>•  Werkgever: nodig voor WGP 2.0 én Verzuimmeldingen</a:t>
            </a:r>
          </a:p>
          <a:p>
            <a:pPr algn="l"/>
            <a:r>
              <a:rPr sz="1700" b="0">
                <a:solidFill>
                  <a:srgbClr val="14213D"/>
                </a:solidFill>
                <a:latin typeface="DM Sans"/>
              </a:rPr>
              <a:t>•  Verhuist naar de Core-library</a:t>
            </a:r>
          </a:p>
          <a:p>
            <a:pPr algn="l"/>
            <a:r>
              <a:rPr sz="1700" b="0">
                <a:solidFill>
                  <a:srgbClr val="14213D"/>
                </a:solidFill>
                <a:latin typeface="DM Sans"/>
              </a:rPr>
              <a:t>•  Eigenaarschap wordt expliciet: één schrijft, anderen lezen</a:t>
            </a:r>
          </a:p>
        </p:txBody>
      </p:sp>
      <p:pic>
        <p:nvPicPr>
          <p:cNvPr id="4" name="Picture 3" descr="figuur-13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519825"/>
            <a:ext cx="5669280" cy="29156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Relatie of API?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13D"/>
                </a:solidFill>
                <a:latin typeface="DM Sans"/>
              </a:rPr>
              <a:t>De vuistregel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09728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4572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Directe entity-relatie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API-koppelvlak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Binnen eigen landschap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Ja, meestal beste keuze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—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Over organisatiegrens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Ja (zie API-cursus)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Voorbeeld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Werkgever via library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Mutatie-API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Opdracht 13.1 — Relatie of API?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Drie situaties met Werkgever.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 13.1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Wat verandert er bij schaal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Consistentie boven snelheid.</a:t>
            </a:r>
          </a:p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Elke wijziging is nu een gecoördineerde afweging.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Baan A / Baan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A — Werkgever verplaatsen naar Core in Service Studio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B — Zelfde verplaatsing + sluiproute testen in ODC Studio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Werkboek, eigen baan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13D"/>
                </a:solidFill>
                <a:latin typeface="DM Sans"/>
              </a:rPr>
              <a:t>Eigenaarschap afdwingen: O11 versus ODC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097280"/>
          <a:ext cx="1088136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4572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O11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ODC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Directe DB-toegang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Vaker mogelijk → sluiproute makkelijker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Primair via entity-laag → sluiproute lastiger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Reflectieopdracht 13.2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Waarom is eigenaarschap afspraak én techniek, niet alleen techniek?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 13.2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Kernpunten deel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Gedeelde entity vraagt expliciet eigenaarschap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Relatie binnen het landschap, API over de organisatiegrens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Wijzigingen aan gedeeld datamodel: gecoördineerd, niet individueel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ODC bemoeilijkt sluiproutes rond eigenaarschap sterker dan O11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Volgende deel: Performance — aggregates, caching, meten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