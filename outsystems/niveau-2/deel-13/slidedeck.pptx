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13 — Datamodellering op schaal en koppelvlakken tussen 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Wanneer een entity landschap-eigendom wordt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Werkgever: nodig voor WGP 2.0 én Verzuimmeldingen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Verhuist naar de Core-library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Eigenaarschap wordt expliciet: één schrijft, anderen lezen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13-1: Werkgever-entity in Core, gelezen door WGP 2.0 en Verzuimmeldingen]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Relatie of API?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De vuistregel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Directe entity-relatie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API-koppelvlak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Binnen eigen landschap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Ja, meestal beste keuze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Over organisatiegrens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Ja (zie API-cursus)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Voorbeeld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Werkgever via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Mutatie-API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13.1 — Relatie of API?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 met Werkgever.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13.1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Wat verandert er bij schaal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Consistentie boven snelheid.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Elke wijziging is nu een gecoördineerde afweging.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Werkgever verplaatsen naar Core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verplaatsing + sluiproute testen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Eigenaarschap afdwingen: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Directe DB-toegang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Vaker mogelijk → sluiproute makkelijker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Primair via entity-laag → sluiproute lastiger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eigenaarschap afspraak én techniek, niet alleen techniek?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13.2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Gedeelde entity vraagt expliciet eigenaarschap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Relatie binnen het landschap, API over de organisatiegrens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Wijzigingen aan gedeeld datamodel: gecoördineerd, niet individueel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 bemoeilijkt sluiproutes rond eigenaarschap sterker dan O11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Performance — aggregates, caching,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