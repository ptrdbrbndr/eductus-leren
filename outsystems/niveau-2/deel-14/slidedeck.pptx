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14 — Performance: aggregates vs SQL, caching, N+1, meten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Waarom nu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Verzuimmeldingen: gematigd volume, geen probleem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WGP 2.0: heel het werkgeverslandschap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Wat theoretisch was, wordt nu concreet risico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Het N+1-probleem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N records, N extra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Aggregatie in een For Each-lus: fout patroon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Aggregatie in de Aggregate zelf: correcte oplossing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Honderd werkgevers → honderd extra queries, of één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14-1: N+1-lus naast één geaggregeerde query, met queryaantal]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14.1 — Wat is hier het probleem?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performance-situaties bij WGP 2.0.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14.1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Caching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Snel, maar met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Voor traag-wijzigende, veelgevraagde data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Valkuil: vergeten te invalideren bij wijziging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Subtiele fout — geen crash, wel verouderde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N+1 bouwen, meten, oplossen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Zelfde oefening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Meet eerst.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Optimaliseer daarna.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213D"/>
                </a:solidFill>
                <a:latin typeface="DM Sans"/>
              </a:rPr>
              <a:t>Monitoring: O11 versus ODC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486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ODC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Platform-tooling + evt. directe DB-monitoring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Cloud-native observability in de Portal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is vergeten cache-invalidatie een subtiele fout?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14.2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N+1: aggregeer in de Aggregate, nooit in een lus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Caching: gerichte oplossing, altijd met bewuste invalidatie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Meten vóór optimaliseren, nooit op vermoeden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geïntegreerde observability; O11: platform + evt. directe DB-monitoring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UI op schaal (2 dagdelen)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