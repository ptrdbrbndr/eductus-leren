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11 — Architecture Canvas en de vierlagenregel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Casus niveau 2: WGP 2.0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app naar landschap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Verzuimmeldingen: stabiel, achttien maanden in productie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WGP 2.0: volledige vervanging van het portaal, in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Veertien O11-satellieten blijven gewoon draaien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11-1: Meridiaan-landschap met WGP 2.0 + 14 satellieten]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Architecture Canvas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app naar landschap in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Welke modules bestaan er?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Wat is hun rol?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Welke afhankelijkheden lopen ertussen?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Levend hulpmiddel, geen documentatie achteraf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vierlagenregel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Vier lagen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11-2: Vier lagen gestapeld met pijlen die richting afhankelijkheden tonen]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Afhankelijkheden lopen altijd naar beneden.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Nooit naar boven.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11.1 — Welke laag?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bouwstenen van het Meridiaan-landschap.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11.1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Afdwingbaarheid: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3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600"/>
                        <a:t>Canvas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Expliciete, visuele 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Dieper geïntegreerd in workspace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r>
                        <a:rPr sz="1600"/>
                        <a:t>Afdwinging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Vooral teamdiscipline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Sterkere ingebouwde signalering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Architecture Canvas opzetten in LifeTime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Laagstructuur opzetten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niet gewoon dupliceren in plaats van een Core-module?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11.2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Architecture Canvas: landschap incl. afhankelijkheden in kaart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Vierlagenregel: afhankelijkheden altijd van hoog naar 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Gedeelde logica hoort in Core, niet gedupliceerd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 signaleert verkeerde-richting-afhankelijkheden sterker dan O11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Modules, libraries, afhankelijkheden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