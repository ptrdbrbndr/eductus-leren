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Vakbekwaam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11 — Architecture Canvas en de vierlagenregel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Casus niveau 2: WGP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Van app naar landschap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Verzuimmeldingen: stabiel, achttien maanden in productie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WGP 2.0: volledige vervanging van het portaal, in ODC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Veertien O11-satellieten blijven gewoon draaien</a:t>
            </a:r>
          </a:p>
        </p:txBody>
      </p:sp>
      <p:pic>
        <p:nvPicPr>
          <p:cNvPr id="4" name="Picture 3" descr="figuur-1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19825"/>
            <a:ext cx="5669280" cy="29156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De Architecture Canvas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Van app naar landschap in kaart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Welke modules bestaan er?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Wat is hun rol?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Welke afhankelijkheden lopen ertussen?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Levend hulpmiddel, geen documentatie achteraf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De vierlagenregel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Vier lagen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figuur-1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36361"/>
            <a:ext cx="5669280" cy="34825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Afhankelijkheden lopen altijd naar beneden.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Nooit naar boven.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11.1 — Welke laag?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bouwstenen van het Meridiaan-landschap.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DM Sans"/>
              </a:rPr>
              <a:t>Afdwingbaarheid: O11 versus ODC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ODC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Canvas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Expliciete, visuele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Dieper geïntegreerd in workspace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Afdwinging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Vooral teamdiscipline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Sterkere ingebouwde signalering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Architecture Canvas opzetten in LifeTime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Laagstructuur opzetten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11.2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niet gewoon dupliceren in plaats van een Core-module?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11.2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Architecture Canvas: landschap incl. afhankelijkheden in kaart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Vierlagenregel: afhankelijkheden altijd van hoog naar laag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Gedeelde logica hoort in Core, niet gedupliceerd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ODC signaleert verkeerde-richting-afhankelijkheden sterker dan O11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Modules, libraries, afhankelijkheden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