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Vakbekwaam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17 — Beveiliging serieus: OWASP, SSO, audit, AVG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Van basis naar continu proces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Deel 8: rollen, screen-autorisatie, IT Users vs IAM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Nu: persoonsgegevens op landschapsschaal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Beveiliging als proces, niet eenmalige configuratie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OWASP in een low-code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DM Sans"/>
              </a:rPr>
              <a:t>Platform-opgelost of jouw verantwoordelijkheid?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548640">
                <a:tc>
                  <a:txBody>
                    <a:bodyPr/>
                    <a:lstStyle/>
                    <a:p>
                      <a:r>
                        <a:rPr sz="1600" b="1"/>
                        <a:t>Risico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Wie lost het op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SQL-injectie via Aggregate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Platform (automatische escaping)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Broken access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Jij (deel 8: scherm + datafilter)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Security misconfiguration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Jij (bijv. vergeten rolkoppeling)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17.1 — Platform of jij?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situaties.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17.1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Single Sign-On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DM Sans"/>
              </a:rPr>
              <a:t>SSO: O11 versus ODC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4863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O11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ODC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600"/>
                        <a:t>Uitgangspunt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Native IT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IAM-first</a:t>
                      </a:r>
                    </a:p>
                  </a:txBody>
                  <a:tcPr/>
                </a:tc>
              </a:tr>
              <a:tr h="548641">
                <a:tc>
                  <a:txBody>
                    <a:bodyPr/>
                    <a:lstStyle/>
                    <a:p>
                      <a:r>
                        <a:rPr sz="1600"/>
                        <a:t>SSO-configuratie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Aparte, bewuste stap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Natuurlijke uitbreiding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SSO + AuditLog in Service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Zelfde opbouw in ODC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Audit en AVG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AuditLog: wie, wat, wanneer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Gestructureerd patroon in de Core-laag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Niet losse logregels per module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Nodig voor DNB/AFM-toezicht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AVG: concrete technische consequenties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Toegang gekoppeld aan legitiem doel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Bewaartermijnen technisch afdwingbaar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Inzage/verwijdering uitvoerbaar zonder de hele applicatie te doorspitten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17.2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Waarom AuditLog in de Core-laag, niet per module?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17.2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Platform lost een deel van OWASP op, niet alles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SSO: aparte stap in O11, natuurlijke uitbreiding in ODC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Audit: gestructureerd, gedeeld, in de Core-laag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AVG: vertaalt naar concrete keuzes in autorisatie, bewaartermijn, datamodel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Asynchrone verwerking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