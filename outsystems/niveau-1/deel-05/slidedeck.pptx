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Fundament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5 — Interface, screen lifecycle en navigatie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Screens en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Screen = pagina (MeldingOverzicht, MeldingDetail)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Block = herbruikbaar interface-onderdeel (StatusBadge)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Vuistregel: twee keer hetzelfde bouwen = signaal voor een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5-1: MeldingOverzicht en MeldingDetail met StatusBadge-block op beide]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screen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Drie momenten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Dataophaling hoort bij OnInitialize.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 bij een klik.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5.1 — Screen, block of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elementen van Verzuimmeldingen.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5.1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MeldingOverzicht + MeldingDetail + StatusBadge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Navigatie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Expliciet en strikt getypeerd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Geen handmatige routes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Parameters strikt getypeerd (geen tekst waar een getal hoort)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Platform genereert URL-structuur automatisch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Interface-laag: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UI-varianten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Traditional Web + Reactive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Alleen reactief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Keuze bij aanmaken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Expliciet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Niet nodig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Deze cursus kiest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Reactive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(standaard)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Data ophalen via een "Ververs"-knop i.p.v. OnInitialize — wat gaat mis?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5.2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Screens = pagina's, blocks = herbruikbaar — DRY tastbaar in het platform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OnInitialize voor dataophaling, niet interactie-events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Navigatie: expliciet, strikt getypeerd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keuze Traditional/Reactive; ODC: standaard reactief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Aggregates en data ophalen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