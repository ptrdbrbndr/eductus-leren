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Fundament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5 — Interface, screen lifecycle en navigatie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Screens en blocks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Screen = pagina (MeldingOverzicht, MeldingDetail)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Block = herbruikbaar interface-onderdeel (StatusBadge)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Vuistregel: twee keer hetzelfde bouwen = signaal voor een block</a:t>
            </a:r>
          </a:p>
        </p:txBody>
      </p:sp>
      <p:pic>
        <p:nvPicPr>
          <p:cNvPr id="4" name="Picture 3" descr="figuur-5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519825"/>
            <a:ext cx="5669280" cy="291562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De screen lifecycle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Drie momenten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Dataophaling hoort bij OnInitialize.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Niet bij een klik.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5.1 — Screen, block of event?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elementen van Verzuimmeldingen.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5.1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MeldingOverzicht + MeldingDetail + StatusBadge in Service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Zelfde opbouw in ODC Studio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Navigatie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Expliciet en strikt getypeerd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Geen handmatige routes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Parameters strikt getypeerd (geen tekst waar een getal hoort)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Platform genereert URL-structuur automatisch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Interface-laag: O11 versus ODC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ODC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UI-varianten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Traditional Web + Reactive Web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Alleen reactief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Keuze bij aanmaken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Expliciet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Niet nodig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Deze cursus kiest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Reactive Web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(standaard)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5.2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Data ophalen via een "Ververs"-knop i.p.v. OnInitialize — wat gaat mis?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5.2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Screens = pagina's, blocks = herbruikbaar — DRY tastbaar in het platform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OnInitialize voor dataophaling, niet interactie-events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Navigatie: expliciet, strikt getypeerd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O11: keuze Traditional/Reactive; ODC: standaard reactief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Aggregates en data ophalen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