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37744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DM Sans"/>
              </a:rPr>
              <a:t>OutSystems: Fundament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749039"/>
            <a:ext cx="103327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E9A13B"/>
                </a:solidFill>
                <a:latin typeface="DM Sans"/>
              </a:rPr>
              <a:t>Deel 3 — Datamodel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E9A13B"/>
                </a:solidFill>
                <a:latin typeface="DM Sans"/>
              </a:rPr>
              <a:t>Entities: de kern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OutSystems-representatie van een tabel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Automatische technische Id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Attributen met type en constraints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Voor Verzuimmeldingen: Melding, Werkgever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9436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999999"/>
                </a:solidFill>
                <a:latin typeface="DM Sans"/>
              </a:rPr>
              <a:t>[FIGUUR 3-1: Entity-editor met Melding-attributen]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563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92608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DM Sans"/>
              </a:rPr>
              <a:t>Static entities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E9A13B"/>
                </a:solidFill>
                <a:latin typeface="DM Sans"/>
              </a:rPr>
              <a:t>Vaste waardelijsten, type-veilig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Rijen door developer vastgelegd, niet door eindgebruiker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MeldingStatus: Nieuw, InBehandeling, Afgehandeld, Afgewezen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Voorkomt typefouten die losse tekstvelden wél toelaten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E9A13B"/>
                </a:solidFill>
                <a:latin typeface="DM Sans"/>
              </a:rPr>
              <a:t>Opdracht 3.1 — Entity of static entity?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4592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Drie gegevens van Verzuimmeldingen.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Entity, static entity, of attribuut?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→ Werkboek 3.1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563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92608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DM Sans"/>
              </a:rPr>
              <a:t>Relaties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E9A13B"/>
                </a:solidFill>
                <a:latin typeface="DM Sans"/>
              </a:rPr>
              <a:t>Foreign keys, visueel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Many-to-one: Melding → Werkgever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Many-to-many: bijna altijd een tussenentity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Tussenentity geeft ruimte voor relatie-specifieke attributen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9436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999999"/>
                </a:solidFill>
                <a:latin typeface="DM Sans"/>
              </a:rPr>
              <a:t>[FIGUUR 3-2: Relatiediagram Melding-Werkgever-MeldingStatus-Document]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E9A13B"/>
                </a:solidFill>
                <a:latin typeface="DM Sans"/>
              </a:rPr>
              <a:t>Baan A / Baan 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4592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A — Datamodel bouwen in Service Studio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B — Datamodel bouwen in ODC Studio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→ Werkboek, eigen baan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563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92608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DM Sans"/>
              </a:rPr>
              <a:t>Mapping naar de fysieke database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E9A13B"/>
                </a:solidFill>
                <a:latin typeface="DM Sans"/>
              </a:rPr>
              <a:t>Automatisch, maar niet vrijblijvend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Platform genereert tabellen, kolommen, indexen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Normalisatie en structuur blijven ontwerpkeuzes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O11: directe databasetoegang mogelijk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ODC: ontsluiting primair via entity-laag/integraties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E9A13B"/>
                </a:solidFill>
                <a:latin typeface="DM Sans"/>
              </a:rPr>
              <a:t>Reflectieopdracht 3.2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4592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Waarom een tussenentity, ook als many-to-many technisch kan?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→ Werkboek 3.2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E9A13B"/>
                </a:solidFill>
                <a:latin typeface="DM Sans"/>
              </a:rPr>
              <a:t>Kernpunten deel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Entities = tabellen; static entities = type-veilige vaste lijsten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Relaties zijn foreign keys; tussenentity bij many-to-many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Fysieke mapping automatisch, ontwerp blijft aan jou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O11: directe DB-toegang mogelijk; ODC: via entity-laag/integraties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563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92608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DM Sans"/>
              </a:rPr>
              <a:t>Volgende deel: Logica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