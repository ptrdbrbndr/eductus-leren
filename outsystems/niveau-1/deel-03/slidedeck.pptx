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Fundament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3 — Datamodel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Entities: de kern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OutSystems-representatie van een tabel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Automatische technische Id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Attributen met type en constraints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Voor Verzuimmeldingen: Melding, Werkgever</a:t>
            </a:r>
          </a:p>
        </p:txBody>
      </p:sp>
      <p:pic>
        <p:nvPicPr>
          <p:cNvPr id="4" name="Picture 3" descr="figuur-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9825"/>
            <a:ext cx="5669280" cy="2915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Static entities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Vaste waardelijsten, type-veilig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Rijen door developer vastgelegd, niet door eindgebruiker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MeldingStatus: Nieuw, InBehandeling, Afgehandeld, Afgewezen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Voorkomt typefouten die losse tekstvelden wél toelaten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3.1 — Entity of static entity?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gegevens van Verzuimmeldingen.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Entity, static entity, of attribuut?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3.1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Relaties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Foreign keys, visueel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Many-to-one: Melding → Werkgever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Many-to-many: bijna altijd een tussenentity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Tussenentity geeft ruimte voor relatie-specifieke attributen</a:t>
            </a:r>
          </a:p>
        </p:txBody>
      </p:sp>
      <p:pic>
        <p:nvPicPr>
          <p:cNvPr id="4" name="Picture 3" descr="figuur-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9825"/>
            <a:ext cx="5669280" cy="29156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Datamodel bouwen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Datamodel bouwen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Mapping naar de fysieke database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Automatisch, maar niet vrijblijvend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Platform genereert tabellen, kolommen, indexen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Normalisatie en structuur blijven ontwerpkeuzes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O11: directe databasetoegang mogelijk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ODC: ontsluiting primair via entity-laag/integraties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een tussenentity, ook als many-to-many technisch kan?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3.2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Entities = tabellen; static entities = type-veilige vaste lijsten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Relaties zijn foreign keys; tussenentity bij many-to-many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Fysieke mapping automatisch, ontwerp blijft aan jou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O11: directe DB-toegang mogelijk; ODC: via entity-laag/integraties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Logica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