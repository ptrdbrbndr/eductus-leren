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Fundament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4 — Logica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Server actions: waar bedrijfslogica woont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Visuele flow, server-side uitgevoerd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Beperkt aantal bouwstenen: Aggregate, Create/Update/Delete, If, For Each, expressie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Klein aantal bouwstenen = leesbaar voor iedereen</a:t>
            </a:r>
          </a:p>
        </p:txBody>
      </p:sp>
      <p:pic>
        <p:nvPicPr>
          <p:cNvPr id="4" name="Picture 3" descr="figuur-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57845"/>
            <a:ext cx="5669280" cy="32395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Server versus client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De vuistregel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Server action: databasetoegang, serverzijdige regels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Client action: directe feedback, geen serverdata nodig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Alles wat vóór het versturen van het formulier moet: client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Alles daarna: server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4.1 — Server of client action?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stukken logica van Verzuimmeldingen.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4.1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(let op vraag c — niet zo eenvoudig als het lijkt)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Exceptions en foutafhandeling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Exception Handler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Vangt een fout gestructureerd op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Technische fout ≠ gebruikersboodschap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Jij bepaalt wat de eindgebruiker ziet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AanmaakMelding bouwen + debuggen in Service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AanmaakMelding bouwen + debuggen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De debugger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Stap voor stap door de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Breakpoints zetten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Variabelen inspecteren op elk punt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O11: sessie tegen een specifieke Environment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ODC: geïntegreerd in de cloud-workspace, minder configuratie</a:t>
            </a:r>
          </a:p>
        </p:txBody>
      </p:sp>
      <p:pic>
        <p:nvPicPr>
          <p:cNvPr id="4" name="Picture 3" descr="figuur-4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9825"/>
            <a:ext cx="5669280" cy="291562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4.2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een gebruiksvriendelijke boodschap in plaats van de technische fout?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4.2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Server actions: bedrijfslogica; client actions: directe feedback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Beperkt aantal bouwstenen houdt flows leesbaar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Exception Handlers: technische fout scheiden van gebruikersboodschap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Debugger: conceptueel gelijk, ODC vereist minder opstartconfiguratie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Interface en screen lifecycle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