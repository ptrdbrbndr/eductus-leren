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Fundament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4 — Logica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Server actions: waar bedrijfslogica woont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Visuele flow, server-side uitgevoerd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Beperkt aantal bouwstenen: Aggregate, Create/Update/Delete, If, For Each, expressie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Klein aantal bouwstenen = leesbaar voor iedereen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4-1: Flow AanmaakMelding — conditie, exception-tak, create-tak]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Server versus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De vuistregel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Server action: databasetoegang, serverzijdige regels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Client action: directe feedback, geen serverdata nodig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Alles wat vóór het versturen van het formulier moet: client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Alles daarna: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4.1 — Server of client action?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stukken logica van Verzuimmeldingen.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4.1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(let op vraag c — niet zo eenvoudig als het lijkt)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Exceptions en foutafhandeling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Exception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Vangt een fout gestructureerd op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Technische fout ≠ gebruikersboodschap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Jij bepaalt wat de eindgebruiker ziet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AanmaakMelding bouwen + debuggen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AanmaakMelding bouwen + debuggen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De debugger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Stap voor stap door de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Breakpoints zetten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Variabelen inspecteren op elk punt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O11: sessie tegen een specifieke Environment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ODC: geïntegreerd in de cloud-workspace, minder configuratie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4-2: Debugger-scherm met breakpoint en variabele-inspectie]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een gebruiksvriendelijke boodschap in plaats van de technische fout?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4.2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Server actions: bedrijfslogica; client actions: directe feedback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Beperkt aantal bouwstenen houdt flows leesbaar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Exception Handlers: technische fout scheiden van gebruikersboodschap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Debugger: conceptueel gelijk, ODC vereist minder opstartconfiguratie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Interface en screen lifecycle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