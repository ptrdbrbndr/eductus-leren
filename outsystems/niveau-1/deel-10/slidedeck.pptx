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10 — Capstone: Verzuimmeldingen compleet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Negen delen, twee sporen, één applicatie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Platformanatomie → datamodel → logica → interface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Data ophalen → schrijfkant → beveiliging → integratie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Vandaag: samenbrengen en verantwoorden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10-1: Overzicht alle negen onderdelen samenkomend in Verzuimmeldingen]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opdracht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Checklist: Verzuimmeldingen compleet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MeldingOverzicht + MeldingDetail + StatusBadge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MeldingInvoer met volledige validatie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Rollen correct op schermen én datafiltering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Mutatie-API-integratie met foutafhandeling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Paginering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verdediging: drie rollen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Consument — HR-medewerker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Beheerder — Meridiaan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Stuurgroeplid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Niet: dat je een keuze maakte.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Wél: waarom.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Rubric — vier criteria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/>
                        <a:t>Criterium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Waar het om gaat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Functionele volledigheid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Werkt de applicatie, in beide sporen?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Verantwoording van keuzes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Kun je uitleggen waarom?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Rolgevoeligheid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Pas je je antwoord aan op wie het vraagt?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Omgaan met eigen gebreken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Erken je zelf wat nog niet af is?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Verdediging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20 minuten: 10 toelichting, 10 vragen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voorbereidingsvragen per 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niveau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Low-code verschuift complexiteit, elimineert haar niet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Elke fundamentele bouwsteen: platformonafhankelijk concept, platformspecifieke uitvoering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Grootste kantelpunt tot nu toe: gebruikersbeheer (IT Users vs IAM)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Tweesporigheid is casusrealiteit, geen dubbel werk zonder reden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Niveau 2: WGP 2.0 op landschapsschaal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