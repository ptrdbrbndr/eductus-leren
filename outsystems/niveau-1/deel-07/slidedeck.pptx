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7 — Schrijfkant, formulieren en validatie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Formulieren bouwen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Widgets gekoppeld aan een getypeerde structuur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Type-controle grotendeels gratis (datumveld, dropdown)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MeldingInvoer: werknemer, startdatum, einddatum, opmerking</a:t>
            </a:r>
          </a:p>
        </p:txBody>
      </p:sp>
      <p:pic>
        <p:nvPicPr>
          <p:cNvPr id="4" name="Picture 3" descr="figuur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Client- en server-validatie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Client-validatie is nooit genoeg.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Server-validatie is nooit optioneel.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Waarom beide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Client: snelle feedback, goede gebruikerservaring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Server: enige plek die daadwerkelijk garandeert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Client-side controles zijn altijd te omzeilen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7.1 — Waar hoort deze validatie?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regels van MeldingInvoer.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Client, server, of beide?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7.1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MeldingInvoer bouwen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formulier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Feedback aan de gebruiker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Gericht, niet ongericht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Validation: foutmelding bij het specifieke veld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Notification: bredere bevestiging (opslaan gelukt)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Nooit een losse banner die de gebruiker zelf moet duiden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Optimistic UI versus wachten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Kritieke acties (opslaan): wacht op serverbevestiging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Zekerheid voor de gebruiker weegt zwaarder dan snelheid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7.2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server-validatie nooit optioneel?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7.2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Formulier + getypeerde structuur = eerste validatielaag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Client voor snelheid, server voor garantie — altijd beide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Foutmeldingen gericht bij het veld, bevestiging via Notification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Kritieke acties: wacht op de server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Beveiliging basis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