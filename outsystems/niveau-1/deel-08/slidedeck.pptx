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Fundament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8 — Beveiliging basis: rollen, screen-autorisatie, sessie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Rollen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Naam gekoppeld aan een groep gebruikers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HRMedewerker en MeridiaanBeheerder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Ontwerp vanaf het begin, niet achteraf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Screen-autorisatie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Wie mag hier 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Rolkoppeling per scherm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Platform handelt toegang-geweigerd zelf af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Andere laag dan validatie: gaat over de gebruiker, niet de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Autorisatie zegt wie mag kijken.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Niet wát ze zien.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8.1 — Rol, autorisatie of datafilter?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situaties bij Verzuimmeldingen.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8.1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Sessie en authenticatie — het echte kantelpunt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DM Sans"/>
              </a:rPr>
              <a:t>O11 versus ODC: fundamenteel verschil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ODC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Gebruikersbeheer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Native IT Users, direct in 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IAM-first, gekoppelde identity provider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Externe IdP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Optioneel, aparte configuratie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Standaarduitgangspunt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Bij Meridiaan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Oudere satellietapps: grotendeels IT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Nieuwbouw: IAM-koppeling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Dit is geen tooling-verschil.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Dit is een architectuurverschil.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Rollen + IT Users configureren in Service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Rollen + IAM-koppeling in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8.2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is screen-autorisatie alleen niet genoeg?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8.2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Rollen + screen-autorisatie: wie mag een scherm openen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Datafilter in de Aggregate: wat ziet die gebruiker daarbinnen — apart nodig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O11: native IT Users; ODC: IAM-first — een wezenlijk platformverschil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Vervolgt in deel 17 (beveiliging serieus) en deel 23 (migratie)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REST consumeren en exposen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