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 — Wat low-code wél en niet oplost</a:t>
            </a:r>
          </a:p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Meridiaan-casus: Verzuimmeldingen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Waar dit deel in het geheel past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laag die nog ontbrak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Mutatieplatform levert logica (SA-cursus)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Mutatie-API levert koppelvlak (API-cursus)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WGP 1.0 en veertien satellieten leveren niets nieuws — die staan er al, in O11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Deze cursus: de portaal- en applicatielaag erbovenop, in O11 én ODC</a:t>
            </a:r>
          </a:p>
        </p:txBody>
      </p:sp>
      <p:pic>
        <p:nvPicPr>
          <p:cNvPr id="4" name="Picture 3" descr="figuur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Low-code verschuift complexiteit.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Het elimineert haar niet.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Wat low-code oplost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Snelheid van bouwen bij formulier- en procesgedreven apps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Afgedwongen structuur en consistentie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Snellere onboarding — visuele flow versus duizend regels code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Traceerbaarheid tussen model en resultaat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Wat low-code niet oplost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Domeincomplexiteit blijft complex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Technische schuld bestaat ook hier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Prestatie-eisen vragen nog steeds ontwerpkeuzes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Het platform kiest niet voor je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1.1 — Low-code herkennen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stellingen over Verzuimmeldingen.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Los op door het platform, of ontwerpkeuze?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Wanneer OutSystems geen antwoord 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Drie signalen om nee te zeggen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1.2 — Nee durven zeggen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toekomstige uitbreidingen bij Meridiaan.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Past OutSystems hier, en waarom (niet)?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twee platformen in vogelvlucht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O11 versus ODC — eerste kennismaking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OutSystems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OutSystems Developer Cloud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Ontwikkelomgeving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Service Studio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ODC Studio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Lifecycle-beheer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LifeTime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ODC Portal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Publish naar Environment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1-Click Publish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Bij Meridiaan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Zes jaar productie, 14 satellieten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Net afgesloten, nieuwbouw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figuur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60" y="3657600"/>
            <a:ext cx="5867399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Gedeelde taal.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Verschillende uitvoering.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Verkenning Service Studio (O11)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Verkenning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Low-code verschuift complexiteit, elimineert haar niet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Elke architectuurkeuze blijft jouw keuze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Drie signalen om OutSystems níét te kiezen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 en ODC: gedeelde taal, eigen tooling — beide komen volledig aan bod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Platformanatomie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