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9 — Integratie basis: REST consumeren en exposen, timers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Waarom dit deel er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Verzuimmeldingen leeft niet geïsoleerd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Moet een mutatie registreren bij het Mutatieplatform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Koppelt terug op de Mutatie-API uit de API-cursus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9-1: Verzuimmeldingen → Mutatie-API → Mutatieplatform]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REST consumeren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specificatie naar aanroepbare actie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Importeer API-specificatie (OpenAPI/Swagger)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 genereert client-structuren automatisch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Aanroep hoort in de server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Elke externe aanroep faalt ooit.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vraag is: wat gebeurt er dan?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Foutafhandeling bij externe aanroepen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Exception Handler verplicht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Keuze: melding wél opslaan, mutatie apart afhandelen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"Nog te verwerken" — voorproefje van deel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9.1 — Consumeren, exposen of timer?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 bij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9.1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Mutatie-API consumeren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integratie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REST exposen en Timers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Zelf een bron worden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REST Expose: Verzuimmeldingen als data-bron voor anderen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Zelfde autorisatieregels als schermen (deel 8)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Timer: geplande, herhalende achtergrondtaak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Integratie: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3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600"/>
                        <a:t>REST consumeren/exposen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Functioneel identiek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Functioneel identiek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r>
                        <a:rPr sz="1600"/>
                        <a:t>Timer-beheer/monitoring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Via 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Via de Portal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9.2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de melding wél opslaan als de API-aanroep faalt?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9.2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REST Consume: automatisch gegenereerde client, aanroep in server action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Elke externe aanroep binnen een Exception Handler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REST Expose: zelfde autorisatieprincipe als schermen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Timer: geplande achtergrondtaak, beheer verschilt (LifeTime/Portal)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