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Fundament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6 — Aggregates en data ophalen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 Aggregate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Visuele querybouwer: filters, sorteringen, joins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Genereert geoptimaliseerde SQL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90% van je queries zonder zelf SQL te onderhouden</a:t>
            </a:r>
          </a:p>
        </p:txBody>
      </p:sp>
      <p:pic>
        <p:nvPicPr>
          <p:cNvPr id="4" name="Picture 3" descr="figuur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Wanneer een Aggregate niet volstaat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Advanced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Voor concrete grenzen, niet als snelweg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Buiten automatische optimalisatie/synchronisatie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Vuistregel: eerst Aggregate proberen, dan pas overstappen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6.1 — Aggregate of Advanced SQL?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vragen over Verzuimmeldingen.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6.1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Paginering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Paginering is een gewoonte.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Geen reactie op een probleem.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Aggregate + paginering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opbouw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Veel Advanced SQL nodig? Kijk naar je datamodel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Vaak geen tekortkoming van de Aggregate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Signaal dat het datamodel niet aansluit op de vraag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Overweeg een extra attribuut of rapportage-entity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Databasetoegang: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ODC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Aggregate/Advanced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Functioneel identiek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Functioneel identiek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Externe database via Advanced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Vaak mogelijk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Primair platformbeheerde database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"Paginering pas later toevoegen" — wat zijn de risico's?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6.2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Aggregate = standaard; Advanced SQL = uitzondering voor concrete grenzen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Paginering vanaf het begin, niet als reactie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Veel Advanced SQL nodig → kijk eerst naar het datamodel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O11/ODC: Aggregate-mechanisme gelijk, externe DB-toegang verschilt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Schrijfkant, formulieren en validatie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