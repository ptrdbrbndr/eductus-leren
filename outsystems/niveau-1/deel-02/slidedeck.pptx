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Fundament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2 — Platformanatomie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Zelfde scherm, andere achterkant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Deel 1: twee ontwikkelomgevingen die op elkaar lijken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Vandaag: de infrastructuur erachter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Cruciaal voor keuzes die je later maakt over waar nieuwbouw hoort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De twee stacks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ODC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Bouwen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Service Studio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ODC Studio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Draait 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Environments (Meridiaan-beheerd)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Cloud-workspace (OutSystems-beheerd)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Beheer/promotie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LifeTime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ODC Portal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Publiceren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Publish + LifeTime-promotie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1-Click Publish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TrueChange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Waarom publiceren snel gaat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Houdt bij wélk element is gewijzigd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Hercompileert alleen dat element + afhankelijkheden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Gedeeld mechanisme in O11 én ODC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ODC: sneller zichtbaar dankzij cloud-native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2-2: Voor/na — kleine wijziging (snel) vs attribuut met veel afhankelijkheden (trager)]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2.1 — De stack herkennen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vragen van de IT-afdeling.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O11, ODC, of beide?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Van bouwen naar beheren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O11: Service Studio → LifeTime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Developer publiceert zelf naar Development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Promotie naar Production: bewuste, geautoriseerde stap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LifeTime = centraal overzicht hele landschap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ODC: ODC Studio → Portal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Stages eerste-klas concept binnen de workspace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1-Click Publish stroomlijnt de promotie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Gemak heeft een keerzijde — deel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LifeTime verkennen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ODC Portal verkennen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2.2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Wie beheert de servers — en welk risico brengt dat mee?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O11: zelfbeheerde Environments + LifeTime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ODC: cloud-native workspace + Portal + 1-Click Publish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TrueChange: gedeeld mechanisme, snelle incrementele publicatie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Gecontroleerde promotie naar productie geldt in beide platformen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Datamodel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