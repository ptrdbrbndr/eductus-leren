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25 — Licentie- en kostenmodel: wat schaalt duur, bouwen-kopen-configureren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Een architecturaal correct advies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dat financieel overvalt, is geen goed advies.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Hoe licenties schalen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4213D"/>
                </a:solidFill>
                <a:latin typeface="DM Sans"/>
              </a:rPr>
              <a:t>Kostenstructuur: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48639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1"/>
                        <a:t>ODC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r>
                        <a:rPr sz="1600"/>
                        <a:t>Gekoppeld aan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Zelfbeheerde infrastructuur + licentie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Platformverbruik binnen abonnement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r>
                        <a:rPr sz="1600"/>
                        <a:t>Extra capaciteit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Licentie + infra-investering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/>
                        <a:t>Verbruik binnen het platform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Bouwen, kopen, configureren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vuistregel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Onderscheidend, bedrijfsspecifiek → bouwen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Generiek, elders goed opgelost → kopen of configureren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Zelf bouwen van generieks: kostbare valkuil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99999"/>
                </a:solidFill>
                <a:latin typeface="DM Sans"/>
              </a:rPr>
              <a:t>[FIGUUR 25-2: Beslisdiagram bouwen/kopen/configureren]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25.1 — Bouwen, kopen of configureren?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functionaliteiten.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25.1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Kosteninschatting nieuwe module (O11)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Kosteninschatting nieuwe module (ODC)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Total cost of ownership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Meer dan bouwkosten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Onderhoudskosten over de levensduur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Kosten van opstapelende technische schuld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Kosten van een eventuele toekomstige migratie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25.2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zelf bouwen van iets generieks een valkuil?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25.2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Licentiekosten schalen met omvang en platformcapaciteit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O11: infrastructuur + licentie; ODC: platformverbruik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Bouw onderscheidend, koop/configureer generiek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Total cost of ownership: bouw + onderhoud + schuld + migratierisico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Vendor lock-in en exitstrategie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