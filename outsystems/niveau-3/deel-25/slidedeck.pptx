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25 — Licentie- en kostenmodel: wat schaalt duur, bouwen-kopen-configureren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Een architecturaal correct advies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dat financieel overvalt, is geen goed advies.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Hoe licenties schalen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13D"/>
                </a:solidFill>
                <a:latin typeface="DM Sans"/>
              </a:rPr>
              <a:t>Kostenstructuur: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ODC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Gekoppeld aan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Zelfbeheerde infrastructuur + licentie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Platformverbruik binnen abonnement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Extra capaciteit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Licentie + infra-investering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Verbruik binnen het platform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uur-2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222" y="2743200"/>
            <a:ext cx="8601075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Bouwen, kopen, configureren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vuistregel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Onderscheidend, bedrijfsspecifiek → bouwen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Generiek, elders goed opgelost → kopen of configureren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Zelf bouwen van generieks: kostbare valkuil</a:t>
            </a:r>
          </a:p>
        </p:txBody>
      </p:sp>
      <p:pic>
        <p:nvPicPr>
          <p:cNvPr id="4" name="Picture 3" descr="figuur-25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438835"/>
            <a:ext cx="5669280" cy="3077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25.1 — Bouwen, kopen of configureren?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functionaliteiten.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25.1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Kosteninschatting nieuwe module (O11)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Kosteninschatting nieuwe module (ODC)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Total cost of ownership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Meer dan bouwkosten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Onderhoudskosten over de levensduur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Kosten van opstapelende technische schuld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Kosten van een eventuele toekomstige migratie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zelf bouwen van iets generieks een valkuil?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25.2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Licentiekosten schalen met omvang en platformcapaciteit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infrastructuur + licentie; ODC: platformverbruik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Bouw onderscheidend, koop/configureer generiek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Total cost of ownership: bouw + onderhoud + schuld + migratierisico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Vendor lock-in en exitstrategie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