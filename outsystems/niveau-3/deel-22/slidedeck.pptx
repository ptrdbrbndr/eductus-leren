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22 — Van applicatie naar portfolio: governance en hergebruikbeleid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Casus niveau 3: het portfoliobesluit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Achttien maanden later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WGP 2.0 stabiel, naast resterende O11-satellieten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Wtp-stelselovergang: heel het portfolio binnen twee jaar klaar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Niet meer: één app, of één landschap — het hele portfolio</a:t>
            </a:r>
          </a:p>
        </p:txBody>
      </p:sp>
      <p:pic>
        <p:nvPicPr>
          <p:cNvPr id="4" name="Picture 3" descr="figuur-2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Niet meer: hoort dit in de Core-laag.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Nu: verdient dit nog investering?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Drie categorieën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Portfoliocategorieën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/>
                        <a:t>Categorie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Voorbeeld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Evident behouden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WGP 2.0 — recent, strategisch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Evident uitfaseren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Oude rapportagetool, nauwelijks gebruikt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Lastige middencategorie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Functioneel essentieel, technisch verouderd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22.1 — Welke categorie?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modules uit het Meridiaan-portfolio.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22.1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Hergebruikbeleid en governance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Voordat je bouwt: kijk eerst of het al bestaat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Voorkomt ongecontroleerde portfoliogroei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Architecture Board: mandaat om te beslissen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Tech lead bereidt voor, board beslist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Portfolio-inventarisatie via LifeTime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Portfolio-inventarisatie via de ODC Portal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Geen platform geeft je automatisch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het volledige portfolio-overzicht.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niet bij individuele teams laten liggen?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22.2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Portfoliogovernance: hoger abstractieniveau dan landschapsarchitectuur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Hergebruikbeleid voorkomt ongecontroleerde groei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Tech lead bereidt voor, Architecture Board beslist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Gemengd O11/ODC-portfolio: gecombineerd overzicht is zelf werk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Migratie O11 → ODC (2 dagdelen)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