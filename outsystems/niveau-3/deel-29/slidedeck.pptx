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29 — De tech lead als tegenspraak: adviseren, niet besluiten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De tech lead levert feiten en opties.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Het besluit is niet aan 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De rolgrens door heel niveau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Deel 22: voorbereiden vs beslissen (Board)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Deel 23: opties en risico's vs migratiekeuze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Deel 25: kosteninschatting vs budgetafweging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Drie aanvullende vaardigheden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Meer dan alleen het beste advies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Overtuigen zonder te forceren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Onzekerheid expliciet maken, niet verbloemen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Tegenspraak bieden, ook als het ongemakkelijk 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29.1 — Uitvoeren, escaleren, of harde grens?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situaties.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29.1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Tegenspraak eindigt bij een genomen besluit.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Loyale uitvoering — tenzij een grens wordt overschreden.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Casuïstiek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/>
                        <a:t>Situatie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Reactie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Agressievere migratietijdlijn dan geadviseerd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Uitvoeren + risicologboek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AuditLog tijdelijk uitschakelen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Harde grens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AI-goedkeuring zonder mens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Harde grens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29.A — Rollenspel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Het lastige boardgesprek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Tech lead vs boardlid, 5 minuten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in tweetallen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29.2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is loyale uitvoering geen tegenspraak met eerlijkheid?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29.2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De rolgrens expliciet: adviseren, niet besluiten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Tegenspraak is actief — overtuigen, onzekerheid benoemen, blijven signaleren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Na een besluit: loyale uitvoering, tenzij een niet-onderhandelbare grens wordt geraakt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Grenzen: AVG/audit-naleving, onbegeleide AI-beslissingen met individuele impact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Masterproef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