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23 — Migratie O11 → ODC: coëxistentie, en wat je bewust níét meeneemt</a:t>
            </a:r>
          </a:p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Twee dagdelen · Zelfstandig aanbiedbaar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A — De migratiebeslissing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Migratie is geen doel op zich.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Wanneer wél gerechtvaardigd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Actieve doorontwikkeling nodig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O11-infrastructuur nadert einde levensduur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Bewuste keuze voor uniform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Het beslismodel: drie vragen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figuur-2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357845"/>
            <a:ext cx="5669280" cy="3239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23.1 — Migreren of niet?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satellieten beoordelen.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23.1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23.A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Adviesdocument voor het Architecture Board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opties + risico's, geen besluit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B — De technische obstakels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Vier obstakels — wat je bewust niet meeneemt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Obstakel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Kern van het probleem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Gebruikersbeheer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IT Users → IAM: bewust overzetten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BPT-processen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Geen conversie — herontwerp als statusmachine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Legacy-integraties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Tussenlaag blijft nodig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Directe databasetoegang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Herzien naar entity-laag of API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iguur-2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882" y="3657600"/>
            <a:ext cx="6813754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23.2 — Welk obstakel speelt hier?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migratiesituaties.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23.2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23.B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Migratie-checklist toepassen op één satelliet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vier obstakels scoren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Wat wél overdraagbaar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Datamodel-concept (entities, relaties)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Bedrijfslogica conceptueel, niet letterlijk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Goed ontworpen Core-modules: makkelijker dan verweven logica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Coëxistentie is geen tussenstation.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is een blijvend architectonisch gegeven.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"tijdelijk" een risicovolle framing?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23.3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Migratie: beslismodel, geen automatisme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Vier obstakels vormen een optelsom, geen gemiddelde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Herbouw kan goedkoper zijn dan migratie bij veel schuld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Coëxistentie: structureel investeren, niet als tijdelijk behandelen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Multi-team ontwikkeling en het conventiedocument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