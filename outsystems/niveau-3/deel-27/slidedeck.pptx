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Leidend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27 — AI in het platform: wat je wel en niet uitbesteedt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Twee, vaak verwarde toepassingen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AI tijdens het bouwen — ontwikkelassistentie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AI in de gebouwde applicatie — eindgebruikersfunctionaliteit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Dit deel: de tweede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Wat je wel uitbesteedt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Patroonherkenning, als suggestie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Verzuimreden categoriseren: goede kandidaat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AI levert een suggestie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Mens bevestigt of corrigeert — nooit direct naar de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27-1: AI-suggestie-flow met bevestigingsstap door de medewerker]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27.1 — Suggestie of beslissing?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AI-toepassingen bij Meridiaan.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27.1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Wat je niet uitbesteedt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Beslissingen met financieel of juridisch gevolg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worden nooit volledig aan AI overgelaten.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Waarom deze grens hard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Onder toezicht van DNB en AFM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Herleidbaarheid naar een verantwoordelijke mens (deel 17)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"Meestal correct" is geen argument bij individuele impact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AI-categorisering integreren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Zelfde integratie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Architecturale plaatsing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Zelfde patroon als elke externe integratie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Gedeelde AI-component → Core-laag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REST-aanroep binnen een Exception Handler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Geen platformverschil — architecturale discipline is aan jou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27.2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is "meestal correct" geen goed argument?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27.2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AI tijdens bouwen ≠ AI in de applicatie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AI-componenten: suggestie, nooit onbegeleide beslissing bij impact op een individu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Verantwoordelijkheid blijft bij een mens, herleidbaar via audit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Architecturale plaatsing: Core-laag, standaard integratiepatroon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Beheersing in productie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