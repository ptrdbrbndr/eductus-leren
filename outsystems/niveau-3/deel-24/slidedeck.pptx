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4213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37744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DM Sans"/>
              </a:rPr>
              <a:t>OutSystems: Leidend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39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E9A13B"/>
                </a:solidFill>
                <a:latin typeface="DM Sans"/>
              </a:rPr>
              <a:t>Deel 24 — Multi-team ontwikkeling en het conventiedocument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Van één team naar meerdere tegelijk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463040"/>
            <a:ext cx="50292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Team WGP 2.0-doorontwikkeling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Team migratie goedkeuringsflow</a:t>
            </a:r>
          </a:p>
          <a:p>
            <a:pPr algn="l"/>
            <a:r>
              <a:rPr sz="1700" b="0">
                <a:solidFill>
                  <a:srgbClr val="14213D"/>
                </a:solidFill>
                <a:latin typeface="DM Sans"/>
              </a:rPr>
              <a:t>•  Team nieuwe satellieten op gedeelde Core en design system</a:t>
            </a:r>
          </a:p>
        </p:txBody>
      </p:sp>
      <p:pic>
        <p:nvPicPr>
          <p:cNvPr id="4" name="Picture 3" descr="figuur-24-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52160" y="2479330"/>
            <a:ext cx="5669280" cy="299661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Het conventiedocument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Wat impliciet zou blijven, nu expliciet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Naamgevingsconventies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Wanneer een nieuwe Core-module versus hergebruik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Eigenaarschap van nieuwe gedeelde entities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Publicatieproces voor gedeelde libraries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Klein beginnen.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Groeien uit echte incidenten.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Opdracht 24.1 — Hoort dit in het document?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Drie voorbeelden.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24.1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365760"/>
            <a:ext cx="108813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14213D"/>
                </a:solidFill>
                <a:latin typeface="DM Sans"/>
              </a:rPr>
              <a:t>Wel en niet in het conventiedocument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640080" y="1097280"/>
          <a:ext cx="1088136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440680"/>
                <a:gridCol w="544068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/>
                        <a:t>Wel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 b="1"/>
                        <a:t>Niet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Naamgeving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Module-specifieke technische keuzes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Moduleaanvraagproces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Interne teamwerkwijze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Eigenaarschapsregels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—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400"/>
                        <a:t>Escalatieroute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/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Baan A / Baan 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A — Conventiedocument, O11-deel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B — Conventiedocument, ODC-deel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Werkboek, eigen baan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60320"/>
            <a:ext cx="103327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Naamgeving: gedeeld.</a:t>
            </a:r>
          </a:p>
          <a:p>
            <a:pPr algn="ctr"/>
            <a:r>
              <a:rPr sz="3400" b="1">
                <a:solidFill>
                  <a:srgbClr val="14213D"/>
                </a:solidFill>
                <a:latin typeface="DM Sans"/>
              </a:rPr>
              <a:t>Goedkeuringsproces: platformspecifiek.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Reflectieopdracht 24.2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645920"/>
            <a:ext cx="1088136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Waarom klein beginnen, niet vooraf uitputtend?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→ Werkboek 24.2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AF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E9A13B"/>
                </a:solidFill>
                <a:latin typeface="DM Sans"/>
              </a:rPr>
              <a:t>Kernpunten deel 24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737360"/>
            <a:ext cx="105156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Conventiedocument regelt de grens tussen teams, niet interne werkwijze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Groeit uit de praktijk, niet uit een vooraf compleet ontwerp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Naamgeving en eigenaarschapsregels: platformonafhankelijk</a:t>
            </a:r>
          </a:p>
          <a:p>
            <a:pPr algn="l"/>
            <a:r>
              <a:rPr sz="2000" b="0">
                <a:solidFill>
                  <a:srgbClr val="14213D"/>
                </a:solidFill>
                <a:latin typeface="DM Sans"/>
              </a:rPr>
              <a:t>•  Goedkeuringsproces: expliciet per platform beschreven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563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926080"/>
            <a:ext cx="103327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  <a:latin typeface="DM Sans"/>
              </a:rPr>
              <a:t>Volgende deel: Licentie- en kostenmodel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