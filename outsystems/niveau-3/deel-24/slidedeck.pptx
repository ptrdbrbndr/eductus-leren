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Leidend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24 — Multi-team ontwikkeling en het conventiedocument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Van één team naar meerdere tegelijk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Team WGP 2.0-doorontwikkeling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Team migratie goedkeuringsflow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Team nieuwe satellieten op gedeelde Core en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DM Sans"/>
              </a:rPr>
              <a:t>[FIGUUR 24-1: Drie teams, gedeelde Core/design system in het midden]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Het conventiedocument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Wat impliciet zou blijven, nu expliciet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Naamgevingsconventies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Wanneer een nieuwe Core-module versus hergebruik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Eigenaarschap van nieuwe gedeelde entities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Publicatieproces voor gedeelde libraries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Klein beginnen.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Groeien uit echte incidenten.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24.1 — Hoort dit in het document?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voorbeelden.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24.1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DM Sans"/>
              </a:rPr>
              <a:t>Wel en niet in het conventiedocument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48640">
                <a:tc>
                  <a:txBody>
                    <a:bodyPr/>
                    <a:lstStyle/>
                    <a:p>
                      <a:r>
                        <a:rPr sz="1600" b="1"/>
                        <a:t>Wel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Niet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Naamgeving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Module-specifieke technische keuzes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Moduleaanvraagproces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Interne teamwerkwijze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Eigenaarschapsregels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Escalatieroute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Conventiedocument, O11-deel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Conventiedocument, ODC-deel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Naamgeving: gedeeld.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Goedkeuringsproces: platformspecifiek.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24.2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klein beginnen, niet vooraf uitputtend?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24.2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Conventiedocument regelt de grens tussen teams, niet interne werkwijze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Groeit uit de praktijk, niet uit een vooraf compleet ontwerp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Naamgeving en eigenaarschapsregels: platformonafhankelijk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Goedkeuringsproces: expliciet per platform beschreven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Licentie- en kostenmodel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