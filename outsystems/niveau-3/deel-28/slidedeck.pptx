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Leidend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28 — Beheersing in productie: observability, incidenten, capaciteit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Van bouwen naar draaiend houden.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Observability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Verder dan performance-monitoring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Landschapsbreed, niet per module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Foutpercentages, responstijden, Timer-status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Eén dashboard, met inzoommogelijkheid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28-1: Landschapsbreed dashboard met vijftien modules, kleurcodering gezondheid]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Incidentmanagement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Vier stappen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28-2: Incidentflow met de vier stappen]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Mitigeren is niet oplossen.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Een rollback stopt het symptoom.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28.1 — Welke stap is dit?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momenten in een incident.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28.1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Incidentrespons oefenen in O11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Incidentrespons oefenen in ODC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DM Sans"/>
              </a:rPr>
              <a:t>Incidentrespons: O11 versus ODC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3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ODC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600"/>
                        <a:t>Toegang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Direct tot Environment +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Geïntegreerd via Portal</a:t>
                      </a:r>
                    </a:p>
                  </a:txBody>
                  <a:tcPr/>
                </a:tc>
              </a:tr>
              <a:tr h="548641">
                <a:tc>
                  <a:txBody>
                    <a:bodyPr/>
                    <a:lstStyle/>
                    <a:p>
                      <a:r>
                        <a:rPr sz="1600"/>
                        <a:t>Diepte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Platform-onafhankelijke inspectie mogelijk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Afhankelijk van wat de Portal toont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Capaciteitsplanning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De Wtp-piek is voorspelbaar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O11: infrastructuurbeslissing met doorlooptijd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ODC: vloeiender, maar met directe kostenimplicatie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Vooraf plannen, niet reactief oplossen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28.2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niet "gewoon oplossen" als de piek zich voordoet?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28.2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Observability: landschapsbreed, continu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Incidentproces: detecteren → triage → mitigeren → oplossen (nooit verwarren)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Gemengd landschap: triage bepaalt ook welk platform en wie kan handelen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Capaciteitsplanning: voorafgaand aan een voorspelbare piek, niet reactief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De tech lead als tegenspraak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