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DM Sans"/>
              </a:rPr>
              <a:t>OutSystems: Leidend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749039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E9A13B"/>
                </a:solidFill>
                <a:latin typeface="DM Sans"/>
              </a:rPr>
              <a:t>Deel 28 — Beheersing in productie: observability, incidenten, capaciteit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14213D"/>
                </a:solidFill>
                <a:latin typeface="DM Sans"/>
              </a:rPr>
              <a:t>Van bouwen naar draaiend houden.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Observability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Verder dan performance-monitoring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50292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4213D"/>
                </a:solidFill>
                <a:latin typeface="DM Sans"/>
              </a:rPr>
              <a:t>•  Landschapsbreed, niet per module</a:t>
            </a:r>
          </a:p>
          <a:p>
            <a:pPr algn="l"/>
            <a:r>
              <a:rPr sz="1700" b="0">
                <a:solidFill>
                  <a:srgbClr val="14213D"/>
                </a:solidFill>
                <a:latin typeface="DM Sans"/>
              </a:rPr>
              <a:t>•  Foutpercentages, responstijden, Timer-status</a:t>
            </a:r>
          </a:p>
          <a:p>
            <a:pPr algn="l"/>
            <a:r>
              <a:rPr sz="1700" b="0">
                <a:solidFill>
                  <a:srgbClr val="14213D"/>
                </a:solidFill>
                <a:latin typeface="DM Sans"/>
              </a:rPr>
              <a:t>•  Eén dashboard, met inzoommogelijkheid</a:t>
            </a:r>
          </a:p>
        </p:txBody>
      </p:sp>
      <p:pic>
        <p:nvPicPr>
          <p:cNvPr id="4" name="Picture 3" descr="figuur-28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317350"/>
            <a:ext cx="5669280" cy="332057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Incidentmanagement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Vier stappen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50292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pic>
        <p:nvPicPr>
          <p:cNvPr id="4" name="Picture 3" descr="figuur-28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519825"/>
            <a:ext cx="5669280" cy="291562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14213D"/>
                </a:solidFill>
                <a:latin typeface="DM Sans"/>
              </a:rPr>
              <a:t>Mitigeren is niet oplossen.</a:t>
            </a:r>
          </a:p>
          <a:p>
            <a:pPr algn="ctr"/>
            <a:r>
              <a:rPr sz="3400" b="1">
                <a:solidFill>
                  <a:srgbClr val="14213D"/>
                </a:solidFill>
                <a:latin typeface="DM Sans"/>
              </a:rPr>
              <a:t>Een rollback stopt het symptoom.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Opdracht 28.1 — Welke stap is dit?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Drie momenten in een incident.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→ Werkboek 28.1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Baan A / Baan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A — Incidentrespons oefenen in O11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B — Incidentrespons oefenen in ODC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→ Werkboek, eigen baan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13D"/>
                </a:solidFill>
                <a:latin typeface="DM Sans"/>
              </a:rPr>
              <a:t>Incidentrespons: O11 versus ODC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097280"/>
          <a:ext cx="1088136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4572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/>
                        <a:t>O11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/>
                        <a:t>ODC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/>
                        <a:t>Toegang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Direct tot Environment + LifeTime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Geïntegreerd via Portal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/>
                        <a:t>Diepte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Platform-onafhankelijke inspectie mogelijk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Afhankelijk van wat de Portal toont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Capaciteitsplanning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De Wtp-piek is voorspelbaar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O11: infrastructuurbeslissing met doorlooptijd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ODC: vloeiender, maar met directe kostenimplicatie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Vooraf plannen, niet reactief oplossen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Reflectieopdracht 28.2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Waarom niet "gewoon oplossen" als de piek zich voordoet?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→ Werkboek 28.2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Kernpunten deel 28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Observability: landschapsbreed, continu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Incidentproces: detecteren → triage → mitigeren → oplossen (nooit verwarren)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Gemengd landschap: triage bepaalt ook welk platform en wie kan handelen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Capaciteitsplanning: voorafgaand aan een voorspelbare piek, niet reactief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Volgende deel: De tech lead als tegenspraak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