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Leidend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26 — Vendor lock-in en exitstrategie: het eerlijke gesprek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Het gesprek dat de meeste leveranciers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niet met je voeren.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Wat lock-in concreet betekent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DM Sans"/>
              </a:rPr>
              <a:t>Overdraagbaarheid per onderdeel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48640">
                <a:tc>
                  <a:txBody>
                    <a:bodyPr/>
                    <a:lstStyle/>
                    <a:p>
                      <a:r>
                        <a:rPr sz="1600" b="1"/>
                        <a:t>Onderdeel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Overdraagbaarheid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Datamodel (entities, relaties)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Relatief goed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REST-koppelvlakken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Relatief goed (protocol is standaard)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Bedrijfslogica, interface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Slecht — platform-specifiek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/>
                        <a:t>BPT-processen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Zeer slecht — geen equivalent buiten (en deels binnen) OutSystems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26.1 — Hoe overdraagbaar is dit?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onderdelen van het Meridiaan-landschap.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26.1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De vraag is niet: lock-in of niet.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De vraag is: welke lock-in, tegen welke voordelen.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Exitstrategie: voorbereid, niet vertrekkend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Drie elementen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Datamodel-documentatie los van het platform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Kennis van meest bedrijfskritische, minst platformafhankelijke logica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Reëel beeld van herbouwtijd per module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Exitrisico inschatten voor een O11-satelliet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Exitrisico inschatten voor WGP 2.0 (ODC)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DM Sans"/>
              </a:rPr>
              <a:t>Lock-in: O11 versus ODC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4863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O11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ODC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600"/>
                        <a:t>Kern (logica, interface)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Sterk gebonden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Sterk gebonden</a:t>
                      </a:r>
                    </a:p>
                  </a:txBody>
                  <a:tcPr/>
                </a:tc>
              </a:tr>
              <a:tr h="548641">
                <a:tc>
                  <a:txBody>
                    <a:bodyPr/>
                    <a:lstStyle/>
                    <a:p>
                      <a:r>
                        <a:rPr sz="1600"/>
                        <a:t>Randen (integratie)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Soms diep platform-specifiek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Sterker API-gebaseerd, iets minder gebonden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26.2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"Lock-in is toch onvermijdelijk" — het tegenargument?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26.2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Lock-in: structureel, vanaf dag één, geen verrassing bij exit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Elke technologiekeuze kent een vorm — de vraag is bewustzijn en afweging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Exitstrategie = voorbereiding, geen vertrekplan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Documentatiediscipline verkleint herbouwtijd, ook al blijft lock-in bestaan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AI in het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