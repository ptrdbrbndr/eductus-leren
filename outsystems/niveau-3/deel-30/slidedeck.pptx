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30 — Masterproef: examensimulatie en verdediging</a:t>
            </a:r>
          </a:p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Twee dagdelen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Waar deze cursus je heeft gebracht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hele boog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Niveau 1: Verzuimmeldingen, tweemaal gebouwd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Niveau 2: WGP 2.0 als landschapsontwerp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Niveau 3: portfoliobesluiten, tech lead onder druk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Nu: alles samen, in één scenario</a:t>
            </a:r>
          </a:p>
        </p:txBody>
      </p:sp>
      <p:pic>
        <p:nvPicPr>
          <p:cNvPr id="4" name="Picture 3" descr="figuur-3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60320"/>
            <a:ext cx="56692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Het scenario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Acht weken.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De hostingpartij trekt de stekker eruit.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Wat er op het spel staat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Resterende O11-satellieten, inclusief het BPT-proces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Drie maanden vóór de Wtp-deadline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Externe, niet te heronderhandelen beslissing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Dit is bewust niet allemaal haalbaar.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De opgave is: een eerlijk advies.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A — Het adviesdocument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Realistische inschatting (deel 23, 25)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Minstens één beargumenteerd "nee, dit niet"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Risicologboek (deel 19, 28)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Toetsing aan de niet-onderhandelbare grenzen (deel 17, 27)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Dagdeel B — De boardsimulatie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Vier rollen, 35 minuten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Focus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Voorzitter Architecture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Architecturale samenhang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IT-directeur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Operationele haalbaarheid, rollback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Stuurgroeplid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Externe druk — "kan het niet toch allemaal"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Privacyfunctionaris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AVG/audit onder tijdsdruk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Een overtuigend "nee, dit niet"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weegt zwaarder dan een oppervlakkig "ja, alles kan."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Rubric — vijf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3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Criterium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---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Realisme van de inschatting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Kwaliteit van het "nee, dit niet"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Omgaan met externe druk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Compliance onder tijdsdruk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Risicobewustzijn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hele cursus in één zin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Low-code verschuift complexiteit — het elimineert haar niet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Twee sporen, gedeelde principes, verschillende uitvoering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Van bouwer naar tech lead: adviseren, niet besluiten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Grenzen bewaken is professionaliteit, geen obstructie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Einde van de cursus — Cursusboog compleet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