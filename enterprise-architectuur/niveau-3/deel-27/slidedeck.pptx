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92024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3 · DEEL 27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640080" y="2377440"/>
            <a:ext cx="108813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Professionaliteit en ethiek: de architect zonder mandaat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40080" y="411480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&amp; Enterprise Architectuur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62636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C8D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&amp; Enterprise Architectuur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563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4630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OPDRACHT 0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822960" y="2011680"/>
            <a:ext cx="10332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Peer feedback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32004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38404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 p. 1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188720"/>
            <a:ext cx="73152" cy="411480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280160" y="1188720"/>
            <a:ext cx="9784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Programmadirecteur: "Kunnen we het optimistische scenario gebruiken? Het pessimistische maakt ons kwetsbaar."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280160" y="4663440"/>
            <a:ext cx="9784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 tekent het document niet. U heeft geen mandaat om het tegen te houden.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Mandaat versus invloed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Geen doorzettingsmacht. Wel: overtuigen · escaleren · nooit zwijgen.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563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4630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OPDRACHT 1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822960" y="2011680"/>
            <a:ext cx="10332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Legitiem of grensoverschrijdend? Vier scenario's, werkboek p. 1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32004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min, tweetallen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grens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Legitiem: aannames expliciet en controleerbaar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Grensoverschrijdend: bekende onzekerheid verborgen</a:t>
            </a:r>
            <a:endParaRPr lang="en-US" sz="1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DNB-toets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"Zou ik me comfortabel voelen als DNB achteraf vroeg: wist u dit toen u het indiende?"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Escaleren zonder te breken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Erken het motief van de ander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Houd uw standpunt helder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 het besluit bij de juiste, hogere instantie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563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4630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OPDRACHT 2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822960" y="2011680"/>
            <a:ext cx="10332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Rollenspel: overtuigen-en-escaleren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32004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min, drietallen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38404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 p. 1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563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4630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OPDRACHT 3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822960" y="2011680"/>
            <a:ext cx="10332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Experience Profile: integriteit onder druk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32004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min, individueel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38404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 p. 2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563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4630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OPDRACHT 4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822960" y="2011680"/>
            <a:ext cx="10332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Groepsdiscussie: grensgevallen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32004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min, plenair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28016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HUISWERK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10332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Experience Profile #6 — evidence-portfolio compleet</a:t>
            </a:r>
            <a:endParaRPr lang="en-US" sz="2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2026-08-17T14:47:55Z</dcterms:created>
  <dcterms:modified xsi:type="dcterms:W3CDTF">2026-08-17T14:47:55Z</dcterms:modified>
</cp:coreProperties>
</file>