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3 · DEEL 27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Professionaliteit en ethiek: de architect zonder mandaat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Enterprise Architectuur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Enterprise Architectuur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feedback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1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188720"/>
            <a:ext cx="73152" cy="411480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280160" y="1188720"/>
            <a:ext cx="9784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Programmadirecteur: "Kunnen we het optimistische scenario gebruiken? Het pessimistische maakt ons kwetsbaar."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466344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tekent het document niet. U heeft geen mandaat om het tegen te houden.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Mandaat versus invloed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doorzettingsmacht. Wel: overtuigen · escaleren · nooit zwijgen.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Legitiem of grensoverschrijdend? Vier scenario's, werkboek p. 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min, tweetallen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grens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Legitiem: aannames expliciet en controleerbaar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Grensoverschrijdend: bekende onzekerheid verborgen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DNB-toets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"Zou ik me comfortabel voelen als DNB achteraf vroeg: wist u dit toen u het indiende?"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Escaleren zonder te breken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Erken het motief van de ander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Houd uw standpunt helder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 het besluit bij de juiste, hogere instantie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Rollenspel: overtuigen-en-escaleren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min, drietallen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1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Profile: integriteit onder druk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min, individueel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2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Groepsdiscussie: grensgevallen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min, plenair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HUISWERK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Profile #6 — evidence-portfolio compleet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2026-08-17T11:54:56Z</dcterms:created>
  <dcterms:modified xsi:type="dcterms:W3CDTF">2026-08-17T11:54:56Z</dcterms:modified>
</cp:coreProperties>
</file>