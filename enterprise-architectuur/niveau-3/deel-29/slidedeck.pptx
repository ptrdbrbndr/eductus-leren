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registerwisseling — zwaarder dan deel 28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registers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wil: kunnen wij dit dragen, wat is het besluit?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Toezichthouder wil: is het proces gevolgd, is het aantoonbaar beheerst?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vaste 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register bepaalt nadruk en vorm.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de feiten.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feit, twee registers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"15% traceerbaarheidsprobleem"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Bestuur: "u moet beslissen: hersteltijd, capaciteit, of risico accepteren"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Toezichthouder: "steekproef n=200, herstelplan met meetmomenten en escalatie"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format, per situatie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schrijven (beide registers) · 3 min zelfcontrole (identieke feiten?) · 2 min peer review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"Feitelijk verschil — of alleen nadruk?"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peer review-vraag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1-6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(zes situaties op scherm/kaartjes — zie werkboek)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Reflectie: waar verschilden de registers het meest? Werkboek p.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verleiding bij goed nieuws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positieve uitkomsten verdienen dezelfde discipline.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Optimistischer naar het bestuur, voorzichtiger naar compliance — dat is óók verschuiving.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Evidence-portfolio afronden: van zeven naar vijf profiles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vijf tonen samen uw specialisatie het best?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prioriteringsvaardigheid als deel 26.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Definitief portfolio inleveren — lees het als boardlid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2026-08-17T11:54:56Z</dcterms:created>
  <dcterms:modified xsi:type="dcterms:W3CDTF">2026-08-17T11:54:56Z</dcterms:modified>
</cp:coreProperties>
</file>