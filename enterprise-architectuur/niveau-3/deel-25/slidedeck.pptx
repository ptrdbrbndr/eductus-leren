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· DEEL 25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specialisatiekeuze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strategiekaart voor de transitie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 verbindt Meridiaan "verantwoord invaren, op tijd" met concrete architectuurcapaciteit?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strategiekaart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Doelstelling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Dragende capabilities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Verantwoord invaren, op tijd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Datakwaliteit, Invaarverwerking, Rapportage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Deelnemersvertrouwen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Communicatie, Klachtafhandeling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Beheerste kosten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Programmasturing, Leveranciersbeheer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Gaten zijn signalen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doelstelling zonder dragende capability = investeringsvraag, geen fout in de kaart.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laatste, hoogste laag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1: de capability-kaart bouwen.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2: cross-mappen naar waardestroom en organisatie.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Vandaag: cross-mappen naar strategie op bestuursniveau.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strategiekaart bouwen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specialisaties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Architect — capabilities, waardestromen, organisatie, strategie-vertaling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Architect — samenhang, governance, methode (de ADM)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"missen"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specialisatie kent ook de andere kant.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portfolio vraagt om focus, niet om brede oppervlakkigheid.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definitief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keuze bepaalt vandaag uw profiel — niet uw hele loopbaan.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toont ú, met uw eigen ervaring, de sterkste evidence?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Specialisatie-zelftoets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sterkste werk terugkijken,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Specialisatiekeuze verdedigen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"waarom niet de andere?", 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Profile #4 — uw specialisatie onderbouwend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2026-08-17T14:47:54Z</dcterms:created>
  <dcterms:modified xsi:type="dcterms:W3CDTF">2026-08-17T14:47:54Z</dcterms:modified>
</cp:coreProperties>
</file>