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3 · DEEL 24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Strategie-executie op bestuursniveau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0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feedback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bestuur wil één ding weten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"Kunnen wij op 1 januari 2028 verantwoord invaren? Geen architectuurplaat — een antwoord waar wíj voor kunnen instaan bij DNB en AFM."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ander soort vraag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wil weten of het project loopt.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bestuur wil weten of het persoonlijk aansprakelijk kan worden gehouden.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vertaalslag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"12% afwijkende historieregistratie"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"12% van de deelnemers: wij kunnen correct invaren nu niet garanderen — u moet beslissen."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Vertalen naar bestuurstaal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tweetallen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feiten, 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Operationeel of bestuurlijk?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Operationeel → blijft bij programma/Board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Bestuurlijk → aansprakelijkheid, reputatie, onomkeerbaarheid — gaat naar boven, mét advies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filter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alles naar boven (overlaadt het bestuur).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te veel intern oplossen (bestuur weet niet wat er speelde).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Operationeel of bestuurlijk? Vijf risico's, werkboek p. 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gefaseerde zekerheidsplan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voorbarig ja/nee.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 nu bekend, herstelpad, kwartaalmetingen — een groeiend, eerlijk antwoord.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 niet gewoon ja of nee?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Ja: voorbarig comfort op onvolledige data.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Nee: paniek, mogelijk te vroeg uitstel — geen kans voor herstel.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Profile op bestuursniveau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min, individueel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4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Rollenspel: het bestuursgesprek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HUISWERK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Profile #3 — bestuurs-/directieniveau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2026-08-17T14:47:53Z</dcterms:created>
  <dcterms:modified xsi:type="dcterms:W3CDTF">2026-08-17T14:47:53Z</dcterms:modified>
</cp:coreProperties>
</file>