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CA-voorbereiding — evidence, niet examens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 Stelselovergang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23\fig_23_1_wtp_transi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109" y="1371600"/>
            <a:ext cx="8622734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Wtp-transitie. Deadline: 1 januari 2028 — Meridiaan als laatste groep.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laatste keer met Meridiaan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eerste keer dat het niet gaat om wát u ontwerpt —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om hoe overtuigend u het kunt verantwoorden.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geen examen?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Meerkeuze toont wat u wéét.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 toont wat u hééft gedaan.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certificeringsmodel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van Experience Profiles → conformance-criteria → boardgesprek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structuur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(kort)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Beslissing (precies)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Alternatieven en trade-off (eerlijk)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Resultaat (compleet — inclusief de rekening)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 · precies · eerlijk · compleet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ezelsbrug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Zwak versus sterk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profiles,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board zoekt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aandeel · Complexiteit · Stakeholderbewustzijn · Trade-off-eerlijkheid · Reflectie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board afwijst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gladde, probleemloze uitkomst. "Wij" zonder "ik". Geen afgewogen alternatief.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"Zonder problemen" is een rode vlag, geen compliment.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eigen Experience Profile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wees het board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Herschrijven op basis van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 #2 — het evidence-portfolio begint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2026-08-17T14:55:21Z</dcterms:created>
  <dcterms:modified xsi:type="dcterms:W3CDTF">2026-08-17T14:55:21Z</dcterms:modified>
</cp:coreProperties>
</file>