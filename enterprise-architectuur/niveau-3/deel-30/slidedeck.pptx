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30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sluitstuk van de hele cursus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definitief portfolio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masterproefcasus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maanden voor de deadline. Een audit ontdekt: een systematische fout, twaalf jaar oud, acht procent van het bestand.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klein genoeg om te negeren. Niet groot genoeg om te laten ontsporen.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uw architectuurstrategie — en wat betekent dit voor de deadline en wat al gerapporteerd is?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casus analyseren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boardrollen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 — kunnen wij dit dragen?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DNB — hoe kon dit twaalf jaar onopgemerkt blijven?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 — hoe informeert u de deelnemers?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Programmadirecteur — wat betekent dit voor de rest?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boardrollen voorbereiden + groepsindeling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verdedigingsstructuur bouwen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vooraf, half onvoorzien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rollen delen hun hoofdvraag. Twee rollen verrassen u.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evidence-portfolio is het fundament — elke doorvraag is een variant op iets geoefends.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 uw opening en strategie hardop — 7 minuten, vloeiend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 (dagdeel B) · De boardsimulatie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(geen inhoud)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format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opening · 5 min strategie · 25-28 min vragen · 2 min afsluiting = 35 minuten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board beoordeelt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vijf conformance-criteria · bestuurlijke vertaling · verdedigbaar stoppen · ethische grens · registerdiscipline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simulaties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(rouleren volgens schema — zie docent)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Slotreflectie: sterkste moment, wat anders, de hele boog terugkijkend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WGP 2.0 tot vandaag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een architectuurfunctie opgebouwd.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2: opgeschaald naar programma en enterprise.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3: verantwoord onder de zwaarste denkbare druk.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het einde van de cursus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Open CA-traject zelf begint met de echte indiening.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 voor uw inzet — en veel succes bij het echte boardgesprek.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2026-08-17T14:47:58Z</dcterms:created>
  <dcterms:modified xsi:type="dcterms:W3CDTF">2026-08-17T14:47:58Z</dcterms:modified>
</cp:coreProperties>
</file>