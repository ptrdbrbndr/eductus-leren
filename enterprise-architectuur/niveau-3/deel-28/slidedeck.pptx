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situaties. Twaalf minuten elk. Vandaag is de leerstof.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onder tijdsdruk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boardgesprek geeft geen dagen bedenktijd.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Tijdsdruk onthult welke vaardigheden echt geïnternaliseerd zijn.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format, per situatie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 schrijven (~200 woorden, vier onderdelen)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zelfcontrole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peer review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verkorte zelfcontrole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 er "ik"? Een échte trade-off? Iets dat niet perfect ging?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"Welke van de vier onderdelen mist, of is te zwak?"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scherp antwoord, geen algemeen compliment.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1 · Technisch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(scenario op scherm/kaartje)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2 · Organisatorisch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inhoud)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3 · Leveranciersrisico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(geen inhoud)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4 · Stopbeslissing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sunk-cost-verleiding, deel 26 — dit keer bijna klaar.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5 · Ethisch dilemma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collega vraagt u iets "minder scherp" te formuleren.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6 · Bestuurlijke escalatie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weken voor een DNB-indiening.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Reflectie: sterkste en zwakste antwoord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individueel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Plenaire uitwisseling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type situatie was voor u het lastigst?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zwakste antwoord herschrijven — Experience Profile #7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2026-08-17T14:47:56Z</dcterms:created>
  <dcterms:modified xsi:type="dcterms:W3CDTF">2026-08-17T14:47:56Z</dcterms:modified>
</cp:coreProperties>
</file>