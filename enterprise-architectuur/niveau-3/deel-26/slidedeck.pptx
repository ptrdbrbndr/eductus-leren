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92024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NIVEAU 3 · DEEL 26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640080" y="2377440"/>
            <a:ext cx="108813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Portfolio- en investeringsbeslissingen: verdedigbaar stoppen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640080" y="411480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7D2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&amp; Enterprise Architectuur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62636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C8D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&amp; Enterprise Architectuur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2563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4630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OPDRACHT 0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822960" y="2011680"/>
            <a:ext cx="10332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Peer feedback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" y="32004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7D2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min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22960" y="38404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0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werkboek p. 1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Veertien initiatieven, één deadline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417320"/>
            <a:ext cx="103327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Programmadirecteur: "Welke drie zetten wij stop — en waarom kunnen we daar bij het bestuur voor instaan?"</a:t>
            </a:r>
            <a:endParaRPr lang="en-US" sz="1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sunk-cost-val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417320"/>
            <a:ext cx="103327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veel geïnvesteerd voelt zwaar om te stoppen — ook als de toekomstige bijdrage klein is.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Prioriteer op bijdrage, nooit op reeds bestede kosten.</a:t>
            </a:r>
            <a:endParaRPr lang="en-US" sz="1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Drie criteria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417320"/>
            <a:ext cx="103327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Bijdrage aan de transitiedoelstelling · kritiek pad of vervangbaar · haalbaarheid binnen de deadline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2563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4630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OPDRACHT 1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822960" y="2011680"/>
            <a:ext cx="10332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Prioriteren zonder sunk cost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" y="32004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7D2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min, viertallen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22960" y="38404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0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zes initiatieven, werkboek p. 1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Verdedigbaar stoppen: vier elementen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417320"/>
            <a:ext cx="103327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bijdrage die wegvalt — eerlijk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Waarom die nu minder weegt — relatief, niet absoluut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Het lot van het gedane werk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Het besluit — bij de opdrachtgever</a:t>
            </a:r>
            <a:endParaRPr lang="en-US" sz="1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Waarom stoppen moeilijker is dan starten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417320"/>
            <a:ext cx="103327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Een startadvies wordt zelden persoonlijk gevoeld.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Een stopadvies raakt identificatie en het werk van een team.</a:t>
            </a:r>
            <a:endParaRPr lang="en-US" sz="1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2563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4630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OPDRACHT 2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822960" y="2011680"/>
            <a:ext cx="10332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Het stopadvies schrijven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" y="32004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7D2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min, individueel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22960" y="38404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0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werkboek p. 1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2563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4630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OPDRACHT 3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822960" y="2011680"/>
            <a:ext cx="10332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Rollenspel: het stopgesprek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" y="32004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7D2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min, drietallen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22960" y="38404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0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werkboek p. 2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Datakwaliteit voor invaren: vier dimensies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417320"/>
            <a:ext cx="103327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Volledigheid · Juistheid · Consistentie · Traceerbaarheid</a:t>
            </a:r>
            <a:endParaRPr lang="en-US" sz="1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Risico = percentage × impact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417320"/>
            <a:ext cx="103327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Een klein percentage bij hoogwaardige, complexe rechten weegt zwaarder dan een groot percentage bij lage bedragen.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Nooit een kaal percentage zonder risicoclassificatie.</a:t>
            </a:r>
            <a:endParaRPr lang="en-US" sz="17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2563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4630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OPDRACHT 4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822960" y="2011680"/>
            <a:ext cx="10332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Datakwaliteit beoordelen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" y="32004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7D2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min, tweetallen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22960" y="38404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0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fictief invaardossier, werkboek p. 2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28016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HUISWERK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822960" y="1828800"/>
            <a:ext cx="103327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Experience Profile #5 — een stopbeslissing</a:t>
            </a:r>
            <a:endParaRPr lang="en-US" sz="2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2026-08-17T14:47:55Z</dcterms:created>
  <dcterms:modified xsi:type="dcterms:W3CDTF">2026-08-17T14:47:55Z</dcterms:modified>
</cp:coreProperties>
</file>