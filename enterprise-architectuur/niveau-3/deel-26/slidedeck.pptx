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 en investeringsbeslissingen: verdedigbaar stoppen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Veertien initiatieven, één deadline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Programmadirecteur: "Welke drie zetten wij stop — en waarom kunnen we daar bij het bestuur voor instaan?"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sunk-cost-val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veel geïnvesteerd voelt zwaar om te stoppen — ook als de toekomstige bijdrage klein is.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Prioriteer op bijdrage, nooit op reeds bestede kosten.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criteria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Bijdrage aan de transitiedoelstelling · kritiek pad of vervangbaar · haalbaarheid binnen de deadline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Prioriteren zonder sunk cost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viertallen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initiatieven, 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Verdedigbaar stoppen: vier elementen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bijdrage die wegvalt — eerlijk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die nu minder weegt — relatief, niet absoluut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lot van het gedane werk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besluit — bij de opdrachtgever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stoppen moeilijker is dan starten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startadvies wordt zelden persoonlijk gevoeld.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stopadvies raakt identificatie en het werk van een team.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stopadvies schrijven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individueel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Rollenspel: het stopgesprek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Datakwaliteit voor invaren: vier dimensies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Volledigheid · Juistheid · Consistentie · Traceerbaarheid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 = percentage × impact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klein percentage bij hoogwaardige, complexe rechten weegt zwaarder dan een groot percentage bij lage bedragen.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Nooit een kaal percentage zonder risicoclassificatie.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Datakwaliteit beoordelen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fictief invaardossier, 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Profile #5 — een stopbeslissing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2026-08-17T11:54:55Z</dcterms:created>
  <dcterms:modified xsi:type="dcterms:W3CDTF">2026-08-17T11:54:55Z</dcterms:modified>
</cp:coreProperties>
</file>