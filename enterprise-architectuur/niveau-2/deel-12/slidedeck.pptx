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· DEEL 12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Businessarchitectuur volgens BIZBOK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 iteratiestrategie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"Als we straks één generieke capability hebben — blijven de vijf afdelingen bestaan? Moeten we reorganiseren?"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Blijft op de flap tot de presentaties.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enkele view alleen kan dit beantwoorden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map: wát is nodig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Waardestroom: hoe stroomt waarde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Organisatiekaart: wie voert het uit — vandaag nieuw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TOGAF: vanuit de veranderopgave BIZBOK: vanuit de blijvende beschrijving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Vandaag: uw artefacten overleven het programma.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capability map, drie niveaus diep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1: richtinggevend/kern/ondersteunend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2: per kerngebied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3: koppelbaar aan proces en systeem — vandaag nieuw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 niveau-3-capabilities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Ontvangen · Identiteit/bevoegdheid · Valideren · Doorvoeren · Bevestigen · Uitzondering behandelen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Cross-mapping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× strategie · × waardestroom · × organisatie · × applicatie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Nooit een boomstructuur — many-to-many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map niveau 3 + cross-mapping naar strategie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capability, meerdere eenheden. Eén eenheid, meerdere capabilities.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≠ afdeling — nu op kaartniveau.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geen boom?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organogram-plaatje verbergt precies het patroon dat de reorganisatievraag moet beantwoorden.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· Trigger · Stages · Value item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371600" y="420624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volledige waardestroom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"Mijn gegevens laten kloppen"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Melden → identiteit/bevoegdheid → doorvoeren → bevestigen → vervolgeffecten zien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item: "mijn administratie klopt, zonder dat ik erachteraan moest"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volledige waardestroom + koppeling aan capabilities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Waarde is pas geleverd als de stakeholder het gevolg ziet.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Adreswijziging "verwerkt", jaaroverzicht drie maanden later nog fout — klacht gegarandeerd.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organisatiekaart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× eenheden — los van het organogram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Niet: wie rapporteert aan wie. Wel: wie voert wat uit, en hoe vergelijkbaar?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 kaart onthult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Ontvangen/bevestigen: bijna identiek over vijf afdelingen → bundelen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Identiteit/bevoegdheid: Begunstigden streng, Adres licht → specialiseren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Uitzondering bij Waardeoverdrachten: juridisch, niet overdraagbaar → specialiseren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Organisatiekaart + het stuurgroepadvies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min, viertallen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Presentaties (5 min per viertal)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drie views moeten in het advies terugkomen.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lenzen, één antwoord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(wát) + Waardestroom (hoe ervaren) + Organisatie (wie)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enkele lens vervangt de andere twee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Hoofdstuk: de drie views + stuurgroepadvies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2026-08-17T14:47:45Z</dcterms:created>
  <dcterms:modified xsi:type="dcterms:W3CDTF">2026-08-17T14:47:45Z</dcterms:modified>
</cp:coreProperties>
</file>