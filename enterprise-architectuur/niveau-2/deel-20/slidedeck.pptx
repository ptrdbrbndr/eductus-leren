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null · DEEL 20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Architectuurvolwassenheid en capability-assessment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Enterprise Architectuur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Enterprise Architectuur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"iemand tekent af en toe iets"...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...tot "architectuur is verweven in elke beslissing"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Architectuurvolwassenheid: hoe gestructureerd is uw architectuurfunctie?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188720"/>
            <a:ext cx="73152" cy="411480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280160" y="1188720"/>
            <a:ext cx="9784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eerlijk beginpunt · gerichte verbeterkansen · een concreet investeringsargument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466344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hebben meer capaciteit nodig" vs. "we scoren laag op governance, hoog op modellering"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niveaus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Initieel · 2. Herhaalbaar · 3. Gedefinieerd · 4. Beheerst · 5. Optimaliserend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dimensies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· Engagement · Methode · Informatievoorziening · Business-koppeling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valkuil van één cijfer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"Wij zitten op niveau 3" verbergt vaak een scheve verdeling.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per dimensie, nooit gemiddeld.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Niveaus herkennen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min, individueel → plenair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beschrijvingen, werkboek p. 1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assessment: drie stappen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Bewijs verzamelen (interviews, documenten, steekproeven)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Positioneren per dimensie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Prioriteren — niet alles naar niveau 5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Meridiaan, vroege fase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Vrijwel overal niveau 1: geen gremium, geen kader, geen consistente methode.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opbouw: governance en methode groeien sneller dan business-koppeling.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assessment ontwerpen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 organisatie of Meridiaan, werkboek p. 1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assessment naar verbeterplan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alles tegelijk. Grootste kloof × meeste waarde = prioriteit.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stap: huidig niveau → volgend niveau, acties, meetpunt.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meteen naar niveau 5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Overvraagt de organisatie → schijnvolwassenheid: papieren proces, niemand volgt het echt.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Stapsgewijs — elke laag moet eerst landen.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Verbeterplan opstellen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2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Reflectie: uw grootste verrassing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min, individueel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2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74320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Afsluiting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2026-08-17T14:47:51Z</dcterms:created>
  <dcterms:modified xsi:type="dcterms:W3CDTF">2026-08-17T14:47:51Z</dcterms:modified>
</cp:coreProperties>
</file>