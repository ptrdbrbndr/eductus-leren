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Architectuurgovernance en de 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board-vraag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CIO: "Ons gremium was voor één programma. Nu we er drie hebben — moet het een board worden?"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gremium naar 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blijft: klein, licht, mandaat + kennis, adviseert de business.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 verbreedt: tussen programma's, enterprise-brede principes.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niet verandert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Vervangt geen stuurgroepen. Stuurt niet op tijd en geld.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 cadans + snelle escalatieroute — óók op deze schaal.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Gremium of board? Vier situaties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escalatieniveaus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(ADR/DoD) → Programma (samenhangtoets/gremium) → Enterprise (Board)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eis: toon de lagere niveaus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bureaucratie — bescherming van de board zelf.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Anders: opnieuw het te-zware-orgaan-risico, nu groter.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escalatiemodel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Aantoonbare beheersing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apart auditdossier maken.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bewijs als bijproduct van governance die al werkt.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organisatie die speciaal voor de audit documenteert, bewijst daarmee dat de dagelijkse governance het bewijs niet vanzelf oplevert.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auditspoor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artefacten,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governance-architectuur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Reikwijdte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ADR/DoD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één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Samenhangtoets/gremium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één programma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tussen programma's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boog van de hele cursus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1, deel 9: het eerste principe. Vandaag: de Architecture Board.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 is nu volledig, op elke schaal, opgelost.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governance-tabel als 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2026-08-17T11:54:53Z</dcterms:created>
  <dcterms:modified xsi:type="dcterms:W3CDTF">2026-08-17T11:54:53Z</dcterms:modified>
</cp:coreProperties>
</file>