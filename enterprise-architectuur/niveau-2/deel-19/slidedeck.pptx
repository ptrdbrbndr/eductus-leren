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· DEEL 19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zonder poortwachter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langst aangekondigde deel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Sinds niveau 1, deel 1 — drie keer verwezen. Vandaag het antwoord.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"Waarom moet dit langs de architect?"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Betalingsmutaties-team, sprint 3. De scrum master vraagt het — niet onredelijk.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"Architectuur is traag en vooraf. Agile is snel en emergent."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Herkenbaar. En gebaseerd op een verwarring.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Kaders versus ontwerp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Kaders — vooraf, stabiel (principes, standaarden)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— emergent, per sprint (de concrete oplossing erbinnen)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kernstelling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Architectuur en agile concurreren niet om dezelfde ruimte.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Wrijving ontstaat als architectuur zich met ontwérp bemoeit — of als een team zonder kaders bouwt.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Kaders of ontwerp? Acht beslissingen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individueel → plenair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"Net genoeg architectuur, net op tijd"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Precies genoeg vooraf vastgelegde kaders om autonoom te bouwen. Niet meer.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review was geen poortwachterij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was een gat in de PSA.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"Deze vraag stond er niet — laten we hem in tien minuten beantwoorden, dan nooit meer."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conflict + rollenspel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architect in het team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 + review — niet de daily stand-up.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Adviserend, niet leidend.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architect in het team ontwerpen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Einde dagdeel 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keer: dagdeel B — de instrumenten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19 (dagdeel B) · Instrumenten voor lichte governance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(geen inhoud)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Terugblik dagdeel 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Kaders vooraf, ontwerp emergent. De architect adviseert bij refinement.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 Records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sprintschaal-versie van het Governance Log.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elke beslissing — alleen: onomkeerbaar, raakt een kader, of raakt een ander team.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schrijven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+ architectuurcriteria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aparte toets aan het eind (poortwachterij).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team checkt zichzelf.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DoD-criteria opstellen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lagen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 (licht, per sprint) → PSA-toetsing (per mijlpaal) → samenhangtoets (tussen teams) → gremium (zelden, principieel)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laag vangt iets anders — geen enkele vervangt een andere.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6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vier lagen in actie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viertallen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patroon, voor de vierde keer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Begrippen → kopieën → technologie → een te zwaar gremium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Zelfde oplossing, telkens: legaal, expliciet, licht.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lichte governancemodel als hoofdstuk (eigen dossier)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2026-08-17T14:47:50Z</dcterms:created>
  <dcterms:modified xsi:type="dcterms:W3CDTF">2026-08-17T14:47:50Z</dcterms:modified>
</cp:coreProperties>
</file>