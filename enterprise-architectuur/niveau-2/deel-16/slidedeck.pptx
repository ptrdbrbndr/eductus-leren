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 en integratiearchitectuur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Bewuste overlap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 raakt de API-cursus in de familie — bewust, geen omissie.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Hier: architectuurniveau. Daar: technische diepte.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mutatie, vijf systemen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deelnemersysteem · begunstigdenregistratie · premiesysteem · papier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vervangen — ontsluiten (B12-les, niveau 1)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gedeelde datamodel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Generieke kern: Mutatieverzoek, Autorisatiebeslissing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Domeinspecifiek: Dienstverbandwijziging, Begunstigdewijziging, …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Coördinerende laag, geen nieuwe bron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Volgt de status van een mutatie.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Vervangt de brongegevens niet — CRM blijft bron voor adres, deelnemersysteem voor dienstverband.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gedeelde datamodel bouwen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Generieke laag = coördinator. Roept domeinservices aan. Bewaakt voortgang.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bronsystemen kennen elkaar niet.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Choreografie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Systemen reageren zelf op gebeurtenissen. Geen centrale coördinator.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hier orkestratie?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doel van de generieke laag ís centrale coördinatie.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Choreografie zonder overzicht = WGP 2.0 in nieuwe vorm.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Orkestratie versus choreografie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eigenaar van Mutatieverzoek?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domeinen gebruiken het. Vijfkoppig eigenaarschap verlamt.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Architectuurfunctie namens het gremium, domeinarchitecten adviseren.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Data-eigenaarschap bij een gedeelde entiteit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Datamodel + integratiekeuze + eigenaarschap als 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2026-08-17T14:47:48Z</dcterms:created>
  <dcterms:modified xsi:type="dcterms:W3CDTF">2026-08-17T14:47:48Z</dcterms:modified>
</cp:coreProperties>
</file>