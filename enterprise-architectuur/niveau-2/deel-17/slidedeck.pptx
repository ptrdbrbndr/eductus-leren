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Gap-analyse, roadmapping en migratieplanning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Enterprise Architectuur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feedback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domeinen, één roadmap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Dienstverbandmutaties nadert livegang. De stuurgroep wil de roadmap voor de rest.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Eliminated · Unchanged · Changed · New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420624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architectuurelement, per domein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 matrix vertelt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new/eliminated → zwaar, risicovol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Veel unchanged → licht traject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Begunstigden (nieuwe autorisatiematrix) ≫ Adreswijzigingen (grotendeels bestaand)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Gap-analysematrix voor twee domeinen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1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leercurve, gekwantificeerd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Pilot: twintig weken.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volgend domein: lichter — maar niet onbeperkt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Waarschuwing tegen overmoed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domein heeft eigen, niet-overdraagbare risico's.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Waardeoverdrachten: externe partijen die de pilot nooit tegenkwam.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de roadmap bepaalt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Leercurve + afhankelijkheden + capaciteit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roadmap tekenen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min, viertallen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2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de pilot uitloopt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1033272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Niet: "alles schuift twee maanden."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Wel: welke afhankelijkheid is hard, welke zacht?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563A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63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uitloopscenario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min, drietallen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 p. 3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HUISWERK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 + roadmap + uitloopscenario als hoofdstuk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2026-08-17T14:47:49Z</dcterms:created>
  <dcterms:modified xsi:type="dcterms:W3CDTF">2026-08-17T14:47:49Z</dcterms:modified>
</cp:coreProperties>
</file>