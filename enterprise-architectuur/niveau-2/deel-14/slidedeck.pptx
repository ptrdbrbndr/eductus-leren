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Viewpoints per stakeholder en modelbeheer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traceerketen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stille moment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14\fig_14_1_onleesbaar_model_vs_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328" y="1371600"/>
            <a:ext cx="7620296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 gedeeld. Volledig model. Stilte — de verkeerde soort.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falen. Een teken.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model, veel views (niveau 1, deel 8) — nu op volle programmaschaal nodig.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Formele viewpoints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 · Motivation · Business Process Cooperation · Application Cooperation · Layered · Implementation &amp; Migration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Vereenvoudigde notatie, voor wie geen architect is.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Zelfde model, andere vorm — niet minder waar, wel minder gedetailleerd.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Examensignaal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 doel en publiek — niet de exacte elementenlijst uit het hoofd.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Viewpoint matchen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individueel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stakeholdervragen,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eigen viewpoint: vijf vragen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Doel · Stakeholder · Scope · Detailniveau · Notatie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view zonder concern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FG-view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data objects, applicatiecomponenten, access — géén business/technologie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Volledige notatie, geen versimpeling: zij heeft precisie nodig.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FG-view + eigen viewpoint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principe naar proces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1, deel 8: drie vuistregels.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Vandaag, op programmaschaal: een proces.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mag wat wijzigen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Generieke kern → architectuurfunctie namens het gremium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Specialisatie → afdelingsarchitect, exclusief wijzigingsrecht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Grensgeval → gedeeld, verplicht overleg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Versiebeheer &amp; actualiteit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Herleidbare wijzigingen (het Governance Log, nu op het model)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Actualiteit als agendapunt van de samenhangtoets (deel 11)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Modelgovernance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Modelgovernance = een taak van het bestaande gremium.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apart modelcomité herhaalt het te-zwaar-gremium-risico (niveau 1, deel 9).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views voor de stuurgroep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views + modelgovernance als 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2026-08-17T14:47:47Z</dcterms:created>
  <dcterms:modified xsi:type="dcterms:W3CDTF">2026-08-17T14:47:47Z</dcterms:modified>
</cp:coreProperties>
</file>