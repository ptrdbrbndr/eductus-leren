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2 · DEEL 18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Architectuurpatronen en referentiearchitecturen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0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feedback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"Moeten wij dit opnieuw uitvinden?"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ander programma bij Meridiaan start een vergelijkbaar traject.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Antwoord: nee — mits u vandaag vastlegt wat herbruikbaar is.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Patroon versus referentiearchitectuur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Patroon — abstract, reist ver (andere organisaties)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Referentiearchitectuur — concreet, reist dichtbij (dezelfde organisatie)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Classificeren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min, individueel → plenair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zes beschrijvingen,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Uw vier patronen, expliciet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Generieke kern met specialisatie (deel 11)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Parametriseren, niet middelen (deel 11)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Coördinerende laag zonder brongezag (deel 16)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Orkestratie bij centrale coördinatiebehoefte (deel 16)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vaste vorm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Naam · Probleem · Oplossingsvorm · Context (wanneer wel/niet) · Precedent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Zonder context: een dogma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patroon zonder grenzen wordt toegepast waar het niet past.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context-clausule houdt het een keuze, geen automatisme.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patroonbibliotheek vastleggen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drietallen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referentiearchitectuur</a:t>
            </a:r>
            <a:endParaRPr lang="en-US" sz="2600" dirty="0"/>
          </a:p>
        </p:txBody>
      </p:sp>
      <p:pic>
        <p:nvPicPr>
          <p:cNvPr id="3" name="Image 0" descr="C:\Projecten\eductus.nl\enterprise-architectuur\figuren\deel-18\fig_18_1_referentiearchitectuu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11751" y="1371600"/>
            <a:ext cx="7165449" cy="44805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598932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Vast fundament (de generieke laag) + checklist per nieuw domein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leercurve, geoperationaliseerd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Niet: "we worden vanzelf sneller"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Wel: hier is de checklist die het volgende domein direct volgt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checklist opstellen en invullen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min, viertallen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28016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HUISWERK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Patroonbibliotheek + checklist als hoofdstuk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2026-08-17T14:47:49Z</dcterms:created>
  <dcterms:modified xsi:type="dcterms:W3CDTF">2026-08-17T14:47:49Z</dcterms:modified>
</cp:coreProperties>
</file>