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 en capstone: doelarchitectuur en roadmap verdedigd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portfoliobeoordeling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één MT, één dossier.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de Architecture Board + stuurgroep, één heel programma.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en Part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Langere, scenario-rijkere vragen. Meerkeuzevorm blijft — het scenario weegt zwaarder.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Anciënniteit B) Parametriseren, eigenaarschap bij de business C) Negeren D) Apart systeem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"Twee teams, botsende requirements op een gedeelde capability. Eerste stap?"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Proefexamen: 15 scenariovragen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min, individueel, gesloten boek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examenvalkuilen van niveau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Programmavisie ≠ dossiervisie · parametriseren ≠ middelen · influence vs realization · PSA-toetsing ≠ samenhangtoets · orkestratie is geen dogma · patroon ≠ referentiearchitectuur · gremium ≠ board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zwaarste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versus realization — net zo zwaar als compositie/aggregatie in niveau 1.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programmadossier samenvoegen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hoofdstukken, 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portfoliobeoordeling voorbereiden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rollen, breder dan niveau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Programmastuurgroep · CFO · een ander programma · een Architecture Board-lid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· Samenhang · Advies-niet-besluit · Instandhouding · Herbruikbaarheid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portfoliobeoordelingen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per deelnemer, 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de boog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ADM opgeschaald · BIZBOK verdiept · ArchiMate Part 2 compleet · governance van team tot enterprise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keer hetzelfde patroon herkend: kader + ventiel + log/instantie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Nieuwe, zwaardere casus: Stelselovergang/Wtp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 soort examen: Open CA — evidence en boardverdediging, geen schriftelijk examen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2026-08-17T11:54:54Z</dcterms:created>
  <dcterms:modified xsi:type="dcterms:W3CDTF">2026-08-17T11:54:54Z</dcterms:modified>
</cp:coreProperties>
</file>