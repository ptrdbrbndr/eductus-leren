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projectstartarchitectuur (PSA)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eerste bouwteam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"Wij gaan bouwen. Wat moeten we volgen, en wat mogen we zelf beslissen?"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horizonnen, samen op één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(jaren) · Programma (het Mutatieplatform) · Project (Dienstverbandmutaties)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PSA brengt ze samen — en scheidt bindend van vrij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 van de PSA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Bindende kaders · Projectspecifieke requirements · Ontwerpruimte · Raakvlakken · Toetsmomenten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vuistregel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PSA die het generieke contract herhaalt: verspilling.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PSA die niets specificeert: gissen.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het verschil tussen "overal" en "hier".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Bindend versus vrij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elementen,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Traceerbaarheid naar beneden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keten uit deel 13, nu bij projectstart toegepast.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ongetraceerde requirement is een verdachte requirement.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PSA voor Dienstverbandmutaties opstellen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Presentaties + afsluiting dagdeel 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keer: dagdeel B — de PSA in de praktijk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Dagdeel B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(dagdeel B) · De PSA in de praktijk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inhoud)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uw PSA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opfrisser — wat stond erin?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contract dat je tekent en vergeet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maanden bouw = onderweg verandering.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Lichte, snelle wijzigingsprocedure — geen starheid.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deelnemersadministratie wil automatische signalering bij pensioenopbouw-mutaties.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Sterk. Maar stond niet in de PSA.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behandelen + rollenspel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scharnier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Generiek, of specifiek?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Raakt dit alleen dit project — in de PSA.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Raakt dit het gedeelde patroon — naar de architectuurfunctie/het gremium.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gesprekken, niet één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PSA-toetsing: binnen één project — bouwt dit team nog volgens zíjn PSA?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Samenhangtoets: tussen projecten — raakt X aan Y?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PSA-toetsing versus samenhangtoets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+ wijzigingslog als programmadossier-hoofdstuk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2026-08-17T11:54:51Z</dcterms:created>
  <dcterms:modified xsi:type="dcterms:W3CDTF">2026-08-17T11:54:51Z</dcterms:modified>
</cp:coreProperties>
</file>