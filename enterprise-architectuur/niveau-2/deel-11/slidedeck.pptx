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Foundation naar Practitioner — TOGAF EA Practitioner + ArchiMate Part 2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werkgeversdossier werkte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integratietest-verrassingen. Een groenere heat map. De architectuurfunctie bewees haar waarde.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Conclusie van het bestuur: doe het overal.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 Mutatieplatform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11_1_vijf_mutatie_afdelin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4423" y="1371600"/>
            <a:ext cx="5200106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afdelingen, vijf impliciete mutatiebegrippen: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Hetzelfde probleem, andere schaal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acht keer zo groot — kwalitatief anders.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blijft gelijk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ADM-fasen · baseline/target/gap · de architect als adviseur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schaalt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→ portfolio-oefening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Management → verkeersregelaar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Contract → netwerk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meta-les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instrumenten werken pas op schaal met een extra laag.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 onderscheidt Practitioner van Foundation.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gedeelde patroon vinden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bijlage A,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gedeelde patroon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Verzoek ontvangen → identiteit/bevoegdheid vaststellen → doorvoeren met controles → bevestigen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generieke mutatieverwerkingscapability, vijf specialisaties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Herkent u dit?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Zelfde denkpatroon als het begrippenkader "werkgever" (niveau 1) —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één definitie afdwingen, een gedeeld stelsel met bestaansrecht per variant.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Volgordeadvies: risico · afhankelijkheid · waarde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requirements botsen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Begunstigden: verplichte dubbele autorisatie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Adreswijzigingen: minimale frictie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legitiem. Zelfde generieke stap.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Parametriseren, niet middelen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generieke capability krijgt een parameter, ingesteld per domein door de data-eigenaar.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Middelen doet twee partijen tekort — net als bij "werkgever".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botsing oplossen + rollenspel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teams, één kern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losse contracten = vijf teams die onafhankelijk optimaliseren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een gedeelde grondslag. Klinkt dat bekend?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contractnetwerk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generiek contract (de kern) + vijf specialisatiecontracten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toetsmoment: de samenhangtoets — raakvlakken, niet voortgang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contractnetwerk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Iteratie over cycli heen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Breed-ondiep: de hele programmavisie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Smal-diep: de pilot (meest complex)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Smal-diep, sneller: elke volgende afdeling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sneller?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minder zorgvuldig — minder te ontdekken.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generieke laag is al bewezen.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programmadossier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Groeit door niveau 2 heen → verdediging in deel 22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Vandaag: opdracht 5, de iteratiestrategie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A4: iteratiestrategie voor de stuurgroep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2026-08-17T11:54:49Z</dcterms:created>
  <dcterms:modified xsi:type="dcterms:W3CDTF">2026-08-17T11:54:49Z</dcterms:modified>
</cp:coreProperties>
</file>