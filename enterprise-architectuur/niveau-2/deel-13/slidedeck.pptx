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Motivatie- en strategielaag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"Waarom staat dit nergens?"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en principe: wél tekst (niveau 1), géén formeel element.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 vullen we het gat.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Motivatielaag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212848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Strategielaag — capability, eindelijk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8712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71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871216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Implementatie- en migratielaag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5295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29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529584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volledige keten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motivatieketen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→ Driver → Assessment → Goal → Requirement (binnen Constraint) → getoetst aan Principle → Outcome → Value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 elementen, met voorbeeld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(tabel reader §2.1, Begunstigden-domein)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relaties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— beïnvloedt, optioneel +/− (binnen de motivatielaag)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Realization — maakt waar (naar de kernlagen)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valkuil van vandaag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"Requirement beïnvloedt business process" — fout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proces realiseert het requirement — het maakt de eis waar, het beïnvloedt haar niet.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"Bevoegd" — voor Compliance iets anders dan voor de servicedesk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"werkgever"-les uit niveau 1, nu taalkundig verankerd.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motivatieketen bouwen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strategielaag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— eindelijk een element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· Course of action · Value stream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Capability, geformaliseerd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gerealiseerd door (business process) · gebruikt (resource) · draagt bij aan (goal, via influence)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Mensen, kennis, geld, informatie — nooit applicatie/technologie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Juridische kennis Waardeoverdrachten = schaarse resource → daarom niet bundelbaar (deel 12)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+ resource + course of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E-F, geformaliseerd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 · Deliverable · Implementation event · Plateau · Gap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= transitiearchitectuur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drie fasen uit deel 11 worden drie plateaus.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tussen plateau 1 en 2 → gerealiseerd door het werkpakket.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stream + plateaus tekenen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volledige keten: stakeholder → node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min, viertallen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3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dit ertoe doet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element dat níet in de keten past, is verdacht: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doel — of het doel is nooit vastgelegd.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volledige keten als programmadossier-hoofdstuk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2026-08-17T11:54:50Z</dcterms:created>
  <dcterms:modified xsi:type="dcterms:W3CDTF">2026-08-17T11:54:50Z</dcterms:modified>
</cp:coreProperties>
</file>