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Applicatiearchitectuur: van lijst naar kaart naar besluit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visie-hoofdstuk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"Beantwoordt dit 'in welk systeem staat de waarheid?'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— "niemand kon aangeven welke systemen geraakt zouden worden" (stond op half) B12 — "twee deelprojecten bouwden wat al bestond"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vandaag eindigt met het eerste échte advies aan de directie.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CFO opent het MT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"Voordat we ook maar iets kiezen: wat hébben we eigenlijk allemaal, wat doet het, en wat kost het ons?"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antwoord van applicatiebeheer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6\fig_6_1_lijst_naar_ka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3940" y="1371600"/>
            <a:ext cx="7541072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regels, 31 "werkgever-gerelateerd"  ·  Vier systemen die niemand in het MT kent  ·  Elf regels: beheerder vorig jaar met pensioen  ·  WGKOP (1998): "koppeling werkgevers oud"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lijst naar catalogus naar kaart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matrix als röntgenfoto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Koppelvlakken: waar landschappen breken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wat moet ermee?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uitfaseringsadvies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catalogus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Diepgang volgt het SoAW: 31 volledig, de rest als rand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telt als applicatie? Zelfstandig inzetbaar + eigen levenscyclus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Grensgevallen (macro's!) horen er juist in — daar woont het onbeheerde risico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lijst naar catalogus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bijlage B, werkboek p. 1 Beslecht: is PA-Macros een applicatie? Hoort WG-Rapport in scope?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matrix leest in drie richtingen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 met veel kruisjes → dubbeling (B12-detector)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 rij → gat: het vermogen draait op handwerk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met veel kruisjes → concentratierisico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dubbeling van vandaag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regelsets die onafhankelijk evolueerden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Dubbeling ≠ redundantie — het is divergentie met vertraagde ontdekking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werd de divergentie ontdekt? Juist: de integratietest.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kaart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Blokken per betekenisdomein (de matrix bepaalt de plek, niet de afdeling)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kaart zonder witte vlekken liegt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sluit niet als alles bekend is — B3 sluit als bekend is wát onbekend is en wie het uitzoekt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 vs applicatieservice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Applicatie: het ding ("PremiePlus")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wat het aanbiedt ("aanlevereenheid raadplegen")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Kaart → denk in applicaties · Hergebruik (B12) → denk in services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röntgenfoto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bouwen en in drie richtingen lezen, 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Koppelvlakken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brak WGP 2.0 — de lijnen zijn geen decoratie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werelden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6\fig_6_2_puntkluwen_vs_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302" y="1371600"/>
            <a:ext cx="8496349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Punt-tot-punt: kwadratische afsprakengroei, elke lijn een B7-kraamkamer  ·  Ontsluiting: de bron ontsluit, afnemers nemen af — de kopieënregel in applicatievorm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dogma, een redenering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stervende stroom ontsluiten = verspilling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Diepgang (contracten, gateways): de API-cursus in deze familie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koppelvlakken lezen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 Incl. de handmatige overname: is dat een koppelvlak?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 zwak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 gezond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hoge waarde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lage waarde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 van rationalisatie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PA-Macros: de kénnis (tien jaar validatieregels) → behouden; de VBA → weg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"mag deze applicatie blijven?" maar "waar moet wat hij kán straks wonen?"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het definitieve B12-antwoord: hergebruik gaat over vermogens, niet systeembehoud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eigenaarschappen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Data-eigenaar (deel 5): het gegeven, waar het ook woont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Applicatie-eigenaar: het systeem, wat er ook in staat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Versmelten = de bronnenkaart ondergeschikt aan systeemgrenzen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Eigenaarloze applicaties zijn waar landschappen wegrotten (elf regels…)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weet wat ze doen. Wat is het TIME-oordeel?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de groep worstelen; het antwoord komt in opdracht 3.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TIME-classificatie van alle twaalf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Minimaal één classificatie krijgt een vervaldatum Durf jij bij WGKOP de stekker eruit te trekken?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uitfaseringsadvies: de anatomie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nog doet (catalogus + matrix)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dat heen moet — per functie én de gegevens (FG!)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Volgorde en venster — mijlpaalgebonden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Opties met trade-offs + één advies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uitfaseringsadvies "Werkgeversportaal (oud)"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min, viertallen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A4, werkboek p. 3 Toetsing plenair vanuit vier rollen: CFO · CISO · manager WGD · FG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zin die het besluit overdraagt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Advies helder · trade-off benoemd · besluit bij de directie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van zeven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✓ (deel 4-5) · B11 ✓ · B14 ✓ (deel 3) · B3 ✓ · B12 ✓ (vandaag)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open: B5 (deel 7) en de governance-restanten van B9 (deel 9)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6: visie-hoofdstuk 4 (max. 2 A4)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Feedbackvraag deel 7: "kan de CFO aflezen waar geld heen moet — en waar niet meer?"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7: fase D — technologie: platformen, standaarden, en wie er over afwijkingen gaat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2026-08-17T14:47:40Z</dcterms:created>
  <dcterms:modified xsi:type="dcterms:W3CDTF">2026-08-17T14:47:40Z</dcterms:modified>
</cp:coreProperties>
</file>