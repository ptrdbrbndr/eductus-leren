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Dataarchitectuur: structuur, bron, eigenaar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 visie-hoofdstuk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 "Kan de COO hiermee het OR-gesprek in?" Markeer binnengeslopen systeemtaal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sluiten we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— definitief. Betekenis was deel 4; vandaag: structuur, bron, eigenaar, stromen.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En: B3 gaat half open — deel 6 maakt hem af.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vraag bij je bureau</a:t>
            </a:r>
            <a:endParaRPr lang="en-US" sz="2600" dirty="0"/>
          </a:p>
        </p:txBody>
      </p:sp>
      <p:pic>
        <p:nvPicPr>
          <p:cNvPr id="3" name="Image 0" descr="c:\Projecten\eductus-trainingen\EnterpriseArchitectuur\_bouwstenen\figuren-generated\fig_5_1_vier_systemen_elf_lijs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2074" y="1371600"/>
            <a:ext cx="5344803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hoofd Premie-administratie: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"Wie is eigenaar van het begrippenkader?"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vragen op de flap. Beide worden vandaag ingelost.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modelniveaus — en waar de architect stopt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21284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Gegevensdomeinen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8712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871216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Bronregistratie: waar de waarheid woont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52958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Eigenaarschap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1879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187952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Kwaliteitsregels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1520" y="4846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84632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matrix die B7 sluit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niveaus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Conceptueel — begrippen &amp; relaties, businesstaal → de architect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Logisch — attributen &amp; sleutels → kijkt de architect mee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Fysiek — tabellen &amp; kolommen → blijft de architect wég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stelsel naar conceptueel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 Incl. De Boer-toets ronde 2: de fusie, zónder mevrouw Jansen kwijt te raken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Boer, ronde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 1: Zuid "hernoemen" naar West → historie vernietigd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 2: opvolgingsrelatie vergeten → rechten zweven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Goed: beëindiging + opvolgingsrelatie per fusiedatum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Gegevensdomeinen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werkgevers · deelnemer/dienstverband · aanspraken · financieel · polis/product · vermogen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langs systemen of afdelingen: die indelingen sterven met hun naamgever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Grensbegrippen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dienstverband ligt op de grens van twee domeinen.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Grensbegrippen zijn B7-kraamkamers — benoem ze en maak de afspraak expliciet.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Domeinen en de grens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 De grensafspraak: waar woont het, wat mag de ander, hoe wordt de ander gesignaleerd?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Bronregistratie: drie spelregels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bron per gegeven — niet per systeem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Kopieën mogen — mits gekend en gevoed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bron volgt het ontstaan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fout omdat het kopieën zijn — fout omdat ze onbekend en onbeheerd zijn.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Schaduwadministraties in hun natuurlijke habitat (deel 4!).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 anker eerst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Personen → BRP · Bedrijven → Handelsregister (KVK-nummer)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registreert niet "zelf" — zij refereert en voegt alleen de uitvoeringsrelatie toe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identiteit = halve B7 opgelost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bronnenlandschap</a:t>
            </a:r>
            <a:endParaRPr lang="en-US" sz="2600" dirty="0"/>
          </a:p>
        </p:txBody>
      </p:sp>
      <p:pic>
        <p:nvPicPr>
          <p:cNvPr id="3" name="Image 0" descr="c:\Projecten\eductus-trainingen\EnterpriseArchitectuur\_bouwstenen\figuren-generated\fig_5_2_bronnenlandsch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825" y="1371600"/>
            <a:ext cx="615330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bronnenkaart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 Incl. rollenspel: de beheerder van de grootste Excel-lijst (8 min)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geparkeerde vraag, beantwoord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Eigenaarschap = betekenis · kwaliteit · gebruik — drie businessvragen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beheert systémen: dat is applicatie-eigenaarschap (deel 6)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rolverdeling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Eigenaar — besluit, is aanspreekbaar (lijnmanager van het domein)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 — het dagelijkse werk: definities, meting, uitzonderingen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— samenhang over domeinen: stelsel, grenzen, bronnenkaart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Eigenaarschap zonder mandaat is theater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eigenaar is, krijgt ook de knoppen.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het beleggingsbesluit hoort in de governance (deel 9)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Kwaliteit: van verzuchting naar regel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"De datakwaliteit moet omhoog"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concern → toetsbare regel + dimensie + meetlat + eigenaar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juistheid · volledigheid · actualiteit · consistentie · uniciteit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Kwaliteitsregels uit jullie deel 3-concerns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 Zoek de architectuurkeuze in vermomming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"Validatie bij ontvangst"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kanaal wordt een valideervoorziening (applicatie)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 centraal beheerd door stewards (organisatie)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aanleveraar krijgt de fout, niet de administratie (proces)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matrix die B7 sluit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entiteit × applicatie, C/R/U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B7: gesloten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betekenis (4) → structuur → bron → eigenaar → stromen (5) ✓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B3: half — "welke systemen raakt het?" is per gegeven afleesbaar; deel 6 maakt het af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 FG kijkt mee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Grondslag, toegang, kopieën — háár vragen, jouw artifact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voor stakeholders — de cirkel van deel 1 is rond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6: visie-hoofdstuk 3 (max. 2 A4) — mét het B7-slot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" y="3017520"/>
            <a:ext cx="9784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Feedbackvraag deel 6: "beantwoordt dit 'in welk systeem staat de waarheid?' — zonder jargon?"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"opgelost" zonder onderhoudsclausule = de volgende bevinding in wording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6: fase C-applicatie — het landschap in kaart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2026-08-17T11:54:47Z</dcterms:created>
  <dcterms:modified xsi:type="dcterms:W3CDTF">2026-08-17T11:54:47Z</dcterms:modified>
</cp:coreProperties>
</file>