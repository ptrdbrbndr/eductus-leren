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concerns en de architectuurvisie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A4-memo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Eerst schriftelijk: "snapt een niet-architect het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— "requirements Deelnemersadministratie nooit opgehaald" B14 — "geen beschreven eindsituatie om aan te toetsen"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Ritueel start hier: elk deel opent voortaan met zijn bevinding(en).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 is binnen — en meteen te groot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3\fig_3_1_vijf_stem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1218" y="1371600"/>
            <a:ext cx="4186516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"Gewoon snel een portaal" · "Eerst de aanleverellende" · veertien beveiligingseisen · "zitten wij dit keer wél aan tafel?" · "regel het, val het MT niet lastig"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fase A oplevert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Stakeholdermanagement: het ambacht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goals, constraints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en de visie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kernproducten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Vision — over de verandering: waarom, voor wie, wat is er straks anders, hoe ziet succes eruit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Architecture Work — over het architectuurwerk: wat, hoe diep, wanneer, wat niet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opdrachtgever tekent beide — óók voor wat buiten scope blijft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de bevindingen landen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B14-antwoord → in de visie (er is straks een eindsituatie om aan te toetsen)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Scope-afspraak (deel 2, opdracht 3) → in het SoAW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 twee mengt: visies vol planning, contracten vol vergezichten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stakeholderkaart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zes naar twaalf-plus, werkboek p. 1 Let op: het object verschuift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zoekrichtingen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 de waardestroom — door wiens handen gaan de gegevens?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 de besturing — wie besluit, betaalt, is aansprakelijk, houdt toezicht?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 het landschap — wie beheert wat geraakt wordt?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Macht/belang-matrix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3\fig_3_2_macht_belang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000" y="1371600"/>
            <a:ext cx="425895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waarschuwingen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Posities verschuiven — herijk bij elke faseovergang (DNB bij datamigratie)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"Weinig invloed" ≠ "mag genegeerd" — daar meldt de schade zich het laatst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Concerns: onbruikbaar vs bruikbaar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"De CISO wil security"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"Authenticatie draait vanaf dag één op het IAM-beleid; afwijkingen vooraf langs de CISO — niet achteraf"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Toetsbaar · in de taal van de stakeholder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interview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bij het probleem ("wat gaat er in jouw werk mis?"), niet bij de oplossing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 eerst → boodschappenlijst · Probleem eerst → concerns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Oogst → stakeholdercatalogus (artifact)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Interviewrondes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rolkaarten, werkboek p. 2 Doel per ronde: twee toetsbare concerns op papier Observant scoort op de drie punten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 Premie-administratie — heeft een boodschappenlijst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— veertien eisen, en gepikeerd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 Deelnemersadministratie — "wij hebben geen eisen"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beste concern-formulering per rol → flap → klassikale toets op toetsbaarheid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begrippen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— waarom nú (extern of intern)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richting, mét meetlat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— niet-onderhandelbare speelruimte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vierde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"Wij werken hier nu eenmaal niet met externe identity providers"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Soms is "kan niet" gewoon "willen we niet" — het verschil is goud waard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Meetbaarheid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meetlat: visie niet evalueerbaar (fase H) — en de wáárde van de functie onzichtbaar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uitspraken ontrafelen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scenario: van vijf stemmen naar één probleem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 als verhaal — echte situaties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omgeving: partijen, processen, systemen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Gewenste uitkomsten — toetsbaar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Valideren met de stakeholders — goedkoop nu, onbetaalbaar in fase G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dan gebeurt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scherpste stem wint — de scherpste probleemdefinitie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leveranciersafhankelijkheid · datakwaliteit werkgeversgegevens (B7-echo) · verandermoeheid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risico: ernst · eigenaar · eerste mitigatie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aanleiding &amp; drivers · doelen mét meetlat · stakeholders &amp; concerns · scenario · doelsituatie op visieniveau · scope · risico's · waardepropositie per stakeholdergroep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laatste paragraaf is de draagvlakmachine.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business scenario bouwen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Verhaal vanuit administratiekantoor Van Dijk &amp; Partners Stap 4 doen we plenair, met toegewezen toetsrollen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Presentaties (2 min per viertal)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 vanuit uw rol: herken ik mijn probleem hierin?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verborgen keuze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verhaalvorm ís een architectuurkeuze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= de bevoordeelde is benoemd én de anderen tekenen tóch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5: visie-hoofdstuk 1 (max. 2 A4) — letterlijk hoofdstuk 1 van uw capstone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4: "herkent élke stakeholder uit uw top-3 zijn concern?"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4: fase B — capabilities, processen, en wat 'werkgever' op businessniveau betekent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goedkoopste moment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2026-08-17T14:47:38Z</dcterms:created>
  <dcterms:modified xsi:type="dcterms:W3CDTF">2026-08-17T14:47:38Z</dcterms:modified>
</cp:coreProperties>
</file>