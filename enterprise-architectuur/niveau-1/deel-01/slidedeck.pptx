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· DEEL 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is business- en enterprise-architectuur?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 cursus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niveaus, 30 delen — u volgt niveau 1 (deel 1–10)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deel: reader, werkboek, huiswerk met peer feedback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Doorlopende casus: Meridiaan Pensioen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Certificeringslijn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→ TOGAF® EA Foundation (OGEA-101) + ArchiMate® 3 Part 1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→ TOGAF® EA Practitioner + ArchiMate® Part 2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→ Open CA: geen examen, maar evidence + board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 cursus bereidt voor op de examens; het officiële materiaal van The Open Group blijft leidend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155448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Casus: WGP 2.0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128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21284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is architectuur? (domeinen, kernbegrippen)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87121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87121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architectuur — en wat het kost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52958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5295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529584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Rollen: de architect als adviseur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418795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87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4187952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TOGAF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Leerdoelen deel 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 vijf leerdoelen uit de reader, verkort)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Meridiaan Pensioen</a:t>
            </a:r>
            <a:endParaRPr lang="en-US" sz="2600" dirty="0"/>
          </a:p>
        </p:txBody>
      </p:sp>
      <p:pic>
        <p:nvPicPr>
          <p:cNvPr id="3" name="Image 0" descr="C:\Projecten\eductus.nl\enterprise-architectuur\figuren\deel-01\fig_1_1_tijdlij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876" y="1371600"/>
            <a:ext cx="9601200" cy="36087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11747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Middelgrote uitvoerder · 1.100 medewerkers · 1,2 mln deelnemers  ·  Applicatielandschap: 30 jaar organische groei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Werkgeversportaal 2.0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portaal, drie te vervangen applicaties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deelprojecten · drie technologieën · drie definities van "werkgever"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Vorig kwartaal stopgezet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de post-mortem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 · geen gedeeld beeld van het landschap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 · "werkgever" betekende drie dingen — ontdekt bij de integratietest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B9 · niemand bewaakte de samenhang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B14 · geen beschreven eindsituatie om aan te toetsen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besluit van de directie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10: uw architectuurvisie, verdedigd voor de directie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 lezen als architect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Architectuur: twee betekenissen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fundamentele inrichting van een systeem in zijn omgeving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beschrijving daarvan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organisatie hééft architectuur; de vraag is of zij die kent en bestuurt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Hoogste beschrijvingsniveau; hoeft geen juridische entiteit te zijn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afbakening is een keuze — maak haar expliciet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WGP 2.0 bakende impliciet af → B11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architectuurdomeinen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· Data · Applicatie · Technologie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symptoom heeft een domein</a:t>
            </a:r>
            <a:endParaRPr lang="en-US" sz="2600" dirty="0"/>
          </a:p>
        </p:txBody>
      </p:sp>
      <p:pic>
        <p:nvPicPr>
          <p:cNvPr id="3" name="Image 0" descr="C:\Projecten\eductus.nl\enterprise-architectuur\figuren\deel-01\fig_1_2_domei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4078" y="1371600"/>
            <a:ext cx="6900797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Foundation-examen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vier domeinen + definities: rechtstreekse examenstof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Vandaag: Concepts · deel 2: de ADM volledig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betekenissen van architectuur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enterprise afbakenen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 · BA · SA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Enterprise-architectuur: samenhang, horizon van jaren — stelt kaders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Solution-architectuur: één oplossing, maanden — werkt binnen kaders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Businessarchitectuur: domein bínnen EA én eigen discipline (BIZBOK) — voedt de kaders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solution-architecten, geen enterprise-architectuur.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B9 in één zin.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en concern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Stakeholder: wie belang heeft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Concern: wélk belang — kosten, continuïteit, compliance, veiligheid, veranderbaarheid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en viewpoint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View: wat je de stakeholder laat zien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Viewpoint: het sjabloon — de bril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plaat voor iedereen bedient niemand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Samengevat</a:t>
            </a:r>
            <a:endParaRPr lang="en-US" sz="2600" dirty="0"/>
          </a:p>
        </p:txBody>
      </p:sp>
      <p:pic>
        <p:nvPicPr>
          <p:cNvPr id="3" name="Image 0" descr="C:\Projecten\eductus.nl\enterprise-architectuur\figuren\deel-01\fig_1_3_stakeh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6006" y="1371600"/>
            <a:ext cx="75169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Straks gereedschap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3: stakeholders &amp; architectuurvisie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8: ArchiMate-viewpoints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en concerns van de architectuurfunctie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Zwaartepunt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Enterprise-architect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 jr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samenhang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Businessarchitect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 jr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strategie → capabilities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Domeinarchitect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 jr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diepgang per domein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Solution-architect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3–18 mnd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één oplossing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architect beslist niet — de architect zorgt dat er goed beslist wordt.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371600" y="420624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belangrijkste zin van vandaag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praktijkregels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Adviseer in opties, niet in dictaten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 de taal van de concern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Wees aanwezig vóór het besluit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architectuurfunctie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Mensen + producten + processen + besluitvorming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bij een gevoeld probleem (B3), niet bij een dik document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Volgorde is strategie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Rollenspel: de architect adviseert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drietallen, wissel per 8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 Observant scoort op de drie praktijkregels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Nabespreking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formulering werkte?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sloeg dicht?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een raamwerk?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Gedeelde taal, methode, productenset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zelf het vak heruitvinden</a:t>
            </a:r>
            <a:endParaRPr lang="en-US" sz="1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TOGAF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Meest gebruikte EA-raamwerk wereldwijd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Hart: de ADM — visie → domeinen → realisatie → beheer (deel 2)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Raamwerk, geen wet: tailoring hoort erbij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deze cursus: TOGAF = methode · ArchiMate = taal · BIZBOK = BA-verdieping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6: elevator pitch architectuurfunctie (max. 200 woorden)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05840" y="3017520"/>
            <a:ext cx="9784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Inleveren vóór deel 2 · peer feedback bij de start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 is de embryonale versie van uw capstone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keer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2: de ADM — de motor van TOGAF, fase voor fase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2026-08-17T14:47:36Z</dcterms:created>
  <dcterms:modified xsi:type="dcterms:W3CDTF">2026-08-17T14:47:36Z</dcterms:modified>
</cp:coreProperties>
</file>