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1 · DEEL 4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Businessarchitectuur: capabilities, waardestromen en het begrippenkader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0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feedback visie-hoofdstuk 1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min, tweetallen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1 "Herkent élke stakeholder uit de top-3 zijn concern?" Extra check: meetlat bij elk doel?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Vandaag lossen we op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Spoiler: dat was geen slordigheid.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datakant (bronnen, structuur, eigenaarschap) → deel 5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188720"/>
            <a:ext cx="73152" cy="411480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280160" y="1188720"/>
            <a:ext cx="9784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COO in het MT: "Als werkgevers straks alles digitaal aanleveren — wélk werk verdwijnt er dan, en welk werk komt erbij?"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4663440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de flap schrijven. Blijft hangen tot het eind.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 is een fase B-vraag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dit overslaat, bouwt een portaal voor het werk van gisteren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Vandaag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55448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2563A8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554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1554480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Capabilities: het stabiele skelet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2212848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2563A8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21284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221284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Vijf begrippen die door elkaar lopen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871216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2563A8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87121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2871216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Waardestromen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3529584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2563A8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52958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63040" y="3529584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begrippenkader — B7 ontknoopt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4187952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2563A8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41879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463040" y="4187952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Baseline, target en de COO-vraag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Premie-inning · Werkgeversgegevensbeheer · Deelnemercommunicatie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Waarom die abstractie?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10881360" cy="914400"/>
        </p:xfrm>
        <a:graphic>
          <a:graphicData uri="http://schemas.openxmlformats.org/drawingml/2006/table">
            <a:tbl>
              <a:tblPr/>
              <a:tblGrid>
                <a:gridCol w="5440680"/>
                <a:gridCol w="54406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Beschrijving via…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houdbaar tot…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systemen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vervanging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afdelingen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reorganisatie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processen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het verbetertraject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capabilities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decennia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capability map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Richtinggevend · Kern · Ondersteunend — drie niveaus diep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Tekenregel 1: vermogens-taal, geen procesnamen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Tekenregel 2: één capability op één plek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mapping: de kaart gaat werken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rood/oranje/groen naar prestatie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dezelfde kaart, andere kleuren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verschuiving ís de investeringsagenda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kaart verandert niet — de kleuren wel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Vijf begrippen uit elkaar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min, individueel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acht formuleringen, werkboek p. 1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2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capability map werkgeversdomein + heat map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min, drietallen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1 Elke kleur gemotiveerd met een casusfeit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Vijf begrippen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(wat kunnen we) · proces (hoe, in volgorde) · functie (welk werk clusteren we) · business service (wat bieden we aan, met welke afspraak) · afdeling (wie is er van)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"Een portaal"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Nieuwe capabilities nodig? Waarschijnlijk niet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Nieuwe processen? Zeker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Andere organisatie? → de COO-vraag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Waardestroom</a:t>
            </a:r>
            <a:endParaRPr lang="en-US" sz="2600" dirty="0"/>
          </a:p>
        </p:txBody>
      </p:sp>
      <p:pic>
        <p:nvPicPr>
          <p:cNvPr id="3" name="Image 0" descr="C:\Projecten\eductus.nl\enterprise-architectuur\figuren\deel-04\fig_4_2_waardestroom_heat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55196" y="1371600"/>
            <a:ext cx="7078559" cy="44805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9893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Waardelevering aan een afnemer, in fasen, van trigger tot waarde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Waardestroom ≠ proces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Waardestroom: van búiten naar binnen, tussenwaarde per fase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Proces: van binnen naar binnen, handelingen in volgorde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Proces-diepgang → de BPMN-cursus; hier: architectuurniveau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3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Waardestroom × capability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min, drietallen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matrix, werkboek p. 2 Waar concentreert de Van Dijk-pijn zich? Klopt de matrix met jullie heat map?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B7 ontknoopt: drie redelijke mensen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Werkgeversdiensten: de contractpartij (De Boer = 1 klant)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Premie-administratie: de aanlevereenheid (De Boer = 4)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Deelnemersadministratie: de dienstverbandcontext (Zuid, ook na de fusie)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fout was niet dat er drie betekenissen waren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fout was dat niemand ze naast elkaar had gelegd.</a:t>
            </a:r>
            <a:endParaRPr lang="en-US" sz="1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begrippenkader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"Een contractpartij heeft één of meer aanlevereenheden"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"Een dienstverband verwijst naar een aanlevereenheid op een peildatum"</a:t>
            </a:r>
            <a:endParaRPr lang="en-US" sz="1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Niet: één definitie wint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Eerst betekenis (fase B), dan structuur (fase C — deel 5)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4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"Werkgever" gefileerd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min, viertallen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2 Incl. de casus Bakkerij De Boer en het rollenspel (10 min)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Boer-toets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Hoeveel klanten? · Hoeveel aanlevereenheden in 2022 / nu?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 hoort het dienstverband van mevrouw Jansen — toen en nu?</a:t>
            </a:r>
            <a:endParaRPr lang="en-US" sz="1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Waarom niet gewoon één definitie kiezen?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"verliezende" afdelingen bouwen schaduwadministraties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Impliciet, ongedocumenteerd, onvindbaar — de B7 van over vijf jaar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Expliciet-en-verbonden verslaat uniform-en-omzeild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→ target → gap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kaart + kleuren, waardestroom + pijnfasen, begrippenkader, organisatie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zelfde kaart anders gekleurd; validatie bij de bron; het stelsel geldend</a:t>
            </a:r>
            <a:endParaRPr lang="en-US" sz="1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COO-vraag beantwoord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Verdwijnt: herstelwerk achteraf (belrondes, uitzoekwerk, correcties over drie afdelingen)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Komt erbij: beheer aan de voorkant (validatieregels, aanleveraarondersteuning, kaderbewaking) + uitzonderingsbehandeling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 werk voor wie blijft → de OR moet als eerste aan tafel</a:t>
            </a:r>
            <a:endParaRPr lang="en-US" sz="1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B en BIZBOK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technieken zijn BIZBOK · de veranderfocus is TOGAF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TOGAF: beschrijven voor de opgave · BIZBOK: de blijvende beschrijving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BA-profiel? → deel 12 en 25, Open CA-specialisatie Business Architect</a:t>
            </a:r>
            <a:endParaRPr lang="en-US" sz="1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801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HUISWERK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5: visie-hoofdstuk 2 (max. 2 A4) — mét expliciet antwoord op de COO-vraag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05840" y="3017520"/>
            <a:ext cx="97840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Feedbackvraag deel 5: "kan de COO hiermee het OR-gesprek in?"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743200"/>
            <a:ext cx="10332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Volgende keer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 5: fase C-data — het begrippenkader wordt datastructuur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2026-08-17T14:47:39Z</dcterms:created>
  <dcterms:modified xsi:type="dcterms:W3CDTF">2026-08-17T14:47:39Z</dcterms:modified>
</cp:coreProperties>
</file>