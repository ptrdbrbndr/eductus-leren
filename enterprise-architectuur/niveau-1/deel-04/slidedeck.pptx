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Businessarchitectuur: capabilities, waardestromen en het begrippenkader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visie-hoofdstuk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"Herkent élke stakeholder uit de top-3 zijn concern?" Extra check: meetlat bij elk doel?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lossen we 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dat was geen slordigheid.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datakant (bronnen, structuur, eigenaarschap) → deel 5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COO in het MT: "Als werkgevers straks alles digitaal aanleveren — wélk werk verdwijnt er dan, en welk werk komt erbij?"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flap schrijven. Blijft hangen tot het eind.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fase B-vraag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dit overslaat, bouwt een portaal voor het werk van gisteren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het stabiele skelet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begrippen die door elkaar lopen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Waardestromen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begrippenkader — B7 ontknoopt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target en de COO-vraag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Premie-inning · Werkgeversgegevensbeheer · Deelnemercommunicatie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die abstractie?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Beschrijving via…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houdbaar tot…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vervanging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afdelingen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reorganisatie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verbetertraject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decennia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capability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Richtinggevend · Kern · Ondersteunend — drie niveaus diep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Tekenregel 1: vermogens-taal, geen procesnamen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Tekenregel 2: één capability op één plek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mapping: de kaart gaat werken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rood/oranje/groen naar prestatie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dezelfde kaart, andere kleuren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verschuiving ís de investeringsagenda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kaart verandert niet — de kleuren wel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begrippen uit elkaar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formuleringen,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capability map werkgeversdomein + heat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Elke kleur gemotiveerd met een casusfeit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begrippen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(wat kunnen we) · proces (hoe, in volgorde) · functie (welk werk clusteren we) · business service (wat bieden we aan, met welke afspraak) · afdeling (wie is er van)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"Een portaal"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capabilities nodig? Waarschijnlijk niet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processen? Zeker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organisatie? → de COO-vraag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Waardestroom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4_2_waardestroom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196" y="1371600"/>
            <a:ext cx="7078559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Waardelevering aan een afnemer, in fasen, van trigger tot waarde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Waardestroom ≠ proces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Waardestroom: van búiten naar binnen, tussenwaarde per fase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Proces: van binnen naar binnen, handelingen in volgorde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Proces-diepgang → de BPMN-cursus; hier: architectuurniveau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Waardestroom × capability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matrix, werkboek p. 2 Waar concentreert de Van Dijk-pijn zich? Klopt de matrix met jullie heat map?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ontknoopt: drie redelijke mensen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Werkgeversdiensten: de contractpartij (De Boer = 1 klant)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Premie-administratie: de aanlevereenheid (De Boer = 4)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Deelnemersadministratie: de dienstverbandcontext (Zuid, ook na de fusie)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fout was niet dat er drie betekenissen waren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fout was dat niemand ze naast elkaar had gelegd.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begrippenkader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"Een contractpartij heeft één of meer aanlevereenheden"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"Een dienstverband verwijst naar een aanlevereenheid op een peildatum"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één definitie wint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betekenis (fase B), dan structuur (fase C — deel 5)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"Werkgever" gefileerd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Incl. de casus Bakkerij De Boer en het rollenspel (10 min)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Boer-toets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klanten? · Hoeveel aanlevereenheden in 2022 / nu?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hoort het dienstverband van mevrouw Jansen — toen en nu?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niet gewoon één definitie kiezen?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"verliezende" afdelingen bouwen schaduwadministraties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Impliciet, ongedocumenteerd, onvindbaar — de B7 van over vijf jaar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Expliciet-en-verbonden verslaat uniform-en-omzeild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target →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kaart + kleuren, waardestroom + pijnfasen, begrippenkader, organisatie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zelfde kaart anders gekleurd; validatie bij de bron; het stelsel geldend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COO-vraag beantwoord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Verdwijnt: herstelwerk achteraf (belrondes, uitzoekwerk, correcties over drie afdelingen)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erbij: beheer aan de voorkant (validatieregels, aanleveraarondersteuning, kaderbewaking) + uitzonderingsbehandeling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 werk voor wie blijft → de OR moet als eerste aan tafel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en BIZBOK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technieken zijn BIZBOK · de veranderfocus is TOGAF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TOGAF: beschrijven voor de opgave · BIZBOK: de blijvende beschrijving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BA-profiel? → deel 12 en 25, Open CA-specialisatie Business Architect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5: visie-hoofdstuk 2 (max. 2 A4) — mét expliciet antwoord op de COO-vraag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Feedbackvraag deel 5: "kan de COO hiermee het OR-gesprek in?"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5: fase C-data — het begrippenkader wordt datastructuur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2026-08-17T11:54:46Z</dcterms:created>
  <dcterms:modified xsi:type="dcterms:W3CDTF">2026-08-17T11:54:46Z</dcterms:modified>
</cp:coreProperties>
</file>