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Principes, standaarden en governance-basis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visie-hoofdstuk 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"Zegt de COO na tien seconden: 'ja, dít is hoe het samenhangt'?"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COO: "Over acht maanden gaat er iets gebeuren waar niemand nu aan dacht. Wie beslist dan? Ik wil niet weer een stuurgroep die alleen op tijd en geld let."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Stilte. Dat is B9. Letterlijk.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 bevindingenflap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9\fig_9_1_coo_vraag_tijdlij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7093" y="1371600"/>
            <a:ext cx="7854766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✓ · B5 ✓ · B7 ✓ · B11 ✓ · B12 ✓ · B14 ✓ · B9 — vandaag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Architectuurprincipes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E en F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G en 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gremium — de cliffhanger lost op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nu pas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kondigde principes aan (deel 1) —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 pas weet u waaróver ze moeten gaan.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visie, het landschap, het kader leverden de stof.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versus standaard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Standaard: "gebruik de IAM-Suite" — concreet, vervangbaar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Principe: "identiteit centraal en eenmalig, nooit lokaal gedupliceerd" — blijvend, verklaart waarom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Verdwijnt de IAM-Suite? Het principe kiest de volgende standaard.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standaardvorm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principe zonder implicaties is een wens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goed principe kost iemand iets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principes voor Meridiaan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waarheid per gegeven (B7)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Vermogens vóór systemen (B12)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Afwijken mag, verdwijnen niet (deel 7)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architect adviseert, de business beslist (deel 1)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valkuilen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principe dat een standaard is → veroudert bij de volgende systeemwissel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principe dat een wens is → stuurt niets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Toets: overleeft een technologiewissel? Kost het iemand iets?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eigen principes formuleren + ruilen en opsporen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E: van gap naar werkpakket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Werkpakketten: nieuw kanaal · ontsluiten PremiePlus · PA-Macro-kennis migreren · oud portaal uit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Transitiearchitecturen: elke tussenstap zelf coherent — geen half afgebouwd landschap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fasen, drie besluitmomenten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nieuw kanaal live, oud portaal read-only (het vangnet)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oud portaal uit, kennis volledig gemigreerd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volledige ontsluiting, standaarden verplicht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F: het plan landt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Architectuurbijdrage: afhankelijkheden, niet de planning zelf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"Kanaal kan niet live vóór IAM-Suite de dienst draagt" = architectuur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"Team X heeft in mei geen capaciteit" = planning — beide horen erin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Transitiearchitectuur voor het werkgeversdossier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G: het Architecture Contract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Vooraf: kaders vastgelegd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Onderweg: adviseren, niet beslissen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afwijking: beargumenteerd, kosten zichtbaar, vervaldatum, gelogd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Poortwachter versus adviseur, opnieuw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Toetsing alléén aan het eind = poortwachterij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Toetsing vroeg en herhaald = architectuur die haar waarde bewíjst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H: levend houden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 klein → verwerken · groot → nieuwe cyclus, dít keer vanaf fase 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waarde van de functie zichtbaar maken: minder herstelwerk, minder ongelogde afwijkingen, snellere doorlooptijd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Architecture Contract voor "nieuw aanleverkanaal"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Minimaal drie toetsmomenten, verspreid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gremium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keer beloofd (deel 7, deel 8) — vandaag de invulling.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een tweede stuurgroep. Wel de instantie die B9 miste.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Samenstelling: mandaat + kennis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Géén los "architectenoverleg"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gremium wél en niet doet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Stelt vast: principes, standaarden, escalaties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Beslist niet over individuele projectkeuzes binnen de kaders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Vervangt niet de stuurgroep — bewaakt ernáást, op samenhang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gremium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min, viertallen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samenstelling, cadans, eerste besluiten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doorlopende les, laatste keer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 zonder ventiel → explosie (deel 7)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Ventiel zonder kader → willekeur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Kader + ventiel zonder instantie → een goede bedoeling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gremium ís de instantie.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het document loste het op — het mechanisme dat het actueel houdt, deed dat.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420624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zeven bevindingen, teruggelezen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Hoofdstuk 7: governance — het laatste hoofdstuk vóór de capstone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2026-08-17T14:47:43Z</dcterms:created>
  <dcterms:modified xsi:type="dcterms:W3CDTF">2026-08-17T14:47:43Z</dcterms:modified>
</cp:coreProperties>
</file>