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Technologiearchitectuur: het kader, het ventiel en het log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visie-hoofdstuk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"Kan de CFO aflezen waar geld heen moet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— "technologiekeuzes per deelproject, zonder toetsing aan een gemeenschappelijk kader"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dit wordt het minst technische technologiedeel dat u ooit volgt.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erfenis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07\fig_7_1_drie_sta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726" y="1371600"/>
            <a:ext cx="78735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kwamen die keuzes tot stand?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ontwikkelaars kenden dat framework al"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leverancier bood een pakketdeal"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 was niemand die er iets van vond"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"Gewoon één standaard voor alles, en daar wijkt niemand meer van af."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gewetensvraag van vandaag. Antwoord na de pauze.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 als laatste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dient applicaties, die dienen gegevens, die dienen de business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praktijk mag iteratief zijn — de bewijslast blijft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 in diensten (blijvend), niet producten (vergankelijk) — ABB/SBB op techniekniveau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in producten denkt, schrijft zijn architectuur in vergankelijke inkt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Diensten, geen producten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uitspraken vertalen, werkboek p. 1 Pas op voor nummer 7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standaardenkader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Vaststeller · datum · herzieningsmoment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statussen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Verplicht — hier bouw je op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Aanbevolen — goede default; gemotiveerd afwijken kan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Gedoogd — bestaand mag blijven, nieuw niet: de uitsterfstatus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Verboden — ook bestaand moet weg, mét einddatum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Gedoogd: de status die iedereen mist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óf illegaal → ondergronds (u kent het patroon)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óf stilzwijgend legitiem → groeit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ontwerpprincipes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min mogelijk standaarden, zo veel mogelijk gedekt — elke extra invulling: dubbele beheerlast, half schaalvoordeel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standaardroute is de makkelijkste route — de wortel verslaat de stok (→ deel 19)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kader vullen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diensten, statussen, uitsterfpaden, werkboek p. 2 En: welke status krijgt de server die niemand durft uit te zetten?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"niemand wijkt af" faalt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zíjn legitieme afwijkingen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verbod zonder ventiel bouwt druk — en druk zoekt een uitweg: ondergronds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afwijkingenproces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07\fig_7_2_afwijkingenpro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371600"/>
            <a:ext cx="9601200" cy="41286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63740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Afwijken mag — vooraf en beargumenteerd  ·  De aanvrager draagt de meerkosten zichtbaar  ·  Elke afwijking krijgt een vervaldatum of migratiepad  ·  Alles in het Governance Log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B5: gesloten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kader zonder ventiel faalt door explosie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ventiel zonder kader is WGP 2.0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afwijkingenformulier + de regelengine-aanvraag + rollenspel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 Let op: dit is een stérke aanvraag. Wat doet dat met je oordeel?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taal van fase 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heten niet-functioneel en zijn het meest functionele wat er 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boven afgeleid (concerns!) · toetsbaar · per dienst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rangorde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"Vier uur niet kunnen aanleveren" vs "één aanlevering kwíjt"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Dát gesprek is fase D op zijn best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eisen voor het aanleverkanaal, uit concerns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 Plus: de leverancier belooft 99,99%. Onder de indruk?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concentratierisico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Concentratie — wat valt om als dit omvalt?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Afhankelijkheid — contract · techniek · kennis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Alternatief — geloofwaardig, en geloofwaardig gehóuden?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antwoord is zelden "vervangen"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Gegevens overdraagbaar · koppelvlakken op standaarden · kennis gedocumenteerd · contract herijkt mét alternatief op tafel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een onderhouden exit heeft, hoeft zelden te vertrekken — juist omdat de leverancier dat weet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En: DNB verwácht aantoonbare beheersing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leveranciersoordeel PremiePlus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 Incl. de DNB-alinea: proces en bewijs, geen geruststellingstaal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van zeven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✓ · B11 ✓ · B14 ✓ · B3 ✓ · B12 ✓ · B5 ✓ (vandaag)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domeinviertal is compleet: business · data · applicatie · technologie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de besturing die alles levend houdt → deel 9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6: visie-hoofdstuk 5 (max. 2 A4) — het laatste domeinhoofdstuk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0"/>
            <a:ext cx="9784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Feedbackvraag deel 8: "weet een projectleider die morgen start wat hij mag kiezen, wat niet, en waar hij heen moet met iets anders?"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8: ArchiMate — één tekentaal voor alles wat u beschreef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2026-08-17T14:47:41Z</dcterms:created>
  <dcterms:modified xsi:type="dcterms:W3CDTF">2026-08-17T14:47:41Z</dcterms:modified>
</cp:coreProperties>
</file>