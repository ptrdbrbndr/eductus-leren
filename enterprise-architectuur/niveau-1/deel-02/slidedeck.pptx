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motor van TOGAF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op de pitches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Eerst schriftelijk: "zou jouw MT capaciteit vrijmaken?" Dan pas het gesprek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directie is 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met een staart: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"Het werkgeversdossier moet opnieuw. Laat maar zien hoe dat gaat als het wél volgens een methode loopt."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cyclus in vogelvlucht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fasen: A t/m H + het centrum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Deliverables, artifacts, building blocks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alles woont: Continuum &amp; Repository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cyclus toegepast op het werkgeversdossier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2\fig_2_1_adm_cyc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288" y="1371600"/>
            <a:ext cx="37823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 1: de volgorde is een redenering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bij technologie begint, draait de redenering om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 deed dat — drie keer tegelijk (B5)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 2: B–C–D leveren telkens twee toestanden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(zonder: niet te plannen — B3)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(zonder: niet te toetsen — B14)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gap ertussen = grondstof voor E en F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 3: de cyclus eindigt niet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H beoordeelt wijzigingen → nieuwe ronde, passende scope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= doorlopende functie, geen project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verschil tussen een rapport en een stuur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Examensignaal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Fasenamen, -doelen en -volgorde: kernstof OGEA-101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hoort erbij, maar zit níet in de ring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Fasen herkennen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wandelganguitspraken,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Meridiaan: dat is deel 1 + vandaag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· Architecture Vision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concerns · doelen &amp; drijfveren · scope · risico's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Producten: Architecture Vision + Statement of Architecture Work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2.0: geen fase A → B11 én B14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· Business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processen, organisatie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komt BIZBOK de ADM binnen (deel 12)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 · Information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domeinen, definities, bronnen → het B7-antwoord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Applicatie: landschap, samenhang, dubbelingen → B3, B12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 · Technology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"welke technologie is het leukst" maar "wat geldt, waar wijken we bewust af, wie besluit"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B5-antwoord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Verdieping volgt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deel 3 · B → deel 4 · C-data → deel 5 · C-applicatie → deel 6 · D → deel 7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overgeslagen fase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Zelfde zeven bevindingen, nieuwe bril: van domein naar fase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E · Opportunities &amp; 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Werkpakketten · transitiearchitecturen · eerste routekaart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Hergebruik / kopen / bouwen — op landschapsniveau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F · Migration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die niet in de plannen landt, blijft papier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G · Implementation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Contract · toetsing · afwijkingen (afwijken mág — ongedocumenteerd niet)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2.0: er wás geen G (B9)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H · Change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Klein: verwerken · groot: nieuwe cyclus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Ook: herijken van principes en raamwerk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centrum: Requirements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fase produceert én consumeert requirements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Permanent: vastleggen → impact → besluit → gericht herzien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was óók een centrum-gebrek: er was geen plek om te landen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van de cyclus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breed/ondiep of smal/diep?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waterval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Iteratie binnen en tussen fasen (expliciet in de standaard)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Diepgang per cyclus verschilt — de afspraak dáárover ís fase 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Fasen kunnen parallel (data &amp; applicatie in C)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begrippen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beloof je (formeel, ondertekend)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maak je (catalogus · matrix · diagram)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block: hergebruik je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en SBB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ABB: de beschreven behoefte ("een dienst voor werkgeversauthenticatie")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SBB: de concrete invulling ("component X van leverancier Y")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vertaling ABB → SBB = het fase E-besluit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= geen ABB/SBB-administratie → herbouw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alles woont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2\fig_2_2_enterprise_continu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084" y="1371600"/>
            <a:ext cx="6272784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Library = thuisadres van het B5-antwoord  ·  Governance Log = het geheugen dat WGP 2.0 miste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Deliverable, artifact of building block?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onderweg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Eerst a-b schriftelijk, dan het rollenspel (8 min)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"nee", niet "ja" 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 → impact → besluit (bij de opdrachtgever) → gericht herzien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cyclus toegepast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 §7 reader: fase → wat zij voor het werkgeversdossier oplevert → cursusdeel)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uw routekaart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komende dagdelen lopen we deze tabel af — fase voor fase, bevinding voor bevinding.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6: de cyclus op één A4, voor de directie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jargon zonder uitleg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3: "snapt een niet-architect wat er gebeurt — én waarom dit keer wel?"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fase A — stakeholders, concerns en de architectuurvisie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uw stakeholderanalyse uit deel 1 (opdracht 4) mee.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2026-08-17T14:47:37Z</dcterms:created>
  <dcterms:modified xsi:type="dcterms:W3CDTF">2026-08-17T14:47:37Z</dcterms:modified>
</cp:coreProperties>
</file>