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kernlagen modelleren — alles uit deel 4-7, op de tekentafel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visie-hoofdstuk 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"Weet een projectleider morgen wat hij mag kiezen, wat niet, waar hij heen moet?"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 geen nieuwe bevinding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van zeven staan al. Vandaag bewaken we ze — met één taal.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hoofdstukken, één incident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8_1_vijf_hoofdstukken_vs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7058" y="1371600"/>
            <a:ext cx="8234836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COO: "Mooi, maar laat het me in één plaat zien."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Toevallig consistent ≠ samenhangend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zelfstandige documenten die toevallig klopten —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plaats van vijf uitzichten op één werkelijkheid.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een aparte taal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en aspecten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Basiselementen: van tekst naar element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kernrelaties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 wordt een diagram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1520" y="4846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model, veel views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niet gewoon tekst?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Niets houdt "capability X" in hoofdstuk 2 en 4 automatisch gelijk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ArchiMate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Dient precies het EA-probleem uit deel 1: samenhang zichtbaar maken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Procesdetail (taken, gateways)? → BPMN, eigen cursus. Hier: architectuurniveau.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kernlagen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geen vierde laag — leeft ín business/applicatie als object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aspecten, in elke laag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Structuur-actief — wie/wat is er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Gedrag — wat gebeurt er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Structuur-passief — wat wordt bewerkt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dit patroon alles 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 het patroon → u hoeft geen elementen uit het hoofd te leren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examen toetst classificeren, niet opsommen.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Twaalf begrippen classificeren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individueel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laag × aspect,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· Aggregation · Assignment · Realization · Serving · Access · Triggering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Relaties zijn geen decoratie — ze coderen een architectuurbewering.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valkuil: compositie vs. aggregatie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→ aggregation ("hoort bij")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 → composition ("is onderdeel van")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andere vijf, kort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Assignment: actief voert gedrag uit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Realization: maakt een abstractere concreet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Serving: levert functionaliteit aan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gedrag gebruikt/wijzigt een object (uw CRUD-matrix!)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Triggering: het ene gedrag leidt tot het andere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relatieparen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Waarom níet een van de andere zes?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 wordt een diagram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drietallen, whiteboard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Business → applicatie → technologie, met getypeerde relaties Géén ongetypeerde lijnen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ster van vier lijnen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Teken de vier validatie-plekken (deel 6) naar hetzelfde punt.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informatie als de matrix — nu onmogelijk te missen.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model, drie views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drie stakeholders uit deel 3, 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Simuleer de wijziging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Hernoem de capability. Welke view verandert mee — welke niet?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 verschil is het bewijs.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drie synchronisatiemomenten…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drie documenten drie keer checken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Wel: één model kloppend houden — views volgen vanzelf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Modelbeheer, kort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Eigenaarschap volgt de bronregistratie-logica (deel 5)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model is een gekende kopie, geen bron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en actueel &gt; groot en verouderd (SoAW-scope geldt ook hier)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overzichtsplaat voor de COO — begeleide start in de zaal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Valkuil: niet de encyclopedie. Wat mag weg?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Hoofdstuk 6: de overzichtsplaat + leeswijzer (max. halve A4)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9: "zegt de COO na tien seconden: 'ja, dít is hoe het samenhangt'?"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9: fase E t/m H — principes, standaarden, governance-basis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gremium waar we al drie keer naar verwezen hebben — eindelijk vorm.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2026-08-17T11:54:48Z</dcterms:created>
  <dcterms:modified xsi:type="dcterms:W3CDTF">2026-08-17T11:54:48Z</dcterms:modified>
</cp:coreProperties>
</file>