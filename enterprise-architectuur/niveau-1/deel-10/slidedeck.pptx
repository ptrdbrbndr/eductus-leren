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en capstone: de architectuurvisie verdedigd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is anders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Proefexamen (ochtend)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Capstone-verdediging voor "de directie" (middag)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opdracht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twee weken (in de casus): u presenteert en verdedigt uw visie voor het voltallige MT.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 vandaag: gaat de directie door met budget voor fase E-F?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examenformat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OGEA-101: meerkeuze, vaste tijd, classificatie boven definities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ArchiMate Part 1: elementen, relaties, viewpoints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vraagstijlen: definitie · scenario · volgorde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Preliminary B) Fase A C) Fase E D) Fase 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welke ADM-fase wordt het Statement of Architecture Work opgesteld?"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Direct gebruiken B) Aanvraag vóóraf indienen C) Wachten op volgende cyclus D) Negeren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"Team wil afwijken van een standaard, met goede reden. Eerste stap?"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Proefexamen: 20 vragen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min, individueel, gesloten boek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Nakijken (tweetallen)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Antwoordmodel achterin — bij elke fout: welke examenvalkuil speelde hier?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Preliminary/A · baseline/target · stakeholder/concern · capability/proces · deliverable/artifact/building block · ABB/SBB · gedoogd/aanbevolen · compositie/aggregatie · principe/standaard/wens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grootste puntenverliezer: compositie/aggregatie.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visie samenvoegen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hoofdstukken, één consistent geheel, 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 voorbereiden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individueel + peer-check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spreekaantekeningen, geen uitgeschreven tekst, 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directie beoordeelt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Herkent elke stakeholder zijn concern?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 samenhang aantoonbaar, niet alleen beweerd?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elk advies een advies — besluit expliciet bij de directie?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het opgeloste, opgelost?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(2') → overzichtsplaat eerst (3') → advies (3') → vragen (10-15') → afsluiting (1')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hoofdstuk 1 eerst — de plaat toont meteen de samenhang.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vragenronde: negen delen in de praktijk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het onderliggende punt vóór u antwoordt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Verzwak het advies niet, verberg de trade-off niet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het besluit waar het hoort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capstone-verdedigingen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 per deelnemer, MT-rollen rouleren, werkboek p. 3-4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de boog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patroon dat vier keer terugkwam: kader + ventiel + log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 herkennen was het echte leerdoel — niet de losse feiten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Casus schaalt op: Programma Mutatieplatform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2026-08-17T14:47:44Z</dcterms:created>
  <dcterms:modified xsi:type="dcterms:W3CDTF">2026-08-17T14:47:44Z</dcterms:modified>
</cp:coreProperties>
</file>