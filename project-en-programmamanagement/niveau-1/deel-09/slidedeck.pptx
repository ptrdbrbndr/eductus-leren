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9: IPMA-D — wat PRINCE2 niet dekt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Methode vs. competentiebaseline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PRINCE2: voorgeschreven manier van werken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IPMA/ICB4: wat een professional persoonlijk moet kunnen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eye of competence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9\figuren\9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(5) · People (10) · Practice (13)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IPMA-D: het instapniveau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Kennisgericht examen: ± 50% meerkeuze, ± 50% open/rekenvragen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toevoegt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Gedrag en leiderschap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Stakeholderanalyse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Netwerkplanning en kritieke pad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Financiële basiskennis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Tuckman: groepsdynamica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 → Storming → Norming → Performing → (Adjourning)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Storming is normaal, geen mislukking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9-2 — Tuckman-curve met interventies per fase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9\figuren\9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Situationeel leiderschap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Sturen → Coachen → Steunen → Delegeren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Afgestemd op bekwaamheid en betrokkenheid per taak, niet één vaste stijl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Onderhandelen en conflict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Conflictstijlen: forceren, vermijden, aanpassen, compromis, samenwerken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Positie vs. belang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Macht/belang-matrix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Hoge macht/hoog belang: nauw betrekken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Hoge macht/laag belang: tevreden houden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 macht/hoog belang: geïnformeerd houden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 macht/laag belang: minimale inspanning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9-3 — 2×2-matrix met vier kwadranten en aanpak per kwadrant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 belang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 belang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Hoge macht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Nauw betrekken, actief managen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Tevreden houden, niet overvragen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Lage macht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Geïnformeerd houden, serieus nemen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Minimale inspanning, monitoren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Netwerkplanning: opzet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Activiteiten, doorlooptijd, voorgangers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Voorwaartse doorrekening: vroegst mogelijke start/einde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Achterwaartse doorrekening: laatst toelaatbare start/einde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Speling en het kritieke pad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Speling = laatst toelaatbaar − vroegst mogelijk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Kritieke pad = activiteiten met 0 speling → bepaalt de einddatum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9-4 — netwerkdiagram met kritieke pad gemarkeerd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9\figuren\9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Earned Value Analysis: drie kerngetallen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— begrote waarde van gepland werk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— begrote waarde van voltooid werk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— werkelijke kosten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EVA: afwijkingen en indices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= EV − PV (schema)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EV − AC (kosten)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= EV ÷ PV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= EV ÷ AC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EVA: rekenvoorbeeld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€40.000 · EV €32.000 · AC €38.000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−8.000 · CV −6.000 · SPI 0,80 · CPI ≈ 0,84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9-5 — EVA-grafiek met PV/EV/AC-lijnen over tijd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9\figuren\9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Financiële basiskennis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 vs. winst-en-verliesrekening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Onderbouwing van de investeringsanalyse (deel 3)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 op Meridiaan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Stakeholderanalyse, netwerkplanning en EVA voor de herstart van WGP 2.0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10: examentraining + de PID-capstone — het laatste deel van niveau 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2026-08-17T07:46:48Z</dcterms:created>
  <dcterms:modified xsi:type="dcterms:W3CDTF">2026-08-17T07:46:48Z</dcterms:modified>
</cp:coreProperties>
</file>