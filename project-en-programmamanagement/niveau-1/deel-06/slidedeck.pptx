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6: Risk en Progress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laatste twee practices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onzekerheid beheren vóórdat het een issue wordt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 voortgang bewaken, escaleren waar nodig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Samen: principe 5, manage by exception, in de praktijk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Risico: neutraal begrip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Onzekere gebeurtenis die, als die zich voordoet, invloed heeft op de doelstellingen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Bedreigingen én kansen — actief allebei beheren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Vijf 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→ Assess → Plan → Implement → Communicate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6-1 — processchema vijf stappen Risk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71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Kernactiviteit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Identify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Risicocontext bepalen, lessen/logs raadplegen, risico's benoemen als oorzaak → gebeurtenis → effect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Assess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Beoordelen op probability, impact, proximity, velocity en exposure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 kiezen: bedreigingen (vermijden/verminderen/overdragen/delen/accepteren) of kansen (benutten/vergroten/delen/afwijzen)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Implement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Gekozen respons uitvoeren door de risicoactie-eigenaar; uitvoering wordt gevolgd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Communicate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Risico-informatie continu delen met stakeholders via de reguliere rapportages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Identificeren: oorzaak → gebeurtenis → effect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onvoldoende bezetting (oorzaak) → training vertraagd (gebeurtenis) → projectvertraging (effect)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Beoordelen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× impact (tegen 6 prestatiedoelen)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— wanneer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— hoe snel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— mate van blootstelling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6-2 — probability/impact-grid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6\figuren\6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Inherent vs. restrisico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Inherent: vóór respons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Restrisico: ná respons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 toont of de respons echt genoeg terugbrengt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Reageren: bedreigingen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Vermijden · Verminderen · Overdragen · Delen · Accepteren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Reageren: kansen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Benutten · Vergroten · Delen · Afwijzen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Eigenaarschap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Risico-eigenaar: beheert het risico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Risicoactie-eigenaar: voert de respons uit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precies wat ontbrak bij bevinding 6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Progress: doel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Levensvatbaarheid toetsen, plan vs. werkelijkheid vergelijken, corrigeren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mechanisme achter manage by exception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Tijdgedreven vs. gebeurtenisgedreven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Tijdgedreven: vaste intervallen, ongeacht gebeurtenissen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Gebeurtenisgedreven: getriggerd door een specifiek moment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6-3 — tijdlijn met vaste intervallen (Highlight) vs. triggerpunten (Exception, End Stage)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6\figuren\6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Rapportagehiërarchie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Teammanager → PM: Checkpoint Report (tijdgedreven)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→ stuurgroep: Highlight Report (tijdgedreven), End Stage Report &amp; Exception Report (gebeurtenisgedreven)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examenval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Report: altijd tijdgedreven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Report: altijd gebeurtenisgedreven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 verwisselen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 zeven bevindingen: de balans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9776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 (deel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Geen levende business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continued business justification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Case (deel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Stuurgroep zonder bevoegdheid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roles, responsibilities, relationships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Organizing (deel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Eén grote fase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by stages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/ Plans (deel 4, 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Activiteitenplanning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 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 (deel 4) + Quality (deel 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Geen toleranties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by exception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(deel 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Risicolijst zonder eigenaren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from experience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(deel 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Geen zicht op baten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 to suit the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Case (deel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7: de processen — hoe alles chronologisch samenkomt, te beginnen bij Starting up a 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2026-08-17T07:33:50Z</dcterms:created>
  <dcterms:modified xsi:type="dcterms:W3CDTF">2026-08-17T07:33:50Z</dcterms:modified>
</cp:coreProperties>
</file>