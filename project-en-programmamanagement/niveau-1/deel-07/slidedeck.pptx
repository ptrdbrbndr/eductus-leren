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7: Opstarten, initiëren, sturen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bouwstenen naar tijdlijn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3–6: zeven practices, los behandeld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7–8: zeven processen — hoe ze chronologisch samenkomen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7-1 — tijdlijn van alle zeven processen, SU t/m CP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7\figuren\7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Directing a Project: geen fase, maar doorlopend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Loopt van begin tot eind naast de andere processen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SU, IP, én DP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up a Project: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dit project de moeite van het opstarten waard?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Bewust lichtgewicht — slechte projecten vroeg stoppen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SU: trigger en eerste stap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het projectmandaat (van corporate/programmaniveau)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stap: Executive en projectmanager benoemen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SU: activiteiten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Lessen ophalen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samenstellen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business case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Product Description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Projectaanpak kiezen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1148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Initiatiefase plannen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SU: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 + initiation stage plan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verzoek aan stuurgroep om te mogen initiëren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Initiating a Project: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solide basis leggen vóór significante uitgaven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 dan SU: een volwaardige, eerste beheersfase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IP: activiteiten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Tailoring vastleggen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Risico-, kwaliteit-, issue- en communicatieaanpak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Projectbesturing (toleranties)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case: outline → detailed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7-2 — IP-activiteiten gekoppeld aan de zes practices uit deel 3-6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4747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(deel)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IP-activiteit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Case (deel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case verder uitwerken: van outline naar detailed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 (deel 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Project Plan opstellen — met volledige product-based planning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(deel 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kwaliteitsmanagementaanpak opstellen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 (deel 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issue- en wijzigingsbeheeraanpak opstellen, inclusief configuratiemanagement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(deel 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risicomanagementaanpak opstellen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(deel 6 / principe 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Communicatiemanagementaanpak (o.a. Highlight Reports) + toleranties per niveau vaststellen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IP: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Project Initiation Document (PID)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Gebaseerd — de maatstaf voor de rest van het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Komt terug in deel 10 (capstone)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Directing a Project: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Sturen via besluiten op sleutelmomenten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zich met de uitvoering te bemoeien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DP: vijf besluiten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Initiatie autoriseren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Project autoriseren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Fase/exceptieplan autoriseren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Ad-hocsturing geven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Afsluiting autoriseren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DP niet aan één fase gebonden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Ad-hocsturing tussen geplande momenten door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wat ontbrak bij bevinding 2 en 3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drie processen in samenhang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7\figuren\7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8: Controlling a Stage, Managing Product Delivery, Managing a Stage Boundary, Closing a 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2026-08-17T07:33:39Z</dcterms:created>
  <dcterms:modified xsi:type="dcterms:W3CDTF">2026-08-17T07:33:39Z</dcterms:modified>
</cp:coreProperties>
</file>