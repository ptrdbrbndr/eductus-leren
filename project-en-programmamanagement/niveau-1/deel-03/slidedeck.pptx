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3: Business Case en Organizing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principe naar practice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Principes: waarom (niet tailorbaar)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Practices: hoe (wel tailorbaar, functie blijft)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Vandaag: Business Case (principe 1) en Organizing (principe 3)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Case: doel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Mechanisme om doorlopend te toetsen: wenselijk, haalbaar, uitvoerbaar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 op bevinding 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waardeketen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3\figuren\3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→ Capability → Outcome → Benefit / Dis-benefit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vs. outcome: de vuistregel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je het aanraken/aanwijzen? → output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Beschrijft het een verandering in gedrag/situatie? → outcome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Dis-benefit ≠ risico: vrijwel zeker, niet onzeker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Business-opties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Niets doen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minimum doen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Iets doen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 compliance: soms afgezet tegen consequenties van niet-handelen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ontwikkelpad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up → outline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Initiating → detailed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Elke faseovergang → updated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→ verified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3-2 — tabel proces × status business case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Processtap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van de business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up a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Outline business case — grove inschatting, onderdeel van de project brief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Initiating a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business case — volledig uitgewerkt, onderdeel van het PID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Elke faseovergang / managing a stage boundary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business case — herijkt tegen de actuele situatie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a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business case — getoetst of de voorspelde baten aannemelijk (nog) haalbaar zijn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Investeringsanalyse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life cost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Terugverdientijd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cash flow / netto contante waarde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Rollen bij de business case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Executive: bezit de business case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Manager: stelt op en onderhoudt namens de Executive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Organizing: drie belangen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→ Executive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Gebruiker → Senior User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Leverancier → Senior Supplier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Zeven rollen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· Senior User · Senior Supplier · Project Manager · Team Manager · Project Assurance · Project Support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(teruggebracht van negen naar zeven in de 7e editie)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3-3 — organogram met vier niveaus en zeven rollen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718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Rol(len)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Corporate/programma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Buiten de projectorganisatie — geeft het projectmandaat af, stelt projectbrede toleranties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Directing (stuurgroep)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 · Senior User · Senior Supplier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Ondersteunend (niet aan één niveau gebonden)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Assurance · Project Support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niveaus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Corporate/programma → Directing (stuurgroep) → Managing (projectmanager) → Delivering (teammanager)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Combineren: wat mag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User + Senior Supplier: kan, mits geen belangenconflict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Support + Team Manager: kan bij kleine projecten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Authority: optioneel, vaak gedelegeerd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Combineren: de harde regel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+ Project Manager: NOOIT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Assurance: nooit gedelegeerd aan wie het zelf controleert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3-4 — doorgestreept organogram Executive=PM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3\figuren\3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bevinding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 benoemen ≠ een projectorganisatie inrichten die kan sturen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2.0: titels wel, mandaat niet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Meridiaan: eerste schets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Executive: directielid digitaliseringsstrategie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User: hoofd Klantcontact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Supplier: IT-directeur / leverancier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Komt terug in deel 10 (capstone)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4: Plans — van Focus on products naar een productgerichte planning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2026-08-17T07:32:22Z</dcterms:created>
  <dcterms:modified xsi:type="dcterms:W3CDTF">2026-08-17T07:32:22Z</dcterms:modified>
</cp:coreProperties>
</file>