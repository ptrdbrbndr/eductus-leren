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10: Examentraining en capstone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 en Programmamanagement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doelen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Examentraining: PRINCE2 7 Foundation (en IPMA-D)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het PID van WGP 2.0 verdedigd voor een stuurgroep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PRINCE2 Foundation: het format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vragen · 60 minuten · 60% (36/60) · closed book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vraagvormen: standaard, missing-word, lijst, negatief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klassieke examenvallen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Principe vs. practice/proces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Tijdgedreven vs. gebeurtenisgedreven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Issue vs. risico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10-1 — drie vallen met een voorbeeld per val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965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Examenval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Onderscheid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Principe vs. practice/proces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Principes worden nooit getailord — practices en processen wel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Tijdgedreven vs. gebeurtenisgedreven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Een Highlight Report is altijd tijdgedreven, een Exception Report altijd gebeurtenisgedreven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vs. risico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Een risico is onzeker, een issue is een feit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IPMA-D: herhaling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50% meerkeuze, ± 50% open/rekenvragen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Netwerkplanning en Earned Value Analysis moeten vlot zitten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Proefexamen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vragen, 20 minuten — simuleer het echte tempo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capstone-opdracht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Groepen van ca. vier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 het volledige PID op voor de herstart van WGP 2.0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Verdedig het voor een stuurgroep (Executive, Senior User, Senior Supplier)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het PID bevat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Tailoring · Business case · Rollen · PPD/PBS/PFD · Kwaliteitsaanpak · Issue-aanpak · Risicoregister · Toleranties · Stakeholderanalyse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10-2 — checklist met verwijzing naar deel 2-9 per onderdeel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498348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Onderdeel van het PID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Uitgewerkt 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Tailoring-verantwoording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Projectorganisatie (rollen)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PPD, PBS en PFD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Kwaliteitsmanagementaanpak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Issue- en wijzigingsbeheeraanpak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Risicomanagementaanpak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Communicatie- en voortgangsaanpak (toleranties)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Stakeholderanalyse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verdediging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20–25 minuten per groep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Korte presentatie + kritische bevraging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stuurgroep test: is dit écht voorkomen, of alleen genoemd?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beoordelingsrubric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Volledigheid en samenhang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Tailoring-verantwoording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Sluiting van de zeven bevindingen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Overtuigende verdediging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Zelfevaluatie vooraf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 je elke bevinding koppelen aan een concrete maatregel?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 je elke tailoring-keuze hardop verantwoorden?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hele boog van niveau 1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1-deel-10\figuren\10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Bevindingen → principes → practices → processen → IPMA-D → verdedigd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Vooruitblik niveau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project naar programma: het Programma Mutatieplatform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PRINCE2 Practitioner · MSP Foundation · IPMA-C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2026-08-17T07:33:31Z</dcterms:created>
  <dcterms:modified xsi:type="dcterms:W3CDTF">2026-08-17T07:33:31Z</dcterms:modified>
</cp:coreProperties>
</file>