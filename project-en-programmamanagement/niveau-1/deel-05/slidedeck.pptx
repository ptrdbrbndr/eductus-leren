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54864"/>
          </a:xfrm>
          <a:prstGeom prst="rect">
            <a:avLst/>
          </a:prstGeom>
          <a:solidFill>
            <a:srgbClr val="E9A13B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920240"/>
            <a:ext cx="7863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9A1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Niveau 1 · Deel 5: Quality en Issues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78638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Project- en Programmamanagement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640080" y="4480560"/>
            <a:ext cx="78638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Twee practices, één rode draad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voldoet het product aan de afspraak?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Issues: hoe gaan we om met wat toch anders loopt?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Beide bouwen voort op Plans (deel 4)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Van verwachting naar criterium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5\figuren\5-1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Breed en vroeg → specifiek en toetsbaar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MoSCoW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have — zonder dit is het product onbruikbaar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Should have — belangrijk, geen blokkade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Could have — wenselijk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Won't have for now — bewust uitgesteld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Drie onderdelen kwaliteitsmanagement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Kwaliteitsplanning — de aanpak vastleggen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Kwaliteitscontrole — het product toetsen (kwaliteitsregister)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Kwaliteitsborging — het proces toetsen, onafhankelijk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Vuistregel control vs. assurance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Control: is dit ding goed?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Assurance: wordt kwaliteit hier goed bewaakt?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bevinding 4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Plans: wéten wat een product moet zijn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Quality: ook echt tóetsen of het eraan voldoet — het sluitstuk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Issues: doel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Elk ongepland voorval dat actie vereist, gestructureerd vastleggen en afhandelen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Vier categorieën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Request for change — voorstel tot wijziging van de baseline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Off-specification — product voldoet niet aan specificatie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Problem/concern — al het overige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01752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01752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Ongecategoriseerd — tijdelijk, bij twijfel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Figuur 5-2 — beslisboom categorieën</a:t>
            </a:r>
            <a:endParaRPr lang="en-US" sz="24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71600"/>
          <a:ext cx="8229600" cy="246888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</a:tblGrid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Beschrijving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Voorbeeld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A8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for change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Voorstel om iets aan de baseline te wijzigen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Extra functionaliteit die niet in de oorspronkelijke scope zat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Off-specification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Product voldoet niet (of zal niet voldoen) aan zijn specificatie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Koppeling met kernsysteem verwerkt mutaties niet binnen de afgesproken twee seconden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Problem/concern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 het overige dat aandacht van de projectmanager vraagt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Twee stakeholders oneens over het gedrag van een functie, nog geen formeel verzoek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  <a:tr h="49377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Ongecategoriseerd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Bij eerste signalering nog niet duidelijk welke categorie van toepassing is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Tijdelijk, totdat de categorie alsnog wordt vastgesteld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Concessie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Stuurgroep accepteert een afwijking zónder correctie te eisen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Bewust, gemotiveerd, vastgelegd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 belangrijkste examenval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Risico = onzeker (kán gebeuren)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= feit (is al gebeurd of staat vast)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Blijkt een "issue" toch onzeker? → naar het risicoregister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Vijf stappen</a:t>
            </a:r>
            <a:endParaRPr lang="en-US" sz="2400" dirty="0"/>
          </a:p>
        </p:txBody>
      </p:sp>
      <p:pic>
        <p:nvPicPr>
          <p:cNvPr id="4" name="Image 0" descr="C:\Projecten\eductus-trainingen\Project-en programma management-opgemaakt\niveau-1-deel-05\figuren\5-3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280160" y="1280160"/>
            <a:ext cx="6583680" cy="4480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94360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→ Examine → Propose → Decide → Implement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Autoriteitsniveaus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Projectmanager — klein, binnen eigen tolerantie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92024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2024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Authority — gedelegeerd mandaat, change budget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46888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46888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Stuurgroep — overschrijdt mandaat of raakt de business case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Terug naar bevinding 6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Scherp onderscheid issue/risico voorkomt dat onzekerheden als feiten worden behandeld — of andersom</a:t>
            </a:r>
            <a:endParaRPr lang="en-US" sz="16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4213D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Vooruitblik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274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1371600"/>
            <a:ext cx="7726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Deel 6: Risk en Progress — onzekerheid beheren vóórdat het een issue wordt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2026-08-17T07:47:13Z</dcterms:created>
  <dcterms:modified xsi:type="dcterms:W3CDTF">2026-08-17T07:47:13Z</dcterms:modified>
</cp:coreProperties>
</file>