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2: De zeven principes van PRINCE2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bevindingen uit de WGP 2.0 post-mortem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het antwoord op elke bevinding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lagen, drie mate van flexibiliteit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→ nooit aanpassen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en processen → wél tailoren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Producten en terminologie → meest flexibel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2-1 — piramide principes/practices-processen/producten-taal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2\figuren\2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continued business justification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Borg voortdurende bedrijfsrechtvaardiging — bij elke faseovergang herijkt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sluit bevinding 1: business case nooit herzien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experience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Lessen zoeken, vastleggen, doorgeven — geen documentatieplicht maar gedrag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sluit bevinding 6: risicoregister nooit als levend document gebruikt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roles, responsibilities, and relationships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Business, gebruiker, leverancier — plus de onderlinge relatie, niet alleen het organogram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sluit bevinding 2: stuurgroep zonder bevoegdheid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by stages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Beheerste fasen, elk met een go/no-go-besluit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sluit bevinding 3: 18 maanden zonder beslismoment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 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by exception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Toleranties per laag; alleen uitzonderingen escaleren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sluit bevinding 5: geen toleranties, dus geen ruimte om te sturen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 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products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 het resultaat en de kwaliteitscriteria, dan de activiteiten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sluit bevinding 4: activiteitenplanning i.p.v. resultatenplanning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 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to suit the project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Aanpassen aan omvang, complexiteit, risico en context — bewust en gedocumenteerd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sluit bevinding 7: nooit besloten hoe baten na oplevering gemeten zouden worden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People: het nieuwe element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Stakeholderrelaties, leiderschap, cultuur, samenwerking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PRINCE2 6: rollen + processen + documenten = het werkt vanzelf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PRINCE2 7: mensen moeten ook daadwerkelijk effectief samenwerken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2-2 — People-element als laag over principes/practices/processen heen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2\figuren\2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Sustainability: het zevende performance target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PRINCE2 6: tijd, kosten, scope, kwaliteit, risico, baten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PRINCE2 7: + duurzaamheid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steeds vaker een formeel toetsingscriterium, ook bij Meridiaan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gulden regel van tailoring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Principes: nooit aanpassen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Practices/processen: aanpassen, functie behouden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Taal/producten: vrij aanpasbaar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keuze beargumenteerd en vastgelegd (in het PID)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Tailoring of schending? Vuistregel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Verandert de vórm, maar blijft het besturingsvermogen intact → tailoring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Verdwijnt het besturingsvermogen zelf → principeschending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2-3 — beslisboom tailoring vs. schending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gebeurt er?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Uitkomst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Vorm verandert, besturingsvermogen blijft intact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Besturingsvermogen verdwijnt (geen beslismoment, geen tolerantiegrens meer)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Principeschending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3–6: de zeven practices — het "hoe" bij het "waarom" van vandaag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3: Business Case en Organizing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Reflectievraag: ken je een voorbeeld waarin een principe werd "getailord" dat dat niet had mogen worden?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2026-08-17T07:46:47Z</dcterms:created>
  <dcterms:modified xsi:type="dcterms:W3CDTF">2026-08-17T07:46:47Z</dcterms:modified>
</cp:coreProperties>
</file>