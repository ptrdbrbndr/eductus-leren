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1: Waarom projecten mislukken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deze cursus toe leidt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PRINCE2 7 Foundation + IPMA-D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PRINCE2 7 Practitioner + MSP 5e ed. Foundation + IPMA-C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 MSP 5e ed. Practitioner + IPMA-B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Doorlopende casus: pensioenverzekeraar Meridiaan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WGP 2.0-dossier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Vervanging werkgeversportaal, twee jaar geleden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uitloop, 60% budgetoverschrijding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Stopgezet vlak vóór livegang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maanden later: herstart — nu mét methode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Bevinding 1 en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Geen levende business case — nooit herijkt na goedkeuring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Stuurgroep zonder bevoegdheid — kwam bijeen, knikte, greep nooit 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Bevinding 3 en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Eén grote fase — 18 maanden zonder formeel beslismoment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Activiteitenplanning i.p.v. resultatenplanning — taken en deadlines, geen gedefinieerde producten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Bevinding 5 en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Geen toleranties — elke afwijking moest naar boven, dus werd niets gemeld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Risicolijst zonder eigenaren — correct benoemd, nooit beheerd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Bevinding 7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1-opgemaakt-voorbeeld\figuren\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zicht op baten — afgerekend op opleveren, niet op het beoogde resultaat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zeven?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bevindingen — geen toeval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7 is opgebouwd rond zeven principes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bevinding wordt in deel 2–9 gesloten door een specifieke practice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eind van deel 10: alle zeven expliciet afgevinkt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is een project?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PRINCE2-definitie: een tijdelijke organisatie, opgezet om één of meer bedrijfsproducten op te leveren volgens een overeengekomen business case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gedreven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of lijnwerk?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Lijnwerk: dagelijkse mutatieverwerking bij Klantcontact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het automatiseren van die mutatieverwerking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1-3 — schema project vs. lijnwerk langs de drie kenmerken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Kenmerk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Lijnwerk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Tijdelijk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en eind; stopt zodra producten zijn opgeleverd en overgedragen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Structureel, geen vaste einddatum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Levert iets op dat er nog niet was, of verandert iets structureels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Routinematig herhaalde werkzaamheden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 gedreven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Aantoonbaar voordeel tegenover de investering vereist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investeringsbeslissing nodig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 (Meridiaan)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Automatiseren van de mutatieverwerking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Dagelijkse mutatieverwerking bij Klantcontact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lagen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(niveau 1): WGP 2.0, op zichzelf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(niveau 2): Programma Mutatieplatform — vijf projecten, gezamenlijke baten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Portfolio/transitie (niveau 3): Stelselovergang — keuzes onder toezicht van DNB/AFM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onderscheid telt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programma heeft geen vast eindproduct, maar een batenpad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Projecttechnieken één-op-één toepassen op programmaniveau loopt vast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verschil keert terug in deel 11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certificeringslandschap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7 en MSP 5: methodegebonden, PeopleCert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IPMA/ICB4: competentiegebonden, assessment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(PMP/PgMP): vergelijkingskader, deel 16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1-4 — tabel niveau × methodegebonden/competentiegebonden route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Methodegebonden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Competentiegebonden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Project, basis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PRINCE2 7 Foundation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IPMA-D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Project, gevorderd + Programma, basis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PRINCE2 7 Practitioner + MSP 5e editie Foundation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IPMA-C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Programma, gevorderd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5e editie Practitioner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IPMA-B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PRINCE2 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principes, zeven practices, zeven processen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closed-book, kennisgericht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Practitioner: open-book, scenariogericht — toepassen, niet reproduceren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MSP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Programmamanagement-tegenhanger van PRINCE2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principes, thema's, transformatieproces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Practitioner: open-book scenario-examen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IPMA / ICB4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methode, maar een competentiebaseline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door professionele assessoren, geen examen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(kennis) → C → B → A, oplopende ervaringseisen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IPMA-B: 8-5-3-principe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 niveau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2: de zeven principes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3–6: de practices die de zeven bevindingen raken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7–8: de processen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 wat IPMA-D toevoegt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10: examentraining + PID-capstone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Reflectievraag: welke van de zeven bevindingen herken jij het meest uit eigen ervaring?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deel: de zeven principes van PRINCE2 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2026-08-17T07:28:06Z</dcterms:created>
  <dcterms:modified xsi:type="dcterms:W3CDTF">2026-08-17T07:28:06Z</dcterms:modified>
</cp:coreProperties>
</file>