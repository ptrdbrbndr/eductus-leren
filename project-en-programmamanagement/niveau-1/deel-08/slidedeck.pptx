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8: Beheersen, opleveren, faseovergang, afsluiten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motor van het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7: het kader (SU, IP, DP)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8: de motor — CS, MP, SB, CP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Controlling a Stage: doel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 toewijzen, monitoren, issues behandelen, rapporteren, corrigeren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Langstlopende proces binnen elke fase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CS: acht activiteiten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Werkpakket: autoriseren, status beoordelen, ontvangen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fasestatus beoordelen, highlights rapporteren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Issues: vastleggen/onderzoeken, escaleren, corrigeren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8-1 — drie groepen — werkpakket / monitoring &amp; rapportage / issues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Activiteiten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Werkpakket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Autoriseren, status beoordelen, ontvangen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en rapportage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Fasestatus beoordelen, highlights rapporteren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Vastleggen en onderzoeken, escaleren, corrigeren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Product Delivery: doel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Formele interface projectmanager ↔ teammanager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werk, ander perspectief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MP: drie activiteiten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Accepteren → uitvoeren → opleveren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8-2 — CS en MP naast elkaar, zelfde werkpakket, twee perspectieven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van het werkpakket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— perspectief projectmanager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 — perspectief teammanager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Toewijzen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Werkpakket autoriseren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Werkpakket accepteren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Uitvoeren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beoordelen via Checkpoint Reports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Werkpakket uitvoeren, kwaliteit bijhouden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Opleveren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Voltooid werkpakket ontvangen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Werkpakket opleveren, met acceptatiebewijs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Tailoring: CS en MP samen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klein project: één rol, de projectmanager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 blijft, scheiding vervalt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a Stage Boundary: doel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Genoeg informatie voor de stuurgroep: fase geslaagd? Project nog gerechtvaardigd? Volgende fase?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SB: activiteiten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fase plannen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Projectplan bijwerken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bijwerken — het "updated"-moment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Stage Report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Lessen vastleggen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SB: de alternatieve route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8\figuren\8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Dreigende tolerantie-overschrijding → Exception Plan i.p.v. Next Stage Plan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a Project: doel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vast punt: acceptatie bevestigen, doelstellingen evalueren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project zonder formeel einde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triggers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Geplande afsluiting — natuurlijk einde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afsluiting — op instructie van de stuurgroep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aparte fase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is onderdeel van de láátste beheersfase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en MP lopen nog door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CP: activiteiten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(Premature) afsluiting voorbereiden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Producten overdragen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Project Report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Report, follow-on actions, bijgewerkte batenbeheeraanpak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bevinding 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Batenbeheeraanpak bijgewerkt bij afsluiting → batenreviews ná het project expliciet gepland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wat bij WGP 2.0 ontbrak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complete plaatje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8\figuren\8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9: wat IPMA-D toevoegt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10: examentraining + PID-capstone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2026-08-17T07:32:31Z</dcterms:created>
  <dcterms:modified xsi:type="dcterms:W3CDTF">2026-08-17T07:32:31Z</dcterms:modified>
</cp:coreProperties>
</file>