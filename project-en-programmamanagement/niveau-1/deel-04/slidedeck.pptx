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4: Plans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principe naar techniek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6 (focus on products) → Plans-practice → product-based planning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 op bevinding 4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een plan beantwoordt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Hoe? Hoeveel? Wanneer?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meerdere niveaus tegelijk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planniveaus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 — stuurgroep, totaalbeeld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Plan — projectmanager, per fase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Plan (optioneel) — teammanager, per werkpakket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Plan — bij dreigende tolerantie-overschrijding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4-1 — piramide Project Plan/Stage Plan/Team Plan/Exception Plan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4\figuren\4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Plannen zijn levende documenten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als de business case: regelmatig herzien, niet eenmalig vastgesteld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Voorbeeld: een barbecue plannen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4\figuren\4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Stap 1: Project Product Description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is het eindproduct? Kwaliteitsverwachtingen? Acceptatiecriteria en -methoden?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User specificeert, projectmanager schrijft meestal de tekst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Stap 2: Product Breakdown Structure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Hiërarchische opsplitsing — groeperingen én producten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Toont samenstelling, geen volgorde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4-3 — PBS-voorbeeld werkgeversportaal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196596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Deelproducten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Authenticatie &amp; autorisatie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Inlogmodule; rollenbeheer voor werkgeversaccounts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Mutatieverwerking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Digitaal mutatieformulier; koppeling met kernsysteem; validatieregels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Gebruikersondersteuning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Handleiding voor werkgevers; trainingsmateriaal voor Klantcontact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Stap 3: Product Descriptions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(significant) product: doel, samenstelling, herkomst, kwaliteitscriteria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Vuistregel: voegt dit daadwerkelijk iets toe?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Stap 4: Product Flow Diagram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 pas: volgorde en afhankelijkheden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start tot eindproduct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4-4 — PFD-voorbeeld werkgeversportaal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4\figuren\4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Niet lineair, maar iteratief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PFD kan een ontbrekend product in de PBS aan het licht brengen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 naar stap 2 is normaal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producten naar activiteiten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Schatten (geen vaste PRINCE2-techniek — sectorafhankelijk)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Plannen/schedulen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Risico's analyseren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Documenteren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bevinding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WGP 2.0: "analysefase gereed" — geen product, geen acceptatiecriterium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Niemand kon objectief vaststellen wanneer een fase écht klaar was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Meridiaan: vereenvoudigde PBS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Werkgeversportaal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Authenticatie &amp; autorisatie (inlogmodule, rollenbeheer)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Mutatieverwerking (formulier, koppeling kernsysteem, validatieregels)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Gebruikersondersteuning (handleiding, trainingsmateriaal)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5: Quality en Issues — toetsen of producten voldoen, en omgaan met wat toch misgaat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2026-08-17T07:32:56Z</dcterms:created>
  <dcterms:modified xsi:type="dcterms:W3CDTF">2026-08-17T07:32:56Z</dcterms:modified>
</cp:coreProperties>
</file>