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15: Design en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"wat" en het "hoe gefaseerd"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het toekomstbeeld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hoe dat toekomstbeeld stapsgewijs wordt gerealiseerd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visie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Kort, extern gericht, aansprekend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projectdetail, geen financiën, geen operationeel detail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"Werkgevers regelen hun mutaties zelf, digitaal en foutloos..."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Visie lijnt uit, blueprint specificeert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5\figuren\1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blueprint: target operating model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5\figuren\1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· Organization · Technology ·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gap-analyse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Huidig operating model (as-is) vs. target operating model (to-be)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verschil bepaalt de benodigde business changes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blueprint is geen momentopname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Herzien bij elke tranche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Soms met expliciete tussenliggende staat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Structure: wat is een tranche?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willekeurige opdeling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groep projecten rond een duidelijke stapverandering in capaciteit en baten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niet alles ineens?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Leren en aanpassen (deal with ambiguity)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én waarde tegelijk (bring pace and value)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Absorptievermogen van de organisatie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Absorptievermogen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van levering moet in balans met tempo van adoptie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snel leveren → meer weerstand, niet minder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15-3 — twee curven — levertempo vs. absorptietempo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5\figuren\1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kernproducten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Plan — volgt voortgang over de hele looptijd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Dossier — lijst van projecten om de blueprint te realiseren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Tranche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Formeel beslismoment vóór de volgende tranche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Terugkijken (geleverd? baten zichtbaar?) én vooruitkijken (blueprint nog steeds juist?)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Evaluate New Information (deel 11) + vier besluiten (deel 13)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blueprint Programma Mutatieplatform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Invulling voor het Programma Mutatieplatform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Werkgevers dienen mutaties zelf in via het portaal; Klantcontact behandelt alleen uitzonderingen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kleiner, meer gespecialiseerd team bij Klantcontact, gericht op complexe gevallen in plaats van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vernieuwde werkgeversportaal, de nieuwe kernsysteemkoppeling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Gevalideerde mutatiegegevens bij invoer, in plaats van correcties achteraf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tranche-indeling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1: kernsysteemkoppeling + validatieregels (basis)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2: WGP 2.0 + interne automatisering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3: training en verandering (bewust laatst)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16: PRINCE2 Agile en hybride levering — wanneer (delen van) tranches iteratief worden uitgevoerd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2026-08-17T07:42:35Z</dcterms:created>
  <dcterms:modified xsi:type="dcterms:W3CDTF">2026-08-17T07:42:35Z</dcterms:modified>
</cp:coreProperties>
</file>