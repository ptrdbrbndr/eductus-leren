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18: Risico's en issues over grenzen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Bewuste afbakening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verandert er als risico's/issues project- en programmagrenzen overstijgen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kwantitatieve modellering — verwijzing naar aparte cursus Risicomanagement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Geaggregeerd risico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risico per project → groter risico op programmaniveau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Vooral bij onderling afhankelijke projecten (deel 17)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18-1 — vijf kleine risicokansen die samen een groter programmarisico vormen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8\figuren\1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Cross-project issues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issue in project A raakt project 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Escaleert naar de Programme Board — niet af te handelen door één projectmanager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Escalatielogica herhaald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projectmanager → eigen stuurgroep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projectmanager → Programme Board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Assurance: drie verdedigingslinies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Eerste: projectteams zelf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Tweede: Programme Office — toezicht, geen uitvoering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Derde: onafhankelijke audit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18-2 — drie lijnen — eerste/tweede/derde, met toenemende onafhankelijkheid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8\figuren\1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drie lijnen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Voorkomt dat assurance wordt gedaan door wie het zelf uitvoert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Vergelijkbaar met Project Assurance-regel uit niveau 1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Besluitvorming traceerbaar en op het juiste niveau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iedereen overal over, niet alles naar de sponsoring group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Risicobereidheid: programma vs.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programma kan meer of minder risico accepteren dan de som van zijn projecten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Vastgesteld door de sponsoring group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Geaggregeerd risico periodiek herbeoordeeld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issue: kernsysteemkoppeling → escalatie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Bewuste risico-acceptatie op WGP 2.0's opleverdatum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19: stakeholders, macht en politiek — IPMA-C-gedragscompetenties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2026-08-17T07:42:38Z</dcterms:created>
  <dcterms:modified xsi:type="dcterms:W3CDTF">2026-08-17T07:42:38Z</dcterms:modified>
</cp:coreProperties>
</file>