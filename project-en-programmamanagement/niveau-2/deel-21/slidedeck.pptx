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21: Overdracht, adoptie, borging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meten naar borgen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12: baten in kaart brengen en plannen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deel: baten laten beklijven, ook na afsluiting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 the Outcomes: vier activiteiten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Voorbereiden op transitie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Implementeren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Borgen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Evalueren of de outcome is bereikt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levering, maar adoptie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Capabilities: outputs opleveren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Outcomes: de vertaalslag daarna — domein van de BCM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Verandertempo en stabiliteit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balans als absorptievermogen (deel 15)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toegepast op het moment van transitie zelf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adoptiegereedschapskist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 · Training · Procesaanpassingen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Beleidsupdates · Prestatiemanagement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21-1 — vijf instrumenten als gereedschapskist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21\figuren\2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Adoptie mislukt zelden door communicatie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Vaker: prestatiemanagement en processen niet meebewogen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afgerekend op de oude manier, verwacht op de nieuwe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Batenrealisatie actief bewaken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 tegen de benefit profiles (deel 12)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Bedreigingen vroeg escaleren — net als issues (niveau 1)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Overdracht bij Closing the Programme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Verantwoordelijkheid voor batenrealisatie → staande organisatie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baten, meerdere eigenaren, allemaal expliciet benoemd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Batenerosie: het stille risico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21\figuren\21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 gewoontes · verschuivende prioriteiten · geen eigenaar meer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Batenerosie voorkomen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Structureel, niet hopen: ingeplande post-programma reviews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Expliciete eigenaar in de lijn · blijvende KPI's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Programma Mutatieplatform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 Klantcontact: formeel eigenaar van de doorlooptijd-KPI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Kwartaalmeting, ook jaren na afsluiting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22: examentraining + capstone — het Mutatieplatform verdedigd voor de sponsoring group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2026-08-17T07:42:34Z</dcterms:created>
  <dcterms:modified xsi:type="dcterms:W3CDTF">2026-08-17T07:42:34Z</dcterms:modified>
</cp:coreProperties>
</file>