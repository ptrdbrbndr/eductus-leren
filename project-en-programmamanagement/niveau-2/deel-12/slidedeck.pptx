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12: Benefits management 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zwaartepunt van niveau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Realisation Management stuurt de andere themes aan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Justification en Structure bestaan om baten mogelijk te maken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keten naar netwerk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PRINCE2: output → capability → outcome → benefit (lineair)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MSP: een netwerk van enablers, business changes, intermediate en end benefits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vijf elementen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2\figuren\12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 · Business changes · Intermediate benefits · End benefits · Dis-benefits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benefits map: twee vragen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"Hoe?" → naar links, richting enablers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"Waarom? / So what?" → naar rechts, richting hogere baten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Groepswerk, geen individuele tekenoefening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Verschillende perspectieven nodig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Voorkomt weerstand later in het programma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kaart is een levend document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Voorbeeld: fietsenstalling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12\figuren\12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kaart naar profiel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map = het netwerk als geheel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profile = één baat, in detail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benefit profile bevat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Beschrijving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Operationele eigenaar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Meetmethode + nulmeting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Afhankelijkheden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(bij dis-benefits: wie geraakt wordt, hoe ernstig)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management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overkoepelende document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Ontwikkeld door de BCM namens de SRO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realisation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Volgt realisatie over tijd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Gekoppeld aan tranches (deel 15)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baten ná het programma blijven gepland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Prioriteren: de benefits mapping grid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Hoge impact/makkelijk: prioriteren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Hoge impact/moeilijk: zorgvuldig afwegen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 impact/makkelijk: quick win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 impact/moeilijk: heroverwegen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12-3 — 2×2-grid impact × gemak van implementatie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Makkelijk te implementeren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Moeilijk te implementeren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Hoge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Prioriteren — belangrijkste stuwende baten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Zorgvuldig afwegen tegen kosten en risico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Lage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 — vroeg vertrouwen en momentum opbouwen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Heroverwegen of dit de moeite waard 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Business Change Manager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Voorzit batenreviews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Stemt af met de sponsoring group over validatie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Verantwoordelijk voor de vertaalslag naar business changes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Programma Mutatieplatform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71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Werkgeversportaal (WGP 2.0); geautomatiseerde interne mutatieverwerking; nieuwe kernsysteemkoppeling; herziene validatieregels; trainings- en veranderprogramma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changes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Werkgevers dienen mutaties zelf digitaal in; Klantcontact behandelt uitzonderingen in plaats van elke mutatie handmatig; foutieve mutaties worden bij invoer al gesignaleerd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benefit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Minder handmatige nabewerking per mutatie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benefit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kortere doorlooptijd van werkgeversmutaties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Dis-benefit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Tijdelijke stijging van vragen bij de IT-helpdesk in de eerste maanden na livegang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Tweede dagdeel: businesscase op programmaniveau (deel 13)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deel 21, batenrealisatie overgedragen aan de staande organisatie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2026-08-17T07:40:21Z</dcterms:created>
  <dcterms:modified xsi:type="dcterms:W3CDTF">2026-08-17T07:40:21Z</dcterms:modified>
</cp:coreProperties>
</file>