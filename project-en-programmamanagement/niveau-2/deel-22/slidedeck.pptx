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22: Examentraining en capstone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doelen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Examentraining: PRINCE2 7 Practitioner, MSP Foundation, IPMA-C herhaald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het Programma Mutatieplatform verdedigd voor de sponsoring group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PRINCE2 7 Practitioner: het format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scenariovragen · 150 minuten · 60% (42/70) · open boek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Toepassing en tailoring, geen reproductie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MSP 5e editie Foundation: het format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vragen · 60 minuten · 60% (36/60) · closed book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format als PRINCE2 Foundation, nu MSP-inhoud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IPMA-C: herhaling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Schriftelijk deel + assessmentgesprek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Praktijkbewijs, niet alleen theorie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nieuwe examenvallen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Projecttolerantie vs. programmatolerantie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Tranche Review vs. Managing a Stage Boundary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MSP-rollen vs. PRINCE2-rollen verwisseld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22-1 — drie vallen met voorbeeld per val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Examenval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Onderscheid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Projecttolerantie vs. programmatolerantie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Projecttolerantie wordt binnen één project bewaakt door de projectmanager; programmatolerantie op geaggregeerd niveau door de Programme 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Review vs. Managing a Stage Boundary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Een Tranche Review beoordeelt het hele programma bij een tranche-overgang; Managing a Stage Boundary beoordeelt één project bij een faseovergang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MSP-rollen vs. PRINCE2-rollen verwisseld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SRO is geen 'Executive van het programma'; de Business Change Manager heeft helemaal geen PRINCE2-equivalent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Proefexamen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vragen, 25 minuten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capstone-opdracht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ca. vier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volledige Programma Mutatieplatform samengesteld en verdedigd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het programmadossier bevat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· Benefits map · Business case · Governance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Tranches · Leveringsbenadering · Afhankelijkheden · Risico's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· P3O-inbedding · Overdrachtsplan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22-2 — checklist met verwijzing naar deel 11-21 per onderdeel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59893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Onderdeel van het programmadossier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Uitgewerkt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statement en blueprint (POTI-model) met gap-analyse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Benefits map en minstens twee benefit profiles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Programmatische business case (vijf bouwstenen)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Governancestructuur (sponsoring group, Programme Board, Programme Office)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Tranche-indeling met motivatie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Leveringsbenadering per project (voorspellend, agile of hybride)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Afhankelijkheidsoverzicht tussen de vijf projecten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Geaggregeerde risico's en assurance-opzet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Stakeholderanalyse inclusief minstens één coalitie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Notitie over P3O-inbedding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91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Overdrachtsplan voor batenrealisatie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verdediging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minuten per groep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group test: begrijp je écht het verschil tussen project- en programmaniveau?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beoordelingsrubric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Samenhang tussen de elementen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Correcte toepassing MSP/PRINCE2 naast elkaar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Omgang met onzekerheid en aggregatie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Overtuigende verdediging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boog van niveau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project naar programma → baten → business case → governance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blueprint/tranches → agile → planning op schaal → risico → politiek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PMO/P3O → borging → verdedigd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22-3 — tijdlijn deel 11 t/m 22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2-deel-22\figuren\22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 niveau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Nieuwe casus: de Stelselovergang (Wtp)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Practitioner · IPMA-B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Toezicht van DNB en AFM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2026-08-17T07:43:40Z</dcterms:created>
  <dcterms:modified xsi:type="dcterms:W3CDTF">2026-08-17T07:43:40Z</dcterms:modified>
</cp:coreProperties>
</file>