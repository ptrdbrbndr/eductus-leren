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17: Planning en beheersing op programmaschaal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Meer dan een optelsom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projectplannen naast elkaar ≠ een programmaplan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erbij komt: afhankelijkheden, capaciteit, aggregatie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soorten afhankelijkheden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 — output van het ene project nodig voor het andere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Capaciteit — gedeelde schaarse mensen/middelen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Volgtijdelijk — inhoudelijke afhankelijkheid zonder gedeelde techniek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afhankelijkheidsnetwerk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Grover detailniveau dan een PFD — welke projecten wachten op elkaar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17-1 — netwerkdiagram projecten i.p.v. producten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9659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Flow Diagram (binnen één project)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Programmabreed afhankelijkheidsnetwerk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Producten en hun onderlinge volgorde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Projecten en hun onderlinge afhankelijkheden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Detailniveau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Fijn — elk product binnen het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Grof — welke projecten op elkaar wachten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Vergelijkbaar met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PRINCE2 (niveau 1, deel 4) / netwerkplanning IPMA-D (niveau 1, deel 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Eén niveau hoger dan projectplanning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Resourcemanagement op schaal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 strategy + plan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Office: signaleren vóór het tot vertraging leidt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Schaars specialisme vs. generieke capaciteit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Schaars → expliciete prioritering, vaak Programme 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Generiek → lichtere coördinatie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EVM op programmaschaal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Aantrekkelijk: één geaggregeerd beeld voor de Programme 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Lastiger dan het klinkt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complicaties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Verschillende voortgangsdefinities (agile vs. traditioneel)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Verschillende maateenheden (story points vs. producten)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sleutel: transparantie, niet precisie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2-deel-17\figuren\17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grove, transparant onderbouwde SPI/CPI &gt; vijf losse verhalen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Sequencing en tranches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Afhankelijkheden en capaciteit onderbouwen de tranche-indeling uit deel 15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tranche-indeling die dit negeert, is onuitvoerbaar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cadans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Maandelijkse Programme 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Frequentere risico-/afhankelijkheidsreviews op Programme Office-niveau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Toegepast: Programma Mutatieplatform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Kernsysteemkoppeling en validatieregels als vroege knooppunten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Gedeelde testcapaciteit WGP 2.0 / interne automatisering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17-3 — afhankelijkheidsnetwerk vijf projecten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2-deel-17\figuren\17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18: risico's en issues over project- en programmagrenzen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2026-08-17T07:46:49Z</dcterms:created>
  <dcterms:modified xsi:type="dcterms:W3CDTF">2026-08-17T07:46:49Z</dcterms:modified>
</cp:coreProperties>
</file>