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11: Van project naar programma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Nieuwe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Programma Mutatieplatform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 2.0 is nu één van vijf gecoördineerde initiatieven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MSP geïntroduceerd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Successful Programmes, 5e editie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architectuur als PRINCE2: principes/themes/processen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 wél een programma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Gedeelde, strategische uitkomst die geen enkel project alleen kan opleveren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Toets: zou het weghalen van de programmalaag een beoogde baat onmogelijk maken?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 géén programma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 projecten zonder gedeeld doel → overbodige overhead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Dan: portfoliocoördinatie (deel 20), geen programma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elementen, vertrouwde architectuur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PRINCE2 (niveau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MSP (dit deel)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Niet-onderhandelbare uitgangspunten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Zeven principes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Zeven principes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Governance-onderwerpen (hoe bestuurd wordt)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Zeven practices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Zeven themes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Levenscyclus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Zeven processen, overwegend lineair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Zeven processen, grotendeels cyclisch (per tranche)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zeven MSP-principes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Lead with purpose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Collaborate across boundaries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Deal with ambiguity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Align with priorities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 diverse skills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1148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Realize measurable benefits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6634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Bring pace and value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Vergelijk met PRINCE2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Verwant, niet identiek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 stuurt op strategische uitlijning over jaren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stuurt op gerechtvaardigde investering over maanden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zeven themes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· Design · Justification · Structure · Knowledge · Assurance · Decisions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teruggebracht tot één woord in de 5e editie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Programma-organisatie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71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 / 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Verantwoordelijkheid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Sponsoring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leiders boven het programma; leggen verantwoording af aan de bestuurders van de investerende organisatie(s)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Board — Senior Responsible Owner (SRO)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Eindverantwoordelijk voor het programma; stuurt over een langere horizon en meerdere projecten tegelijk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Board — Programme 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Dagelijkse leiding van het programma namens de SRO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Board — Business Change Manager (BCM)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Verantwoordelijk voor de daadwerkelijke adoptie van nieuwe capabilities in de organisatie namens de SRO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Office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Ondersteunende functie voor beheersing en capaciteit, op programmaniveau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SRO en Programme Manager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Verwant aan Executive en projectmanager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Maar: stuurt over langere horizon, meerdere projecten tegelijk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Business Change Manager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PRINCE2-equivalent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Verantwoordelijk voor adoptie — het gat dat bevinding 7 blootlegde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zeven processen: de programmalevenscyclus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1\figuren\11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Cyclisch vs. lineair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PRINCE2: overwegend lineair, van start tot afsluiting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MSP: 5 van de 7 processen herhalen zich per tranche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Programma Mutatieplatform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WGP 2.0 · 2. Interne mutatieautomatisering · 3. Koppeling kernsysteem · 4. Validatieregels/datakwaliteit · 5. Trainings-/veranderaanpak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Samen: doorlooptijdhalvering — los: slechts een deeloplossing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 (2 dagdelen): benefits management — benefit maps en profiles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2026-08-17T07:40:25Z</dcterms:created>
  <dcterms:modified xsi:type="dcterms:W3CDTF">2026-08-17T07:40:25Z</dcterms:modified>
</cp:coreProperties>
</file>