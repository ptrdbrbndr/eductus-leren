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13: Business case en investeringsbesluiten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MSP's tegenhanger van PRINCE2's Business Case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kernvraag: desirable, viable, achievable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 programmaschaal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Desirable: ook gepercipieerde waarde voor stakeholders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Viable: balans haalbaarheid ↔ betaalbaarheid, over jaren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Achievable: realistisch gegeven enablers en business changes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bouwstenen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3\figuren\1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knooppunt, geen op zichzelf staand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wijziging in een bouwsteen werkt automatisch door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investeringsbeslissing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Kwantificeren waar mogelijk → toleranties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Precisie groeit naarmate het programma vordert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Herijking: tranches, niet fasen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3\figuren\13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het proces Evaluate New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besluiten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Doorgaan zoals gepland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Aanpak aanpassen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Pauzeren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Vroegtijdig sluiten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Pauzeren is geen zwaktebod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volwaardige optie — extra nuance t.o.v. PRINCE2's doorgaan/stoppen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PRINCE2 vs. MSP: de business case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PRINCE2 (project)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 (programma)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Kernvraag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Desirable, viable, achievable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Desirable, viable, achievable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Herijkingsmoment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faseovergangen (Managing a Stage Boundary, deel 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tranche-overgangen (Evaluate New Information)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Aard van het document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zichzelf staand, met een vast ontwikkelpad (outline→detailed→updated→verified)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Samengesteld uit andere programmadocumenten, groeit organisch in nauwkeurigheid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Uitkomst bij herijking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Doorgaan of stoppen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Doorgaan, aanpassen, pauzeren, of vroegtijdig sluiten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Eigenaar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SRO, met input van sponsoring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Programma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van de toekomstige mutatieketen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tranche zekerder dan latere tranches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scherper bij elke Evaluate New Information-stap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14: programma-organisatie en governance verdiept — SRO, board, Business Change Manager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2026-08-17T07:40:18Z</dcterms:created>
  <dcterms:modified xsi:type="dcterms:W3CDTF">2026-08-17T07:40:18Z</dcterms:modified>
</cp:coreProperties>
</file>