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16: PRINCE2 Agile en hybride levering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elk project levert hetzelfde 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Tranches: wélke projecten wanneer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deel: hóe elk project wordt uitgevoerd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MSP: multimodal delivery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blijft, wat verandert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PRINCE2's principes/practices/processen: volledig intact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verandert: hoe binnen een fase wordt gewerkt en gerapporteerd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Vijf targets for agility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Altijd op tijd leveren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Kwaliteit beschermen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Verandering omarmen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Teams stabiel houden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Accepteren: niet alles is nodig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hexagon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Tijd/kosten: vast · Scope: flexibel (MoSCoW) · Kwaliteit: beschermd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Baten/risico: gematigd flexibel · Duurzaamheid: actief gemanaged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16-1 — hexagon met 6 prestatiedoelen en fix/flex-status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6\figuren\16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omkering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Traditioneel: vertraging → meer tijd/geld vragen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 Agile: vertraging → scope flexen binnen de timebox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Vijf agile gedragingen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Transparantie · Samenwerking · Rijke communicatie · Zelforganisatie · Exploratie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Agilometer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Flexibiliteit op te leveren · Samenwerking · Communicatiegemak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Iteratief vermogen · Gunstige omgeving · Acceptatie van agile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16-2 — zes sliders, schaal 1-5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6\figuren\16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Nooit middelen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lage score = een specifiek risico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Gemiddelde verbergt precies wat je moet zien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Cynefin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Simpel/gecompliceerd → voorspellend plannen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→ iteratief: proberen, waarnemen, bijsturen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Chaotisch → eerst handelen, dan analyseren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16-3 — vier domeinen — simpel/gecompliceerd/complex/chaotisch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Oorzaak-gevolg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Beste aanpak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Voorbeeld (Mutatieplatform)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Simpel/duidelijk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Voorspellend (product-based planning)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Gecompliceerd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expertise te achterhalen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Voorspellend (product-based planning)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Kernsysteemkoppeling — vaste technische interfaces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achteraf te begrijpen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Iteratief: proberen, waarnemen, bijsturen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Portaal-UI — wensen tekenen zich pas af na feedback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Chaotisch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tijd voor analyse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Eerst handelen om stabiliteit te herstellen, dan evalueren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en sprint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beheersfase kan meerdere sprints bevatten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Report → burn-up/burn-down, cumulatieve flow, definition of done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Rollen: verwant, niet identiek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User → productowner-achtige 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Projectmanager → blijft PRINCE2-besturing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Master/delivery lead → nieuwe, teamniveau-rol naast de projectmanager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Programma Mutatieplatform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2.0-portaal: agile — gebruikersgericht, baat bij feedback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Kernsysteemkoppeling: voorspellend — vaste interfaces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Trainingsprogramma: hybride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17: planning en beheersing op programmaschaal — agile en traditionele projecten naast elkaar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2026-08-17T07:41:34Z</dcterms:created>
  <dcterms:modified xsi:type="dcterms:W3CDTF">2026-08-17T07:41:34Z</dcterms:modified>
</cp:coreProperties>
</file>