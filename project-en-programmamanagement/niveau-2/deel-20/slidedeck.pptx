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20: PMO, P3O en portfoliovolwassenheid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niveau hoger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Project/programma: de dingen goed doen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(MoP): de juiste dingen doen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vragen van MoP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Zijn alle projecten/programma's nodig voor de strategie?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Realiseert de portfolio + BAU alle strategische doelen?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 het geaggregeerde risico acceptabel?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 de portfolio haalbaar en betaalbaar?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Vijf principes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management commitment · Governance alignment · Strategy alignment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office · Energised change culture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Organisatorische energie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mate waarin een organisatie haar potentieel écht inzet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Structuren alleen zijn niet genoeg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Portfoliodefinitiecyclus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20\figuren\20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Categorize → Prioritize → Balance → Plan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Portfolioleveringscyclus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engagement · Governance · Resources · Risico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Financiën · Baten · Management control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20-2 — zeven praktijken, parallel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9776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Praktijk (portfolioleveringscyclus, §5)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P3M3-perspectief (§7)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engagement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Organisatorische governance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Organisatorische governance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Risicomanagement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Risicomanagement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Financieel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Financieel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Batenmanagement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Batenmanagement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toeval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zeven praktijken ≈ de zeven perspectieven van P3M3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bouwstenen, twee invalshoeken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P3O: vijf structuren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Organisatie-portfoliokantoor (permanent, hele organisatie)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Hub-portfoliokantoor (permanent, afdeling/regio)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Programmakantoor (tijdelijk) · Projectkantoor (tijdelijk)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Excellence (standaarden, methoden, training)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20-3 — organogram permanent/tijdelijk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71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Karakter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Organisatie-portfoliokantoor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Hele organisatie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Hub-portfoliokantoor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Afdeling, divisie, regio of bedrijfsonderdeel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Programmakantoor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Tijdelijk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specifiek programma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Projectkantoor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Tijdelijk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specifiek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 of Excellence (CoE)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Standaarden- en kennisfunctie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Methoden, sjablonen, opleiding, geleerde lessen — vaak samengehuisvest met het portfoliokantoor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P3M3: vijf niveaus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Awareness — ad hoc, individuele helden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Repeatable — soms herhaald, niet consistent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Defined — gestandaardiseerd, gedocumenteerd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Managed — systematisch gemeten en gestuurd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Optimised — continue, data-gedreven verbetering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Zeven perspectieven, drie deelmodellen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Control · Baten · Risico · Stakeholders · Financiën · Resources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PfM3 (portfolio) · PgM3 (programma) · PjM3 (project)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Meridiaan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Vóór het Mutatieplatform: Awareness tot Repeatable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Office van het Mutatieplatform: stap richting Defined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organisatiebreed portfoliokantoor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21: Benefits realisation II — terug naar de hoofdcasus, overdracht aan de staande organisatie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2026-08-17T07:43:26Z</dcterms:created>
  <dcterms:modified xsi:type="dcterms:W3CDTF">2026-08-17T07:43:26Z</dcterms:modified>
</cp:coreProperties>
</file>