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14: Programmaorganisatie en governance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Organization: het theme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mag welk besluit nemen?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Programmatische tegenhanger van PRINCE2's Organizing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lagen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Gedelegeerd gezag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Samenstelling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 het programma te richten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leiders die zelf verantwoording afleggen aan de bestuurders van de investerende organisatie(s)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 de levering van baten aan te sturen, binnen de grenzen van de sponsoring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Responsible Owner (SRO) · Programme Manager · Business Change Manager(s) (BCM)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Office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Beheersing van levering en capaciteit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Geleid door de programme office lead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Sponsoring group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Gedelegeerd gezag om te richten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leiders, verantwoording aan de investerende organisatie(s)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Gedelegeerd gezag om levering aan te sturen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Minimaal: SRO · Programme Manager · Business Change Manager(s)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Office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Beheersing van levering en capaciteit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Vergelijkbaar met Project Support, op programmaschaal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SRO vs. Executive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Stuurt op samenhang en baten, niet op projectdetails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14-2 — schaalvergelijking — Executive/1 project/maanden vs. SRO/meerdere projecten/jaren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programma: meerdere projecten, elk met een eigen Executive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Tijdshorizon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doorlooptijd van het project (doorgaans maanden)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doorlooptijd van het programma (jaren)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business case van het eigen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Samenhang tussen projecten, voortgang van baten, en of het programma nog desirable, viable en achievable is (deel 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Bemoeienis met projectdetails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Stuurt rechtstreeks op het eigen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Bemoeit zich niet met wat een projectmanager op projectniveau al hoort te beslissen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Programma- en projectgovernance verbonden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project behoudt eigen PRINCE2-rollen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Rapporteert nu aan de Programme Board, niet direct aan de sponsoring group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ertoe doet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Voorkomt: vijf goed bestuurde projecten, niemand bewaakt het geheel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de reden waarom een programma bestaat (deel 11)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Koppeling: de Architecture 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Board: is dit het waard, levert het wat het moet?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Board: is de oplossing solide en samenhangend?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Escalatierichting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Architectuurbeslissingen die scope/business case raken → naar de Programme 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andersom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14-3 — escalatiepijl Architecture Board → Programme Board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4\figuren\14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faalpatronen om te vermijden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Board neemt programmasturing 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Board negeert architectuuradvies tot het duur wordt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group: directie + CFO + hoofd Klantcontact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Board: SRO + programmamanager + 2 BCM's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Board: adviseert over de gedeelde kernsysteemkoppeling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(2 dagdelen): Design en Structure — blueprint en tranches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2026-08-17T07:40:34Z</dcterms:created>
  <dcterms:modified xsi:type="dcterms:W3CDTF">2026-08-17T07:40:34Z</dcterms:modified>
</cp:coreProperties>
</file>