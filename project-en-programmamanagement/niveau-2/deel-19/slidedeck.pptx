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 · Deel 19: Stakeholders, macht en politiek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Project- en Programmamanagement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Waarom dit nu zwaarder weegt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Meer mensen, meer afdelingen, langere horizon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macht/belang-matrix (niveau 1) volstaat niet meer alleen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IPMA-D vs. IPMA-C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D: kennisgericht examen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C: + assessmentgesprek met eigen, doorleefde praktijkervaring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Invloed en belangen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ICB4 Perspective-competentie, externe-omgevingcluster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programma opereert niet in een neutrale ruimte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Van matrix naar coalities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Matrix: één momentopname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Programmaniveau: coalities, verschuivende belangen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19-1 — statische matrix vs. dynamisch coalitienetwerk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196596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Macht/belang-matrix (niveau 1, deel 9)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Programmaniveau: dynamisch beeld (deel 19, §4)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Eén momentopname, vier vaste kwadranten per individuele stakeholder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Coalities — individueel weinig macht, gezamenlijk aanzienlijke invloed (bv. Klantcontact-medewerkers via de OR)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Positie in de matrix veronderstelt formele macht als enige bron van invloed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Beïnvloeding zonder formele autoriteit — overtuiging, geloofwaardigheid en relaties, ook zonder doorzettingsmacht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Statisch: eenmalig ingevuld, niet bedoeld om bij te houden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Verschuivende belangen over tijd — net als de benefits map (deel 12) en de blueprint (deel 15) een levend instrument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Coalities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Individueel weinig macht, gezamenlijk aanzienlijke invloed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Vroeg herkennen &gt; pas reageren bij weerstand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Beïnvloeding zonder formele autoriteit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programmamanager heeft zelden doorzettingsmacht over alle afdelingen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Overtuiging, geloofwaardigheid, relaties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Vier verdiepte gedragscompetenties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Relaties en betrokkenheid · Leiderschap (zonder lijnautoriteit)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Onderhandelen (meerpartijen) · Conflict en crisis (structureel)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Drie politieke patronen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Silovorming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Symbolische steun zonder betrokkenheid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Verborgen agenda's bij tranche-beslissingen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Patronen herkennen ≠ cynisme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Formele governance mist zonder informele dynamiek een groot deel van het verhaal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Toegepast: Klantcontact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Automatisering als bedreiging van werkgelegenheid en status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Niet: nog een keer uitleggen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Wel: vroeg, inhoudelijk betrekken bij het ontwerp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Vooruitblik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20: PMO en P3O, portfoliovolwassenheid — zelfstandig aanbiedbaar deel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2026-08-17T07:40:58Z</dcterms:created>
  <dcterms:modified xsi:type="dcterms:W3CDTF">2026-08-17T07:40:58Z</dcterms:modified>
</cp:coreProperties>
</file>