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Deel 24: Programma's onder toezicht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 en Programmamanagement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verandert onder toezicht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uit niveau 1-2 blijft van toepassing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Nieuw: een externe laag met wettelijke bevoegdheden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DNB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Prudentieel toezicht — financiële soliditeit, stabiliteit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Materieel toezicht — overig, "resttoezicht"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Gedragstoezicht — informatie aan deelnemers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Correct, duidelijk, tijdig, evenwichtig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Toetst het communicatieplan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toezichthouders, samenwerkend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Gezamenlijke, periodieke uitvraag bij de sector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Gedeelde monitoring — twee perspectieven, niet één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Verantwoording: een extra laag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Implementatieplan → DNB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Communicatieplan → AFM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24-1 — sponsoring group/Programme Board/Programme Office + externe laag DNB/AFM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3-deel-24\figuren\24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Een toezichthouder is geen gewone stakeholder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Macht/belang-matrix (niveau 1): vrijwel altijd hoge macht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aanwijzingen geven, maatregelen opleggen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Registerwisseling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Zelfde feiten, andere nadruk, afgestemd op het gehoor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Bestuur · toezichthouder · medewerkers · deelnemers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kernregel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3-deel-24\figuren\24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register bepaalt de nadruk, NOOIT de feiten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Registerwisseling of misleiding?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Nadruk verschuiven: legitiem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Feiten weglaten: misleiding — en bij een toezichthouder een overtreding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Assurance onder toezicht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Toezichthouder = externe derde lijn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derde lijn moet het zelf al vinden, vóór de toezichthouder dat doet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Toegepast: de Stelselovergang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Implementatieplan (DNB) en communicatieplan (AFM)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Zelfde onderliggende feiten, andere nadruk — moeten volledig te rijmen zijn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Vooruitblik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25: transitie en invaren — datakwaliteit, onomkeerbaarheid, go/no-go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2026-08-17T08:30:18Z</dcterms:created>
  <dcterms:modified xsi:type="dcterms:W3CDTF">2026-08-17T08:30:18Z</dcterms:modified>
</cp:coreProperties>
</file>