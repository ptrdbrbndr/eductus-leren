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25: Transitie en invaren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kern van de Stelselovergang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Invaren: collectieve waardeoverdracht van bestaande aanspraken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besluit dat, eenmaal uitgevoerd, niet is terug te draaien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invaren inhoudt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 partners stellen transitieplan op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Hoofdregel: invaren, tenzij onevenredig ongunstig voor een groep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Evenwichtige belangenafweging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beoordeelt: kan dit beheerst en integer worden uitgevoerd?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soort afweging als macht/belang-analyse — nu met wettelijk gewicht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Datakwaliteit: kritieke data-elementen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elk datagebrek even risicovol — risicobeoordeling per KDE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25-1 — risicomatrix kans × impact, toegepast op databronnen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Data-element (KDE)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Kans op fouten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op aanspraken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Prioriteit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Historische salarisgegevens (overgenomen, ouder administratiesysteem)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 — bekend foutgevoelig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hoogste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Diensttijdgegevens bij eerdere werkgevers (deels handmatig ingevoerd)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Matig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hoog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Geboortedatum van deelnemers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 — meestal betrouwbaar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lager ondanks hoge 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Contactgegevens voor communicatie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Matig — soms verouderd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 — geen directe impact op aanspraken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laagste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Verder dan de standaardlijst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Fondsspecifieke risicogroepen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 klachten, events, incidenten meewegen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Onafhankelijke toetsing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accountant — Agreed Upon Procedures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Rapporteert: geen blokkerende bijzonderheden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vorm van de derde verdedigingslinie (deel 18)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Goed weer, slecht weer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3-deel-25\figuren\25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Houdt het besluit stand onder ongunstige omstandigheden?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go/no-go-moment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Vastgesteld door het bestuur (AB)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Vergelijkbaar met een Tranche Review — met één groot verschil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vrijwel onomkeerbaar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Aanspraken structureel herberekend en toegekend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"terugzetten naar vorige versie"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25-3 — vergelijking omkeerbaar besluit vs. invaren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Kenmerk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Omkeerbaar besluit (bijv. IT-systeem terugzetten)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Weg terug na uitvoering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Relatief eenvoudig en snel (rollback)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Vrijwel geen praktische weg terug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Aard van het besluit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Technische ontwerpkeuze, vooraf ingebouwd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Juridische en financiële herverdeling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Kosten/complexiteit van herstel achteraf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Beperkt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Enorm, kostbaar en juridisch complex — vaak zonder garantie op herstel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Daarom weegt voorbereiding zo zwaar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Fouten vóór go/no-go: te corrigeren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Fouten ná uitvoering: vaak niet meer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Meridiaan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Risicobeoordeling per KDE, eigen populatie + historische klachten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accountant vóór go/no-go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Bestuur rekent door: gunstig én ongunstig scenario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26: verdedigbaar stoppen en herprioriteren — wat als er tóch iets naar boven komt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2026-08-17T08:30:34Z</dcterms:created>
  <dcterms:modified xsi:type="dcterms:W3CDTF">2026-08-17T08:30:34Z</dcterms:modified>
</cp:coreProperties>
</file>