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B: de simulatie zelf, en de slotreflectie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Dagdeel A: de casus, de rollen, de voorbereiding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verdedigen, maar samen doorleven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 en 22: één groep verdedigt tegen een bevragende groep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30: vier rollen, gelijktijdig, dragen de crisis samen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masterproefcasus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weken vóór de go/no-go-datum voor de eerste groep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auditsignaal: onvolledig verwerkte partnergegevens uit een fondsovername, negen jaar geleden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schatting 5% van de eerste groep geraakt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wettelijke deadline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januari 2028 — de Wtp-transitie moet dan zijn afgerond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go/no-go-datum voor de eerste groep ligt daar ruim vóór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oplossen, maar verdedigbaar aanpakken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met de go/no-go-datum?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met de geraakte deelgroep?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wordt hierover gecommuniceerd — naar bestuur, toezicht, deelnemers?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boardrollen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 — kunnen wij dit dragen?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DNB — hoe kon dit negen jaar onopgemerkt blijven?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 — hoe informeert u de deelnemers?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 — wat is uw advies, en wat is aan het bestuur?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30-1 — vier rollen met hun primaire vraag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Primaire vraag / inbreng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Bestuur (AB)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Kunnen wij dit besluit nu nog verantwoord nemen — en wat betekent uitstel voor onze geloofwaardigheid?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kon dit negen jaar onopgemerkt blijven, en is uw beheersing aantoonbaar genoeg om te garanderen dat dit zich niet herhaalt?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en wanneer informeert u de geraakte deelnemers, en is dat eerlijk en tijdig?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Draagt het advies: wat is de aanbeveling, en welk deel van het besluit ligt bij het bestuur (deel 26, §4)?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 30.1 (15 min, individueel)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casus in eigen woorden — werkboek p. 1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Vooraf gedeeld, en verzegeld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Vooraf: achtergrond, cijfers, eerdere rapportages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Verzegeld: pas open tijdens de simulatie zelf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30-2 — rolkaart met twee blokken — vooraf gedeeld / verzegeld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3-deel-30\figuren\30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dit zo is opgezet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echt boardgesprek is deels voorbereidbaar, deels niet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alleen het vooraf gedeelde deel kent, is op de helft voorbereid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 30.2 (40 min)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Rolverdeling + rolkaart bestuderen — werkboek p. 1-2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 30.3 (30 min, individueel)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inbreng voorbereiden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de SRO: een eerste opzet langs de vier elementen van deel 26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sluitstuk-rubric: zes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Technische correctheid PRINCE2/MSP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Registerwisseling tussen de vier rollen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Geaggregeerd risico en onomkeerbaarheid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Kwaliteit van het stop-/aanpassingsadvies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Ethische standvastigheid onder druk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1148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Besluitvaardigheid en verdediging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30-3 — zes criteria als checklist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4747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Kernvraag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Technische correctheid PRINCE2/MSP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Worden tolerantie, business justification, tranche, Justification-theme correct en op het juiste niveau toegepast?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Registerwisseling tussen de vier rollen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Blijft de kern van de bevinding overeind, ongeacht wie er aan het woord is?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Geaggregeerd risico en onomkeerbaarheid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Wordt het probleem in zijn volle, opgeschaalde betekenis gezien, niet als geïsoleerd detail?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Kwaliteit van het stop-/aanpassingsadvies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Zijn de vier elementen (erkende bijdrage, relatieve afweging, lot van het werk, besluit bij de juiste laag) herkenbaar aanwezig?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Ethische standvastigheid onder druk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Houdt de rolspeler, ook onder gecombineerde bevraging, de grens tussen legitiem-optimistisch en misleidend overeind?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 Besluitvaardigheid en verdediging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Wordt er daadwerkelijk een positie ingenomen en volgehouden, in plaats van ontwijkend geantwoord?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Huiswerk (opdracht 30.4, geen inlevering)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Oefen uw opening of eerste positie hardop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format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 · circa 35 minuten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(SRO) → bevraging (25 min) → besluitmoment (bestuur)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 30.5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boardsimulatie, gevolgd door 3 minuten peer-feedback per groep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board beoordeelt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zes criteria, in hun zwaarste vorm — dit is het sluitstuk, geen nieuwe toets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Opdracht 30.6 (20 min, individueel)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Slotreflectie: sterkste moment, wat anders, en de zeven bevindingen uit deel 1 herkend in uw eigen optreden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deel 1 tot vandaag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3-deel-30\figuren\30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bevindingen (WGP 2.0) → principes/practices/processen → programma en baten → toezicht, onomkeerbaarheid, ethiek → verdedigd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boog van niveau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23: assessmentvaardigheid, nieuwe casus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24: toezicht en registerwisseling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25: transitie, invaren, onomkeerbaarheid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26: verdedigbaar stoppen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27: leiderschap en ethiek onder druk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1148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28-29: casuïstiek onder tijdsdruk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6634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30: alles samengebracht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deze cursus heeft opgebouwd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1: een project besturen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2: opgeschaald naar programma en baten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3: verantwoord onder toezicht, bij een onomkeerbaar besluit, onder druk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Dit is het einde van de cursus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 7 en MSP 5e editie, Foundation en Practitioner — inhoudelijk gedekt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IPMA D-C-B — het competentiedossier en assessmentgesprek blijven een eigen, individueel vervolgtraject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**Dank voor uw inzet — en veel succes bij het echte werk.**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2026-08-17T08:35:36Z</dcterms:created>
  <dcterms:modified xsi:type="dcterms:W3CDTF">2026-08-17T08:35:36Z</dcterms:modified>
</cp:coreProperties>
</file>