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29: Casuïstiek-marathon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Eén laag zwaarder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28: één antwoord, 12 minuten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29: twee antwoorden, 15 minuten — bestuur én toezichthouder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kernregel, nu in de praktijk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3-deel-29\figuren\2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register bepaalt de nadruk, nooit de feiten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dit zwaarder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dicht bij elkaar: geen van beide sluit goed aan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ver uit elkaar: de feiten zijn gaan schuiven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1: vertraging tranche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maanden achterstand, deadline nog haalbaar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vs. DNB (implementatieplan)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2: onverwachte dis-benefit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meer telefonische vragen na livegang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vs. AFM (communicatieplan)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3: net op tijd gevonden fout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Rekenfout ontdekt en gecorrigeerd vóór uitvoering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gevonden fout = bewijs dat controle werkt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4: resourceconflict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toezichthouder relevant — waarom niet?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capaciteitsafweging, geen materieel toezichtrisico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5: interne twijfel over readiness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wil dit niet delen met DNB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"Geen formeel onderdeel" is geen geldige reden om weg te laten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6: het go/no-go-advies zelf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komt samen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vs. DNB, ná het besluit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Controle na het schrijven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Staan in beide versies dezelfde feiten?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buitenstaander ziet inconsistenties vaak sneller dan de schrijver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30: de masterproef — boardsimulatie met bestuur, DNB, AFM en de SRO, twee dagdelen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2026-08-17T08:30:55Z</dcterms:created>
  <dcterms:modified xsi:type="dcterms:W3CDTF">2026-08-17T08:30:55Z</dcterms:modified>
</cp:coreProperties>
</file>