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23: Assessmentvaardigheid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Eerst vaardigheid, dan verdieping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Practitioner: scenario-examen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IPMA-B: competentiedossier + assessmentgesprek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fundamenteel verschillende beoordelingsvormen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IPMA-B: het 8-5-3-principe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jaar terugkijken · 5 jaar ervaring · 3 jaar op B-niveau (complexe projecten)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documenten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Referentiedocument: opleidingen, ervaring, zelfassessment, projectenlijst met complexiteit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Projectrapport: één afgerond project, alle competenties aantoonbaar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Complexiteit meten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vage/tegenstrijdige doelen en eisen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Proces: taken, afhankelijkheden, team, methoden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23-1 — twee assen — output-gerelateerd × proces-gerelateerd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Complexiteitsdimensie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Ontstaat door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Output-gerelateerd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Vage, veeleisende of onderling tegenstrijdige doelen, eisen en verwachtingen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Proces-gerelateerd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aantal taken, aannames en beperkingen en hun onderlinge afhankelijkheden, de te hanteren kwaliteitseisen, de omvang en communicatiestructuur van het team, en de beschikbaarheid van ondersteunende methoden en instrumenten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Complexiteit ≠ omvang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klein, politiek gevoelig project kan hoger scoren dan een groot, eenduidig project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assessmentgesprek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uur · twee assessoren · getoetst aan ingeleverde documentatie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ervaring naar navertelbaar bewijs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→ Taak → Actie → Resultaat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 alleen is niet genoeg — een assessor vraagt door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MSP Practitioner: de scenariotechniek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vragen · 150 minuten · open boek · 60% (42/70)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Scenario eerst helemaal lezen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Signaalwoorden markeren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Elke vraag terugkoppelen naar het scenario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Het boek gericht gebruiken, niet als vervanging van voorbereiding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beoordelingsvormen, twee voorbereidingen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MSP: methode toepassen op fictieve situatie — gerichte oefening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IPMA-B: wie je bent, aan de hand van echte ervaring — diepe reflectie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nieuwe casus: de Stelselovergang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Laatste fase van de Wtp-transitie bij Meridiaan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Toezicht van DNB en AFM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gedupliceerd t.o.v. het Programma Mutatieplatform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24: programma's onder toezicht — DNB, AFM, verantwoording, registerwisseling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2026-08-17T08:29:26Z</dcterms:created>
  <dcterms:modified xsi:type="dcterms:W3CDTF">2026-08-17T08:29:26Z</dcterms:modified>
</cp:coreProperties>
</file>