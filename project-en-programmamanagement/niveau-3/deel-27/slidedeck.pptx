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27: Leiderschap en ethiek onder druk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druk en ethiek botsen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eerlijk advies (deel 26) veronderstelt de wil en het lef om eerlijk te zijn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Politieke belangen, deadlines, angst voor slecht nieuws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Mandaat versus invloed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Zelden het laatste woord — wel altijd invloed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opties, oplopende zwaarte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Overtuigen — helder, onderbouwd, op het juiste moment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Escaleren — naar een hogere governancelaag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Nooit zwijgen — de zorg blijft vastgelegd, ook als je niet gehoord wordt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je niet doet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eigen zorg laten varen omdat "het besluit toch bij een ander ligt"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Legitiem-optimistisch vs. misleidend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Grens: kan de ontvanger de onderliggende onzekerheid zien?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27-1 — twee formuleringen naast elkaar, zelfde situatie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Legitiem-optimistisch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Misleidend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zien een aantal aandachtspunten in de datakwaliteit, waarvan we de omvang nog aan het onderzoeken zijn; we verwachten volgende maand een concreter beeld te kunnen geven." (werkboek 27.2d)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"Het risico rond de datakwaliteit is beheerst." (werkboek 27.2c)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Onzekerheid expliciet: de omvang is nog onbekend, met een concreet vervolgmoment — geen paniek, geen valse geruststelling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Onzekerheid verborgen: 'beheerst' suggereert meer zekerheid dan er intern daadwerkelijk bestaat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Legitiem-optimistisch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Aannames expliciet: "we gaan ervan uit dat X, als dat niet klopt is de impact Y"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Misleidend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Onzekerheid verborgen — aanname als feit, risico weggelaten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"Zou de boodschap nodeloos compliceren" = rode vlag (deel 24)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DNB-toets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deze boodschap overeind blijven als de toezichthouder hem zag?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Snel, intuïtief, geen juridische exercitie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werkt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toezichthouder heeft geen belang bij een gunstige framing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interesse in de feiten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herkenbare situaties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verzachten in een rapportage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Voortgangscijfers oppoetsen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afwijkende teammening wegwuiven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de Stelselovergang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wil positiever beeld dan intern reëel 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Overtuigen → escaleren → nooit zwijgen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DNB-toets op de voorgestelde boodschap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28-29: casuïstiek-marathons — alles uit niveau 3 samengebracht onder tijdsdruk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2026-08-17T08:30:17Z</dcterms:created>
  <dcterms:modified xsi:type="dcterms:W3CDTF">2026-08-17T08:30:17Z</dcterms:modified>
</cp:coreProperties>
</file>