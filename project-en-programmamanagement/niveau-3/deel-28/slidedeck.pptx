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28: Casuïstiek-marathon 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 een marathon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Delen 23-27: elk apart een vaardigheid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praktijk: meerdere thema's tegelijk, snel een antwoord nodig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situaties · 12 minuten elk · ~200 woorden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welke concepten spelen hier? (b) concreet, verdedigbaar advies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1: de late melding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Datakwaliteitsprobleem, twee weken vóór go/no-go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Druk van een al gecommuniceerde datum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2: de weggewuifde zorg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junior teamlid, een teamleider die afwimpelt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Mandaat vs. invloed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3: opgestapelde kleine risico's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deelprojecten, elk binnen tolerantie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kijkt naar het geaggregeerde beeld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4: de stille coalitie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weinig macht, gezamenlijk groeiende twijfel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officiële klacht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5: de tranche die niet wil eindigen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hebben hier al zoveel in geïnvesteerd..."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bestuurslid dat sunk cost redeneert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Situatie 6: het rapport van de accountant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blokkerende bijzonderheden — wel een bijlage met aandachtspunten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bestuur wil de bijlage niet meenemen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de marathon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concepten kwamen het vaakst terug?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28-1 — overzicht zes situaties × relevante cursusconcepten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4747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Kernconcepten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 late melding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Datakwaliteitsrisico op kritiek data-element (deel 25 §3) vlak vóór onomkeerbaar besluit (deel 25 §7); sunk cost-/reputatiedruk (deel 26 §2); stopadvies langs de vier elementen (deel 26 §4)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De weggewuifde zorg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Mandaat/invloed (deel 27 §2); onafhankelijke toetsing door de tweede lijn (deel 18 §4)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Opgestapelde kleine risico's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Geaggregeerd risico (deel 18 §2), concreet op programmaniveau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De stille coalitie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Coalitie: individueel weinig macht, gezamenlijk invloed (deel 19 §4); vroeg betrekken bij het ontwerp (deel 19 §7)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De tranche die niet wil eindigen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Sunk cost-redenering door het bestuur (deel 26 §2); vooruitkijkende afweging inclusief alternatieven (deel 26 §5)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Het rapport van de accountant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Registerwisseling-valkuil: relevante bevinding weglaten om te 'niet compliceren' (deel 24 §4); DNB-toets (deel 27 §4)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29: casuïstiek-marathon II — nu met verplichte registerwisseling bestuur/toezichthouder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2026-08-17T08:29:52Z</dcterms:created>
  <dcterms:modified xsi:type="dcterms:W3CDTF">2026-08-17T08:29:52Z</dcterms:modified>
</cp:coreProperties>
</file>