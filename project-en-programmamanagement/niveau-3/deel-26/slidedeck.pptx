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26: Verdedigbaar stoppen en herprioriteren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Wanneer voorbereiding niet genoeg blijkt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Zorgvuldige voorbereiding (deel 25) sluit niet alles uit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dan: doorgaan, herprioriteren, of stoppen?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sunk cost-valkuil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hebben hier al zoveel in gestoken..."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en tijd die al zijn uitgegeven, tellen niet mee in het besluit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principe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continued business justification (niveau 1)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Justification-theme (niveau 2)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Nooit: wat hebben we geïnvesteerd — altijd: is dit nog de moeite waard?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 verleidelijk bij grote programma's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Politieke, financiële, reputationele investering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"Stoppen voelt als persoonlijk falen"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juiste vraag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hoeveel hebben we erin gestoken?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wat levert het resterende werk nog op, tegen welke resterende kosten?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elementen van een stopadvies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Erkende bijdrage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Relatieve afweging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Lot van het werk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Besluit bij de juiste laag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26-1 — vier bouwstenen van een stopadvies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3-deel-26\figuren\26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Erkende bijdrage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heeft het traject wél opgeleverd?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zwaktebod — noodzakelijk voor een eerlijke afweging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Relatieve afweging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levert doorgaan nog op, tegenover resterende kosten en risico's?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vergelijking naar voren, geen terugblik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 van het werk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met wat al is gebouwd?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Hergebruiken, afbouwen, of veilig stopzetten?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Besluit bij de juiste laag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Aanbeveling: projectmanager/programmamanager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Besluit: sponsoring group of bestuur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zelf overnemen, niet wegduiken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Herprioriteren: de tussenweg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alles is stoppen-of-doorgaan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Aansluitend op het "aanpassen"-besluit uit Justification (deel 13)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Toegepast: datakwaliteitsprobleem vlak vóór go/no-go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Gefaseerde uitvoering als verdedigbaar middenweg-advies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26-2 — het scenario uitgewerkt langs de vier elementen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Toepassing op de Stelselovergang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Erkende bijdrage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overgrote meerderheid van de data is grondig gecontroleerd en akkoord bevonden; alleen een afgebakende deelverzameling is problematisch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Relatieve afweging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Doorgaan met invaren voor de volledige populatie brengt een reëel risico op onjuiste, na uitvoering onherstelbare aanspraken met zich mee; uitstel van invaren voor uitsluitend de problematische deelverzameling, met een gefaseerde aanpak, beperkt het risico aanzienlijk tegen relatief beperkte extra kosten en vertraging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 van het werk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overgrote deel van de voorbereiding — datacontrole, communicatie, governance — blijft volledig bruikbaar; alleen de uitvoering voor de betreffende deelverzameling wordt uitgesteld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Besluit bij de juiste laag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programmadirecteur legt dit advies voor aan het bestuur, dat het formele go/no-go-besluit neemt — inclusief de mogelijkheid om te kiezen voor een gefaseerde uitvoering in plaats van een volledige stop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27: leiderschap en ethiek onder druk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2026-08-17T08:29:53Z</dcterms:created>
  <dcterms:modified xsi:type="dcterms:W3CDTF">2026-08-17T08:29:53Z</dcterms:modified>
</cp:coreProperties>
</file>