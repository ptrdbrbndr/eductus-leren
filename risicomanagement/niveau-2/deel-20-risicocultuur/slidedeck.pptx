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Deel 20 — Risicocultuur en gedrag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3E8"/>
                </a:solidFill>
              </a:rPr>
              <a:t>(Dit deel is zelfstandig te volgen, zonder voorkennis van de rest van de cursus.)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ontdekking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Bij een rapportagesimulatie: dezelfde score, net iets zachter geformuleerd naar boven toe.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Niemand deed dit expres.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instrument was correct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register klopte. De schaal klopte.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probleem zat niet in het instrument.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organisatie die nooit slecht nieuws hoort, heeft geen goed risicomanagement — ze heeft alleen goed nieuws georganiseerd.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ISO 31000, principe 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1A1A"/>
                </a:solidFill>
              </a:rPr>
              <a:t>‘Rekening houden met menselijke en culturele factoren.’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Vandaag: de volledige uitwerking.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vertekeningen — iedereen, altijd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karakterzwaktes. Structurele denkpatronen.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Optimism bias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4A"/>
                </a:solidFill>
              </a:rPr>
              <a:t>‘Dit gebeurt andere projecten, niet het onze.’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Normalcy bias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Elke afwijking zonder gevolg verschuift de norm — een stukje.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Tot niemand meer weet hoe ver we zijn afgedwaald.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Bevestigingsbias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Informatie zoeken die bevestigt wat je al dacht.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Tegenstrijdig bewijs? ‘Uitzondering.’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Verankering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eerste hardop genoemde score kleurt de rest.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technisch probleem — én een cultuurprobleem.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vertekeningen naast elkaar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0-1-vertekeningen.png">    </p:cNvPr>
          <p:cNvPicPr>
            <a:picLocks noChangeAspect="1"/>
          </p:cNvPicPr>
          <p:nvPr/>
        </p:nvPicPr>
        <p:blipFill>
          <a:blip r:embed="rId1"/>
          <a:srcRect l="-45536" r="-45536" t="0" b="0"/>
          <a:stretch/>
        </p:blipFill>
        <p:spPr>
          <a:xfrm>
            <a:off x="1188720" y="1188720"/>
            <a:ext cx="978408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Vier vertekeningen naast elkaar.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20.1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situaties. Welke vertekening?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Psychologische veiligheid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Is het veilig om een risico hardop te benoemen 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zonder daarvoor te worden afgestraft?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signalen van een gebrek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Risico's pas gemeld als issue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Melder wordt probleemeigenaar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Pre-mortems leveren weinig op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Zonder veiligheid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Minder risico's geïdentificeerd.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omdat er minder zijn — omdat niemand ze benoemt.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20.2 — individueel, met optie tot delen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Beoordeel de drie signalen voor je eigen team.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Niet verplicht om plenair te delen.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niveaus risicovolwassenheid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B2A4A"/>
                </a:solidFill>
              </a:rPr>
              <a:t>Ad hoc → Herhaalbaar → Gedefinieerd → Beheerst → Optimaliserend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vijf niveaus als trap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0-2-volwassenheid.png">    </p:cNvPr>
          <p:cNvPicPr>
            <a:picLocks noChangeAspect="1"/>
          </p:cNvPicPr>
          <p:nvPr/>
        </p:nvPicPr>
        <p:blipFill>
          <a:blip r:embed="rId1"/>
          <a:srcRect l="-45536" r="-45536" t="0" b="0"/>
          <a:stretch/>
        </p:blipFill>
        <p:spPr>
          <a:xfrm>
            <a:off x="1188720" y="1188720"/>
            <a:ext cx="978408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De vijf niveaus als trap, elk met een typerende zin.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Geen doel op zich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hoger niveau is niet automatisch beter.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Diagnose-instrument, geen ranglijst.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20.3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Plaats je eigen team. Onderbouw met feiten, niet met een indruk.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interventies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Waardeer de boodschapper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Herhaal pre-mortems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interventies,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Bespreek volwassenheid periodiek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het sluiten net zo hard als het openen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Afsluiting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Opdracht 20.4: ontwerp je eigen interventie.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</a:rPr>
              <a:t>(Binnen de volledige cursus: verder naar deel 21 — de risicofunctie inrichten.)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2026-08-17T06:37:00Z</dcterms:created>
  <dcterms:modified xsi:type="dcterms:W3CDTF">2026-08-17T06:37:00Z</dcterms:modified>
</cp:coreProperties>
</file>