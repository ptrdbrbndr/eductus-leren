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15 — Kwantitatief II: Monte Carlo-simulatie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2: Professional — Twee dagdelen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vraag van de Sponsoring Group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1B2A4A"/>
                </a:solidFill>
              </a:rPr>
              <a:t>“Halen we 1 januari, ja of nee — en hoe zeker ben je daarvan?”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dingen die een enkel antwoord verkeerd zou doen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onafhankelijke onzekerheden — terwijl P1 en P4 dezelfde leverancier delen.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dingen,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Sequencing P3/P5 genegeerd.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antwoord op ‘hoe zeker’.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DAGDEEL 1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Concepten en eerste simulatie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basisidee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Niet één berekening — duizenden.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Elke keer een willekeurige trekking uit een kansverdeling.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Van vijf schattingen naar één verdeling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5-1-schema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Vijf driehoeksverdelingen → 10.000 trekkingen → een histogram van uitkomsten.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Van drie punten naar een verdeling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Optimistisch, meest waarschijnlijk, pessimistisch (deel 14)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= de hoekpunten van een driehoeksverdeling.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projecten, drie punten elk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B2A4A"/>
                </a:solidFill>
              </a:rPr>
              <a:t>P1: 8-10-16  ·  P2: 6-9-14  ·  P3: 4-6-10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B2A4A"/>
                </a:solidFill>
              </a:rPr>
              <a:t>P4: 5-7-11  ·  P5: 4-6-12 (weken)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complicaties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Sequencing: P3 kan pas starten als P5 klaar is.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Correlatie: P1 en P4 delen een leverancier.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Technische check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Python + numpy werkend? Of het Excel-alternatief klaar?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Groepjes van drie à vier vormen.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Live: de code, samen doorlopen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846320"/>
          </a:xfrm>
          <a:prstGeom prst="roundRect">
            <a:avLst>
              <a:gd name="adj" fmla="val 1132"/>
            </a:avLst>
          </a:prstGeom>
          <a:solidFill>
            <a:srgbClr val="F4F6F9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00200"/>
            <a:ext cx="10149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 = np.random.default_rng(seed=42)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n_simulaties = 10_000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driehoeksverdeling trekken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846320"/>
          </a:xfrm>
          <a:prstGeom prst="roundRect">
            <a:avLst>
              <a:gd name="adj" fmla="val 1132"/>
            </a:avLst>
          </a:prstGeom>
          <a:solidFill>
            <a:srgbClr val="F4F6F9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00200"/>
            <a:ext cx="10149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trek_driehoek(o, m, p, n):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rng.triangular(o, m, p, n)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Correlatie modelleren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846320"/>
          </a:xfrm>
          <a:prstGeom prst="roundRect">
            <a:avLst>
              <a:gd name="adj" fmla="val 1132"/>
            </a:avLst>
          </a:prstGeom>
          <a:solidFill>
            <a:srgbClr val="F4F6F9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00200"/>
            <a:ext cx="10149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leverancier_factor = rng.triangular(0, 1, 3, n_simulaties)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= p1_eigen + leverancier_factor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 = p4_eigen + leverancier_factor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Sequencing modelleren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846320"/>
          </a:xfrm>
          <a:prstGeom prst="roundRect">
            <a:avLst>
              <a:gd name="adj" fmla="val 1132"/>
            </a:avLst>
          </a:prstGeom>
          <a:solidFill>
            <a:srgbClr val="F4F6F9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00200"/>
            <a:ext cx="10149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p3_start = np.maximum(p5, geplande_start_p3)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 = p3_start + p3_eigen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Programmadoorlooptijd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114800"/>
          </a:xfrm>
          <a:prstGeom prst="roundRect">
            <a:avLst>
              <a:gd name="adj" fmla="val 1333"/>
            </a:avLst>
          </a:prstGeom>
          <a:solidFill>
            <a:srgbClr val="F4F6F9"/>
          </a:solidFill>
          <a:ln w="12700">
            <a:solidFill>
              <a:srgbClr val="C7C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00200"/>
            <a:ext cx="10149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programma_doorlooptijd = np.maximum.reduce([p1, p2, p3, p4])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C5AA0"/>
                </a:solidFill>
              </a:rPr>
              <a:t>Het kritieke pad — de langst lopende lijn.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Eerste resultaten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Kans op tijd  ·  P10  ·  P50  ·  P90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Opdracht 15.1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Einde dagdeel 1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DAGDEEL 2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Interpretatie, correlatie, contingency, tornado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‘62% kans” wél zegt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In 62 van de 100 hypothetische herhalingen: deadline gehaald.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het niet zegt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Niet ‘62% van het werk klaar”.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Niet: onzekerheden buiten het model zijn meegenomen.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Monte Carlo voegt precisie toe aan het rekenen — niet aan de aannames zelf.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P50 ≠ PERT-verwachte waarde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Mediaan versus gewogen gemiddelde.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Bij scheve verdelingen: verschillend.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15.2 en 15.3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Correlatie herkennen.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code aanpassen.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Test het zelf: met en zonder correlatie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mediaan verandert nauwelijks.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staart wordt merkbaar dunner zonder correlatie.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Correlatie negeren is niet neutraal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Het onderschat systematisch de kans op gelijktijdige tegenslag.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Contingency: welk P-niveau?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P50 is onvoldoende — per definitie 50% kans op overschrijding.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P80 of P90, gekoppeld aan risicobereidheid (deel 12).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15.4 — advies formuleren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Tornado-diagram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Welk project draagt het meest bij aan de totale onzekerheid?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Tornado-diagram — bijdrage aan de totale onzekerheid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5-3-tornado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Project 1 bovenaan — niet de hoogste eigen impactscore, wel de grootste invloed via correlatie.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Live simulatie-opdracht — 45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stappen: basissimulatie, correlatie verwijderen, schatting wijzigen, tornado bouwen, advies formuleren.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16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16: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bow-tie-analyse — oorzaken, het risico, gevolgen, en of je beheersmaatregelen ook echt werken.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2026-08-17T06:13:56Z</dcterms:created>
  <dcterms:modified xsi:type="dcterms:W3CDTF">2026-08-17T06:13:56Z</dcterms:modified>
</cp:coreProperties>
</file>