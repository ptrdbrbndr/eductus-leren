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18 — IT- en cyberrisico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Eigenaarsvraagstuk opgelost. Optellen mag niet.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07:42 op een dinsdagochtend.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melding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Phishingmail, zogenaamd van ‘Meridiaan IT-Beheer’.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Gericht op het Werkgeversportaal — zes weken voor livegang.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Er gebeurt niets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enkele werkgever klikte.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Maar: waar had dit moeten staan?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Nergens.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Geen van de vijf projectregisters. Geen van de acht programmarisico's.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een eigen deel?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Het Mutatieplatform ís een digitaal product.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En: DORA werkt sinds 17 januari 2025 rechtstreeks.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Cyberrisico stopt niet bij de grens van je eigen systeem — het loopt door tot bij elke partij waarmee dat systeem praat.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CRISC — oriëntatie, geen examenlijn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Governance (26%)  ·  IT Risk Assessment (22%)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CRISC,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Risk Response and Reporting (32%)  ·  IT and Security (20%)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Dezelfde vier bewegingen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Context — identificeren — respons — monitoren.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Weer een standaard, weer hetzelfde patroon.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DORA — vijf pijlers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ICT-risicobeheer  ·  ICT-incidentrapportage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DORA,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Weerbaarheidstesten  ·  Derdepartijrisicobeheer  ·  Informatie-uitwisseling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vijf DORA-pijlers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8-1-dora.png">    </p:cNvPr>
          <p:cNvPicPr>
            <a:picLocks noChangeAspect="1"/>
          </p:cNvPicPr>
          <p:nvPr/>
        </p:nvPicPr>
        <p:blipFill>
          <a:blip r:embed="rId1"/>
          <a:srcRect l="-28552" r="-28552" t="0" b="0"/>
          <a:stretch/>
        </p:blipFill>
        <p:spPr>
          <a:xfrm>
            <a:off x="2194560" y="1188720"/>
            <a:ext cx="777240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De vijf pijlers rond een centraal ICT-risicoregister, elk gekoppeld aan een instrument dat je al kent.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Pijler 2: strikte klokken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Eerste melding. Tussentijdse update. Eindrapport.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Aan DNB/AFM — binnen vaste termijnen.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Pijler 4: geformaliseerd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leveranciers-cluster uit deel 17 — nu een wettelijke verplichting.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18.1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situaties. Welke pijler?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Meldingsplichtig?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daadwerkelijke inbreuk → interne aantekening.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Wel impact op vertrouwelijkheid/integriteit/beschikbaarheid → zorgvuldige beoordeling.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18.2 — tweetallen, 25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incidenten. Intern of extern?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near-miss — classificatie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inbreuk → geen externe melding.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Wel: interne vastlegging.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Bow-tie erop los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Dreigingen: bewustzijn, geen MFA, geen domeinmonitoring.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Barrières toegevoegd, elk met een actiehouder.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Nieuwe derde partij, nieuw 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Domeinmonitoringdienst → in het DORA-derdepartijregister.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Nieuwe risicozin → in het programmaregister.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18.3 — 30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Bouw je eigen IT-bow-tie.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19 (2 dagdelen):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rapportage en besluitvorming — dezelfde risico's, drie gremia, live geoefend.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2026-08-17T06:27:50Z</dcterms:created>
  <dcterms:modified xsi:type="dcterms:W3CDTF">2026-08-17T06:27:50Z</dcterms:modified>
</cp:coreProperties>
</file>