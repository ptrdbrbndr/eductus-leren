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Deel 14 — Kwantitatief I: verwachtingswaarde, beslisbomen, drie-puntsschattingen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2: Professional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Acht risico's tussen projecten gevonden.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Vandaag: een beslissing die “hoog/midden/laag” niet aankan.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sequencing-kwestie, nu een beslissing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Wachten op Project 5? Of converteren met ongeschoonde data?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Beide “hoge impact”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Maar fundamenteel verschillend.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Het bestuur wil euro's, geen kleur.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grens van kwalitatief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Hier bereikt de matrix haar grens.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voorwaarden om te kwantificeren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Materiële gevolgen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Wezenlijk verschillende opties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voorwaarden,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Voldoende data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Beslissing op hoog niveau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14.1 — plenair,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situaties. Kwantificeren, ja of nee?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Verwachtingswaarde (EMV)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EMV = Σ (kans × gevolg)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Converteren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40% kans −€800.000, 60% kans €0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EMV = −€320.000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Wachten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100% kans −€250.000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EMV = −€250.000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EMV — converteren versus wachten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4-1-em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234440"/>
            <a:ext cx="103327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14-1 — Twee kansverdelingen naast elkaar, met de EMV-uitkomst als lijn.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14.2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Bereken twee EMV's. Adviseer.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Beslisbomen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Een keten van keuzes en onzekerheden — niet één moment.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volledige beslisboom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4-2-beslisbo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234440"/>
            <a:ext cx="103327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14-2 — Wachten vs converteren, met een tweede onzekerheid onder “wachten”.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verschil wordt kleiner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Eerste berekening: −€250.000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Met extra vertakking: −€280.000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A6478"/>
                </a:solidFill>
              </a:rPr>
              <a:t>Nog steeds gunstiger — maar minder overtuigend.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14.3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Breid de beslisboom uit. Herbereken.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Drie-puntsschattingen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Eén getal is schijnzekerheid.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Optimistisch — Meest waarschijnlijk — Pessimistisch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PERT-formule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(O + 4M + P) / 6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Project 5: 4, 6, 12 weken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(4 + 24 + 12) / 6 ≈ 6,7 weken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2C5AA0"/>
                </a:solidFill>
              </a:rPr>
              <a:t>Niet precies op M — de asymmetrie trekt de waarde omhoog.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Driehoeksverdeling en PERT-waarde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4-3-pe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234440"/>
            <a:ext cx="103327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14-3 — O, M, P en de PERT-waarde ertussen.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14.4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Bereken de PERT-waarde. Wat zegt de spreiding?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Een kwantitatieve uitkomst is nooit beter dan de kwalitatieve schatting waarop ze is gebouwd — rekenen voegt precisie toe aan de vorm, niet aan de waarheid van de invoer.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waarschuwingen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Schijnprecisie in een indrukwekkender jasje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Disproportionele tijdsinvestering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 getal dat het gesprek dichttimmert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15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15 (2 dagdelen): Monte Carlo-simulatie — honderden uitkomsten tegelijk, hands-on met een echte tool.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2026-08-16T23:36:15Z</dcterms:created>
  <dcterms:modified xsi:type="dcterms:W3CDTF">2026-08-16T23:36:15Z</dcterms:modified>
</cp:coreProperties>
</file>