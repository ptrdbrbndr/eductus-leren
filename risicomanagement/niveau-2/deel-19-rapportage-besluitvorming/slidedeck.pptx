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Deel 19 — Rapportage en besluitvorming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8"/>
                </a:solidFill>
              </a:rPr>
              <a:t>Niveau 2: Professional — Twee dagdelen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Sanne's week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Dinsdag: vijf projectteams.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Woensdag: Sponsoring Group.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Vrijdag: Raad van Bestuur.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</a:rPr>
              <a:t>DAGDEEL 1</a:t>
            </a:r>
            <a:endParaRPr lang="en-US" sz="3000" dirty="0"/>
          </a:p>
          <a:p>
            <a:pPr algn="ctr" indent="0" marL="0">
              <a:buNone/>
            </a:pPr>
            <a:endParaRPr lang="en-US" sz="3000" dirty="0"/>
          </a:p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</a:rPr>
              <a:t>Concepten en voorbereiding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Dezelfde risico's, drie keer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verleiding: drie keer dezelfde slides.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fout: dat is geen vertalen, dat is herhalen.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Terug naar Kernzin 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Een register dat nooit een besluit veranderde, werkte niet.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Datzelfde geldt voor een rapport.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99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B2A4A"/>
                </a:solidFill>
              </a:rPr>
              <a:t>KERNZIN 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2194560"/>
            <a:ext cx="9784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Een rapportage die niet eindigt met een vraag aan de ontvanger, is geen rapportage — het is een mededeling die toevallig risico's bevat.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dashboardvalkuil, drie vormen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</a:rPr>
              <a:t>Alles even zwaar  ·  Kleuren zonder verhaal  ·  Precisie die niet bestaat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Vorm 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Twintig risico's, allemaal even uitgebreid.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ontvanger moet zelf uitzoeken waar de aandacht naartoe moet.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Vorm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Rood. Geel. Rood.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Geen woord over wat er veranderde, of waarom.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Vorm 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€287.432,18.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Precisie die de onderliggende aannames niet waarmaken.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19.1 —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Drie fragmenten. Welke valkuil?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gedeelde familieregel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Het register bepaalt de nadruk, nooit de feiten.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Nadruk mag verschillen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De feiten — score, status, trigger — nooit.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gremia, drie perspectieven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Projectteams → project/programma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Sponsoring Group → programma/portfolio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Raad van Bestuur → strategisch/extern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hoofdvragen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Wat moet ik anders doen?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Welk besluit wordt gevraagd?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Wat is onze blootstelling?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gremia, dezelfde risico's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19-1-drie-gremia.png">    </p:cNvPr>
          <p:cNvPicPr>
            <a:picLocks noChangeAspect="1"/>
          </p:cNvPicPr>
          <p:nvPr/>
        </p:nvPicPr>
        <p:blipFill>
          <a:blip r:embed="rId1"/>
          <a:srcRect l="-39687" r="-39687" t="0" b="0"/>
          <a:stretch/>
        </p:blipFill>
        <p:spPr>
          <a:xfrm>
            <a:off x="1188720" y="1188720"/>
            <a:ext cx="9784080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Drie kolommen, dezelfde drie risico's, sterk verschillend detailniveau.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Het vaste narratief — vier vragen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</a:rPr>
              <a:t>Wat veranderde?  ·  Wat escaleerde, en waarom?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Vier vragen,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</a:rPr>
              <a:t>Welke acceptatiebesluiten?  ·  Welk besluit wordt nu gevraagd?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19.2 en 19.3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Vertaal naar drie gremia. Eindig met een vraag.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</a:rPr>
              <a:t>Einde dagdeel 1</a:t>
            </a:r>
            <a:endParaRPr lang="en-US" sz="3000" dirty="0"/>
          </a:p>
          <a:p>
            <a:pPr algn="ctr" indent="0" marL="0">
              <a:buNone/>
            </a:pPr>
            <a:endParaRPr lang="en-US" sz="3000" dirty="0"/>
          </a:p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</a:rPr>
              <a:t>Voorbereiding klaar voor de simulatie.</a:t>
            </a:r>
            <a:endParaRPr lang="en-US" sz="3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</a:rPr>
              <a:t>DAGDEEL 2</a:t>
            </a:r>
            <a:endParaRPr lang="en-US" sz="3000" dirty="0"/>
          </a:p>
          <a:p>
            <a:pPr algn="ctr" indent="0" marL="0">
              <a:buNone/>
            </a:pPr>
            <a:endParaRPr lang="en-US" sz="3000" dirty="0"/>
          </a:p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</a:rPr>
              <a:t>De live simulatie</a:t>
            </a:r>
            <a:endParaRPr lang="en-US" sz="3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Opzet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3 groepjes, 3 risico's, elk 3 versies.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3 panels: projectteam, Sponsoring Group, Raad van Bestuur.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risico's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Phishing-near-miss (deel 18)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Sequencing-risico met Monte Carlo (deel 14-15)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Leveranciersconcentratie (deel 17)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Ronde 1: Projectteam-panel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</a:rPr>
              <a:t>5 minuten presenteren, 2 minuten bevragen. Per groepje.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Ronde 2: Sponsoring Group-panel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1B2A4A"/>
                </a:solidFill>
              </a:rPr>
              <a:t>‘Wat vragen jullie nu van ons?’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Ronde 3: Raad van Bestuur-panel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Risicobereidheid. Toezichtimplicaties. Kort geduld voor detail.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Observatieopdracht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Noteer: één moment waarop de nadruk verschilde.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Eén moment (indien aanwezig) waarop een feit leek te veranderen.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Plenaire toets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Zijn de feiten identiek gebleven?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Of is er ergens onbewust verzacht?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belangrijkste valkuil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Niet opzettelijke misleiding.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Een sluipende neiging om naar boven toe geruststellender te formuleren.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 deel 20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Deel 20 (los aanbiedbaar):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risicocultuur en gedrag — waarom techniek alleen niet volstaat.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2026-08-17T06:32:22Z</dcterms:created>
  <dcterms:modified xsi:type="dcterms:W3CDTF">2026-08-17T06:32:22Z</dcterms:modified>
</cp:coreProperties>
</file>