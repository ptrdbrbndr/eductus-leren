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16 — Bow-tie-analyse: oorzaken, gevolgen en barrières die je test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Monte Carlo. P10/P50/P90. Contingency.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een heel ander soort blinde vlek.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Acht maanden, ‘geïmplementeerd’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validatiecontrole. Netjes ingevuld in het register.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Nooit getest.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die niemand kon beantwoorden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B2A4A"/>
                </a:solidFill>
              </a:rPr>
              <a:t>“Wanneer is voor het laatst getest of dit daadwerkelijk werkt?”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Ze bestaat. Werkt ze?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Niemand weet het.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Bow-tie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Dreigingen (links) → Centrale gebeurtenis → Gevolgen (rechts)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Met barrières op beide zijden.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Anders dan de risicozin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oorzaak, één gebeurtenis, één gevolg — lineair.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Bow-tie: meerdere dreigingen, meerdere gevolgen, tegelijk.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lege bow-tie-structuur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6-1-bowtie-leeg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Lege bow-tie-structuur.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bow-tie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Centrale gebeurtenis: onjuiste deelnemersgegevens in de Verwerkingsengine.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dreigingen, drie barrières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Invoerfout werkgever  ·  Foutieve conversie  ·  Koppelfout P1–P2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volledig ingevulde bow-tie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6-2-bowtie-ingevuld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De volledig ingevulde bow-tie voor het dataverwerkingsrisico.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16.1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Bouw je eigen bow-tie. Twee dreigingen, twee gevolgen.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vragen per barrière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Opzeteffectiviteit — is het ontwerp geschikt?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Werkingseffectiviteit — functioneert het ook echt, nu?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Opzet ≠ werking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validatiecontrole: goede opzet.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Werking: nooit vastgesteld.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Een maatregel die nooit op werking is getoetst, is geen beheersing — het is hoop met een naam erop.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Opzet vs werking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6-3-opzet-werking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Opzet vs werking als tweeassig diagram — de validatiecontrole rechtsonder: het gevaarlijkste kwadrant.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16.2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uitspraken. Opzet, werking, of allebei?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toetsmethoden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Steekproef — representatief, lager volume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Walkthrough — snel, verkennend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Derde toetsmethode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Doorlopende KRI — hoog volume, continue signalering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16.3 — plenair,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barrières. Welke toetsmethode past?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Sanne vond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2 van 3 fouten: tegengehouden.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1 van 3: een software-update had de regels stilzwijgend uitgeschakeld.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Zes maanden onopgemerkt.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Escalatiefactoren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Geen dreiging zelf — maar iets dat meerdere barrières tegelijk verzwakt.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Dezelfde logica als correlatie (deel 15).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Huiswerk: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opdracht 16.4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17: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wie is eigenaar van een risico dat niet bij één project hoort? En waarom mag je scores niet zomaar optellen?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2026-08-17T06:19:31Z</dcterms:created>
  <dcterms:modified xsi:type="dcterms:W3CDTF">2026-08-17T06:19:31Z</dcterms:modified>
</cp:coreProperties>
</file>