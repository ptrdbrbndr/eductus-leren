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99A3D"/>
                </a:solidFill>
              </a:rPr>
              <a:t>RISICOMANAGEMENT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Deel 17 — Geaggregeerd risico en risico in verschillende leveringsmodellen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3E8"/>
                </a:solidFill>
              </a:rPr>
              <a:t>Niveau 2: Professional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Terugblik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</a:rPr>
              <a:t>Bow-tie. Opzet versus werking. Escalatiefactoren.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C5AA0"/>
                </a:solidFill>
              </a:rPr>
              <a:t>Vandaag: een vraag die al vier delen openstaat.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Sinds deel 13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</a:rPr>
              <a:t>Wie is eigenaar van een risico tussen twee projecten?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</a:rPr>
              <a:t>En: mag je risicoscores gewoon optellen?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</a:rPr>
              <a:t>Twee vragen, één antwoord.</a:t>
            </a:r>
            <a:endParaRPr lang="en-US" sz="3000" dirty="0"/>
          </a:p>
          <a:p>
            <a:pPr algn="ctr" indent="0" marL="0">
              <a:buNone/>
            </a:pPr>
            <a:endParaRPr lang="en-US" sz="3000" dirty="0"/>
          </a:p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</a:rPr>
              <a:t>Ze hangen samen — en dit deel lost ze allebei op.</a:t>
            </a:r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Waarom optellen niet mag — reden 1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</a:rPr>
              <a:t>Ordinale schalen optellen: net zo onbetrouwbaar als vermenigvuldigen.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C5AA0"/>
                </a:solidFill>
              </a:rPr>
              <a:t>(Matrixvalkuil 1, deel 5, niveau 1.)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Reden 2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Optellen negeert gemeenschappelijke oorzaken.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Eén oorzaak, drie keer meegeteld als los risico.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99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630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1B2A4A"/>
                </a:solidFill>
              </a:rPr>
              <a:t>KERNZIN 11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88720" y="2194560"/>
            <a:ext cx="9784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Risicoscores optellen zonder naar gemeenschappelijke oorzaken te kijken, verbergt precies het risico dat het meest telt — dat meerdere dingen tegelijk misgaan, om dezelfde reden.</a:t>
            </a:r>
            <a:endParaRPr lang="en-US" sz="2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Reden 3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</a:rPr>
              <a:t>Optellen negeert correlatie.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C5AA0"/>
                </a:solidFill>
              </a:rPr>
              <a:t>(De staart uit deel 15 — onafhankelijk simuleren onderschat gelijktijdige tegenslag.)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17.1 — 15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Leg de drie bezwaren uit, in eigen woorden.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Gemeenschappelijke-oorzaakanalyse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A"/>
                </a:solidFill>
              </a:rPr>
              <a:t>Groepeer niet naar project — groepeer naar onderliggende oorzaak.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Drie clusters bij het Mutatieplatform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A4A"/>
                </a:solidFill>
              </a:rPr>
              <a:t>Testcapaciteit  ·  Externe leveranciersafhankelijkheid  ·  Gedeelde aannames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Van losse punten naar patronen</a:t>
            </a:r>
            <a:endParaRPr lang="en-US" sz="2600" dirty="0"/>
          </a:p>
        </p:txBody>
      </p:sp>
      <p:pic>
        <p:nvPicPr>
          <p:cNvPr id="3" name="Image 0" descr="C:\Projecten\eductus-trainingen\Risico management\tooling\figures\figuur-17-1-clusters.png">    </p:cNvPr>
          <p:cNvPicPr>
            <a:picLocks noChangeAspect="1"/>
          </p:cNvPicPr>
          <p:nvPr/>
        </p:nvPicPr>
        <p:blipFill>
          <a:blip r:embed="rId1"/>
          <a:srcRect l="-9337" r="-9337" t="0" b="0"/>
          <a:stretch/>
        </p:blipFill>
        <p:spPr>
          <a:xfrm>
            <a:off x="1371600" y="1371600"/>
            <a:ext cx="9418320" cy="4206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478"/>
                </a:solidFill>
              </a:rPr>
              <a:t>Losse risico-knooppunten, met drie geclusterde patronen zichtbaar gemaakt.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Het eigenlijke werk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Niet optellen — patronen blootleggen die per project onzichtbaar blijven.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17.2 — 25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Vijf risico's. Clusteren naar oorzaak.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Concentratierisico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Valt er een onevenredige ophoping op één punt?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Leverancier. Systeem. Persoon. Technologie.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Individueel klein, samen groot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Drie leveranciersrisico's, elk laag gescoord.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Samen: Meridiaan heeft geen uitwijkmogelijkheid, nergens.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oplossing: eigenaarschap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Eén project? → projectmanager.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Meerdere, eens? → gezamenlijk.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oplossing, vervolg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</a:rPr>
              <a:t>Meerdere, oneens, of &gt;2 projecten?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→ de Programme Manager. Sanne faciliteert, beslist niet.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beslisboom voor eigenaarschap</a:t>
            </a:r>
            <a:endParaRPr lang="en-US" sz="2600" dirty="0"/>
          </a:p>
        </p:txBody>
      </p:sp>
      <p:pic>
        <p:nvPicPr>
          <p:cNvPr id="3" name="Image 0" descr="C:\Projecten\eductus-trainingen\Risico management\tooling\figures\figuur-17-2-eigenaarschap.png">    </p:cNvPr>
          <p:cNvPicPr>
            <a:picLocks noChangeAspect="1"/>
          </p:cNvPicPr>
          <p:nvPr/>
        </p:nvPicPr>
        <p:blipFill>
          <a:blip r:embed="rId1"/>
          <a:srcRect l="-9337" r="-9337" t="0" b="0"/>
          <a:stretch/>
        </p:blipFill>
        <p:spPr>
          <a:xfrm>
            <a:off x="1371600" y="1371600"/>
            <a:ext cx="9418320" cy="4206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478"/>
                </a:solidFill>
              </a:rPr>
              <a:t>De beslisboom voor eigenaarschap.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17.3 — plenair, 20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Drie situaties. Wie is eigenaar?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Verschillende leveringsmodellen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Project 2: agile, sprints.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Project 5: traditioneel, fase-overgangen.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Verschillend ritme, geen verschil in kwaliteit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</a:rPr>
              <a:t>3 dagen oud vs 6 weken oud — allebei kan ‘op schema’ zijn.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C5AA0"/>
                </a:solidFill>
              </a:rPr>
              <a:t>Opdracht 17.4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vier PM-deel-18-onderwerpen: nu compleet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Geaggregeerd risico ✓   ·   Three lines (deel 21 komt nog)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Decisions ✓   ·   Risicobereidheid programma/project ✓ (deel 12)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Voor deel 18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Deel 18: 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IT- en cyberrisico — het enige onderwerp met een eigen deel in plaats van een aanpalende vermelding.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2026-08-17T06:24:13Z</dcterms:created>
  <dcterms:modified xsi:type="dcterms:W3CDTF">2026-08-17T06:24:13Z</dcterms:modified>
</cp:coreProperties>
</file>