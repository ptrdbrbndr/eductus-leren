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12 — Risicobereidheid, -capaciteit en toleranties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M_o_R 4 volledig. Acht processen.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Vandaag: het vierde principe, concreet gemaakt.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vragen, vijf stiltes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“We zijn best voorzichtig, denk ik.”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“We proberen risico's te vermijden waar het kan.”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(Project 5: niets — er is nooit over nagedacht.)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Geen falen van de projectmanagers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Een falen van het programma.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Er is nooit een risicobereidheid vastgesteld.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begrippen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</a:rPr>
              <a:t>Risicocapaciteit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hard plafond, berekend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Risicobereidheid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bewuste keuze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D99A3D"/>
                </a:solidFill>
              </a:rPr>
              <a:t>Risicotolerantie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operationele grens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Risicocapaciteit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Wat kunnen we maximaal dragen — los van wat we willen?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Een gegeven, geen keuze.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Risicobereidheid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Waarom accepteren we bepaald risico wel, ander niet?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</a:rPr>
              <a:t>Bestuurlijk, kwalitatief.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Risicotolerantie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Bij welke concrete afwijking grijpen we in?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D99A3D"/>
                </a:solidFill>
              </a:rPr>
              <a:t>Operationeel, meetbaar. (Deel 8, niveau 1.)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Capaciteit, bereidheid, tolerantie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2-1-cirk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0" y="1234440"/>
            <a:ext cx="630936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12-1 — Drie concentrische cirkels: capaciteit (buiten) — bereidheid — tolerantie (binnen).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 hetzelfde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Grote capaciteit + lage bereidheid = mogelijk.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Capaciteit en bereidheid zijn geen synoniemen.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12.1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uitspraken. Welk begrip?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Risicobereidheid zonder vertaling naar tolerantie is een mooie zin op een poster — ze verandert niets aan wat iemand morgen beslist.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vier regels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2A4A"/>
                </a:solidFill>
              </a:rPr>
              <a:t>Vertraging tot 4 weken · Nul op deelnemersgegevens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B2A4A"/>
                </a:solidFill>
              </a:rPr>
              <a:t>Meerkosten tot €500.000 · Terughoudend bij werkgeversrelatie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Dezelfde regel, twee toleranties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Regel 2 → Project 5: nul op elke opschoningsafwijking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Regel 2 → Project 1: nul op elke validatiefout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12.2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Vertaal regel 4 naar een tolerantie voor twee projecten.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grote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Kan een programma een andere bereidheid hebben dan de optelsom van zijn projecten?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Ja — strenger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Project 2 zelf: 6 weken acceptabel.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Programma: 4 weken.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</a:rPr>
              <a:t>Kritiek pad — cascade-effect op het hele doel.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Ja — ruimer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Project 5 zelf: liever meer tijd voor opschoning.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Programma: enige onvolkomenheid acceptabel.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</a:rPr>
              <a:t>Andere afweging — voortgang boven perfectie.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12.3 — plenair,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situaties. Strenger of ruimer? Waarom?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Risicocapaciteit: het harde plafond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Meestal een afgeleide van de hele organisatie.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Solvabiliteit, wettelijke buffers, reputatie.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Wanneer het ertoe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Welke toleranties komen in de buurt van dát plafond?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Dat verandert wie er bij escalatie aan tafel hoort.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oefening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projecttoleranties, naast elkaar gelegd.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inconsistenties, onzichtbaar tot nu toe.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projecttoleranties naast elkaar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2-2-inconsisten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34440"/>
            <a:ext cx="1033272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12-2 — Drie inconsistenties gemarkeerd.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12.4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toleranties, hetzelfde bedrag. Waarom niet vergelijkbaar?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eigen risicobereidheid-verklaring, vier regels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13: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identificatie op programmaschaal — risico's die ontstaan in de ruimte tússen projecten.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2026-08-16T12:46:27Z</dcterms:created>
  <dcterms:modified xsi:type="dcterms:W3CDTF">2026-08-16T12:46:27Z</dcterms:modified>
</cp:coreProperties>
</file>