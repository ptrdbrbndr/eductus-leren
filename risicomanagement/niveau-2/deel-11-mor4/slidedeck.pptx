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99A3D"/>
                </a:solidFill>
              </a:rPr>
              <a:t>RISICOMANAGEMENT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Deel 11 — M_o_R 4: van project naar de hele onderneming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5661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D3E8"/>
                </a:solidFill>
              </a:rPr>
              <a:t>Niveau 2: Professional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Welkom in niveau 2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Zes maanden verder. Sanne is gepromoveerd.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Programma-risicomanager van het Mutatieplatform.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Vijf projecten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1. Werkgeversportaal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2. Verwerkingsengine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3. Conversie en Koppelingen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4. Deelnemerscommunicatie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5. Datakwaliteit en Opschoning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Project 3, herkend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De WGP 2.0-herstart uit niveau 1.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 </a:t>
            </a:r>
            <a:endParaRPr lang="en-US" sz="2200" dirty="0"/>
          </a:p>
          <a:p>
            <a:pPr indent="0" marL="0">
              <a:buNone/>
            </a:pPr>
            <a:r>
              <a:rPr lang="en-US" sz="1800" i="1" dirty="0">
                <a:solidFill>
                  <a:srgbClr val="1A1A1A"/>
                </a:solidFill>
              </a:rPr>
              <a:t>Nu gewoon één van de vijf.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Het programmadoel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Doorlooptijd van een mutatie: van 14 naar 7 werkdagen.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Het Mutatieplatform-programma</a:t>
            </a:r>
            <a:endParaRPr lang="en-US" sz="2600" dirty="0"/>
          </a:p>
        </p:txBody>
      </p:sp>
      <p:pic>
        <p:nvPicPr>
          <p:cNvPr id="3" name="Image 0" descr="C:\Projecten\eductus-trainingen\Risico management\tooling\figures\figuur-11-1-programma.png">    </p:cNvPr>
          <p:cNvPicPr>
            <a:picLocks noChangeAspect="1"/>
          </p:cNvPicPr>
          <p:nvPr/>
        </p:nvPicPr>
        <p:blipFill>
          <a:blip r:embed="rId1"/>
          <a:srcRect l="-39000" r="-39000" t="0" b="0"/>
          <a:stretch/>
        </p:blipFill>
        <p:spPr>
          <a:xfrm>
            <a:off x="2011680" y="1234440"/>
            <a:ext cx="8138160" cy="4663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478"/>
                </a:solidFill>
              </a:rPr>
              <a:t>Figuur 11-1 — Vijf projecten rond een gedeeld doel, Sanne in het midden.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Waar dit niveau begint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Precies waar PM-cursus deel 18 bewust stopte.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Geaggregeerd risico — tot nu toe alleen examenstof.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M_o_R 4: vier principes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1B2A4A"/>
                </a:solidFill>
              </a:rPr>
              <a:t>Waarde creëren en beschermen</a:t>
            </a:r>
            <a:endParaRPr lang="en-US" sz="2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1B2A4A"/>
                </a:solidFill>
              </a:rPr>
              <a:t>Past bij de context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Vier principes, vervolg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1B2A4A"/>
                </a:solidFill>
              </a:rPr>
              <a:t>Betrekt belanghebbenden</a:t>
            </a:r>
            <a:endParaRPr lang="en-US" sz="2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1B2A4A"/>
                </a:solidFill>
              </a:rPr>
              <a:t>Geeft heldere richting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Waarde, op programmaniveau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Elk project op tijd — en toch het programmadoel gemist?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Ja. Dat is geaggregeerd risico (deel 17).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11.1 — tweetallen, 20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Vier principes. Wat betekenen ze anders op programmaniveau?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Zes perspectieven, herhaald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Strategisch · Portfolio · Programma · Project · Product · Operationeel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Dit niveau: nadruk op twee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Portfolio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</a:rPr>
              <a:t>welke initiatieven, in welke volgorde?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2C5AA0"/>
                </a:solidFill>
              </a:rPr>
              <a:t>Programma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</a:rPr>
              <a:t>hoe coördineren we wat al gekozen is?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Niet triviaal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Dezelfde vraag kan op het verkeerde niveau worden gesteld.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11.2 — plenair, 15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Vier vraagstukken. Portfolio of programma?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acht processen, volledig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1B2A4A"/>
                </a:solidFill>
              </a:rPr>
              <a:t>Identify-Context · Identify-Risks</a:t>
            </a:r>
            <a:endParaRPr lang="en-US" sz="2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1B2A4A"/>
                </a:solidFill>
              </a:rPr>
              <a:t>Assess-Estimate · Assess-Evaluate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acht processen, vervolg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1B2A4A"/>
                </a:solidFill>
              </a:rPr>
              <a:t>Plan · Implement</a:t>
            </a:r>
            <a:endParaRPr lang="en-US" sz="2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1B2A4A"/>
                </a:solidFill>
              </a:rPr>
              <a:t>Communicate · Embed and review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Bijna alles al bekend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Zeven van de acht: al behandeld in niveau 1.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Eén nieuw: Assess-Evaluate.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acht processen van M_o_R 4</a:t>
            </a:r>
            <a:endParaRPr lang="en-US" sz="2600" dirty="0"/>
          </a:p>
        </p:txBody>
      </p:sp>
      <p:pic>
        <p:nvPicPr>
          <p:cNvPr id="3" name="Image 0" descr="C:\Projecten\eductus-trainingen\Risico management\tooling\figures\figuur-11-2-processen.png">    </p:cNvPr>
          <p:cNvPicPr>
            <a:picLocks noChangeAspect="1"/>
          </p:cNvPicPr>
          <p:nvPr/>
        </p:nvPicPr>
        <p:blipFill>
          <a:blip r:embed="rId1"/>
          <a:srcRect l="-39000" r="-39000" t="0" b="0"/>
          <a:stretch/>
        </p:blipFill>
        <p:spPr>
          <a:xfrm>
            <a:off x="2011680" y="1234440"/>
            <a:ext cx="8138160" cy="4663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478"/>
                </a:solidFill>
              </a:rPr>
              <a:t>Figuur 11-2 — Met verwijzingen naar niveau 1 en Assess-Evaluate als nieuw element.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11.3 — individueel, 20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Vijf situaties. Welk proces?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Zelfde familie als PRINCE2 en MSP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AXELOS/PeopleCert.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Directe aansluiting op de PM-cursus.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Wat PM deel 18 liet liggen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Geaggregeerd risico → deel 17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Three lines → deel 21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Decisions → verspreid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Risicobereidheid programma/project → deel 12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Drie verschuivingen in dit niveau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Van 1 naar 5 casussen die optellen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Van kwalitatief naar kwalitatief-én-kwantitatief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Derde verschuiving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Van projectrisico naar risico in de bredere organisatie.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11.4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Koppel de vier PM-deel-18-onderwerpen aan hun deel in dit niveau.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Voor deel 12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Deel 12: risicobereidheid, -capaciteit en toleranties — volledig uitgewerkt. Vijf projecten, vijf impliciete bereidheden. Wat nu?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2026-08-16T12:40:59Z</dcterms:created>
  <dcterms:modified xsi:type="dcterms:W3CDTF">2026-08-16T12:40:59Z</dcterms:modified>
</cp:coreProperties>
</file>