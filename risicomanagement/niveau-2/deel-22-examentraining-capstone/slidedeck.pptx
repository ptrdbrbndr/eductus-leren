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Deel 22 — Examentraining en capstone: de geaggregeerde verdediging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9A3D"/>
                </a:solidFill>
              </a:rPr>
              <a:t>Niveau 2: Professional — AFSLUITING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Van één project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WGP 2.0, in niveau 1.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Naar een heel programma: het Mutatieplatform, vandaag.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M_o_R 4 Practitioner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</a:rPr>
              <a:t>65 vragen  ·  135 minuten  ·  50%  ·  Open boek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tips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Ken de structuur, niet de tekst.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Scenariovragen vragen toepassing.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2 minuten per vraag — oefen met tijdsdruk.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IRM-assessment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Twee modules. MCQ + essays. 180-200 uur per module.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Een traject, geen eenmalige toets.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Niveau 2 in elf delen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Van instrument (deel 11) naar systeem (deel 21).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Acht scenariovragen — 40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Matrixvalkuilen op schaal. Monte Carlo. Opzet/werking.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Acht scenariovragen,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Gemeenschappelijke oorzaken. DORA. Vertaling. Onafhankelijkheid. Eigenaarschap.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capstone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15 minuten presentatie. 15 minuten bevraging.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Het complete, geaggregeerde dossier.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Zes onderdelen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Risicobereidheid · Kwantitatieve onderbouwing · Cluster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Zes onderdelen,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IT/cyber+DORA · Rapportage-op-maat · Governance-inrichting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panelrollen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Sponsoring Group-voorzitter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interne auditor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Derde rol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De kritische non-executive.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C5AA0"/>
                </a:solidFill>
              </a:rPr>
              <a:t>“Is dit in verhouding? En hoor ik ook het slechte nieuws?”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Vijf rubriekcriteria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Kwalitatief · Kwantitatief · Patroonherkenning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Vijf rubriekcriteria,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Governance-verdedigbaarheid · Vertaling naar gremium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Het doorslaggevende criterium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Kernzin 13, toegepast op de eigen verdediging.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Eindigt elk gremium met een vraag die het kan beantwoorden?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22.1 —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Twee versies, één risico. Feiten identiek?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22.2 —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Anticipeer op de drie panelvragen.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</a:rPr>
              <a:t>Verdedigingen</a:t>
            </a:r>
            <a:endParaRPr lang="en-US" sz="3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Tussenreflectie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1B2A4A"/>
                </a:solidFill>
              </a:rPr>
              <a:t>Welk onderdeel voelde het minst natuurlijk?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Niveau 2: van standaard naar systeem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Deel 11: één raamwerk.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Deel 21: een volledig ingerichte, proportionele functie.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Elf delen, samengevat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Bereidheid · Identificatie op schaal · EMV/beslisbomen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Elf delen,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Monte Carlo · Bow-tie · Aggregatie · IT/cyber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Elf delen, slot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Rapportage · Cultuur · Governance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99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</a:rPr>
              <a:t>Niveau 2: afgesloten</a:t>
            </a:r>
            <a:endParaRPr lang="en-US" sz="3000" dirty="0"/>
          </a:p>
          <a:p>
            <a:pPr algn="ctr" indent="0" marL="0">
              <a:buNone/>
            </a:pPr>
            <a:endParaRPr lang="en-US" sz="3000" dirty="0"/>
          </a:p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</a:rPr>
              <a:t>11 delen. 44 bestanden.</a:t>
            </a:r>
            <a:endParaRPr lang="en-US" sz="3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Niveau 3, vooruitblik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Casus: de Stelselovergang.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Toezicht niet als onderwerp — als permanente achtergrond.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Wat blijft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Alle 15 kernzinnen. Alle instrumenten.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Nu toegepast onder wettelijk toezicht.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Tot niveau 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Deel 23: risicomanagement onder toezicht.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2026-08-17T06:43:57Z</dcterms:created>
  <dcterms:modified xsi:type="dcterms:W3CDTF">2026-08-17T06:43:57Z</dcterms:modified>
</cp:coreProperties>
</file>