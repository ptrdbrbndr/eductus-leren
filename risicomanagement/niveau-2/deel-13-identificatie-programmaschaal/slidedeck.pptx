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13 — Identificatie op programmaschaal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Risicobereidheid vastgesteld. Vijf toleranties geharmoniseerd.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Vandaag: wat de vijf projectsessies allemaal misten.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sessies, vakkundig uitgevoerd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registers. Stuk voor stuk goed.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En toch mist er iets.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API-datum-kwestie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 1: “1 maart is de deadline.”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 2: “1 maart is richtinggevend.”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Nergens in een risicoregister.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niet?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Vanuit elk project apart: niets vreemds aan de hand.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Elke sessie: begrensd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4-technieken werken uitstekend — binnen één project.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 programmaschaal zit het gevaarlijkste risico zelden ín een project — het zit in de naad ertussen, waar niemand zich uit zichzelf verantwoordelijk voelt.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kritiek op de teams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Een structureel gegeven — niemand overziet twee begrensde werelden vanuit één positie.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categorieën programmarisico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Afhankelijkheden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Gedeelde middelen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Gedeelde leveranciers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categorieën,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Integratiepunten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Gedeelde aannames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Governance/besluitvorming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Aanvulling, geen vervanging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Projectcategorieën (deel 4) blijven bestaan.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Dit is een aparte, extra doorloop.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13.1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risico's. Project of programma? Welke categorie?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afhankelijkhedenmatrix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Vijf projecten × vijf projecten.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Elke cel: is er een afhankelijkheid, in welke richting, welke aard?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afhankelijkhedenmatrix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3-1-matrix.png">    </p:cNvPr>
          <p:cNvPicPr>
            <a:picLocks noChangeAspect="1"/>
          </p:cNvPicPr>
          <p:nvPr/>
        </p:nvPicPr>
        <p:blipFill>
          <a:blip r:embed="rId1"/>
          <a:srcRect l="-23558" r="-23558" t="0" b="0"/>
          <a:stretch/>
        </p:blipFill>
        <p:spPr>
          <a:xfrm>
            <a:off x="2194560" y="1188720"/>
            <a:ext cx="777240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Figuur 13-1 — De API-datum-cel gemarkeerd.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13.2 — groepjes van drie, 35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Bouw een 3×3-matrix. Formuleer één risicozin.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cross-project workshop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Vertegenwoordigers van meerdere projecten — over de raakvlakken, niet het eigen project.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programmabrede pre-mortem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</a:rPr>
              <a:t>“Elk project op zichzelf geslaagd — en toch het programmadoel gemist. Wat gebeurde er?”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13.3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Voer de programmabrede pre-mortem uit voor het Mutatieplatform.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workshop — drie voorbeelden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API-datum-kwestie (gedeelde aannames)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workshop,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Sequencing P3/P5 (afhankelijkheden)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Gedeelde leverancier P1/P4 (gedeelde leveranciers)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nieuwe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Wie is eigenaar van de API-datum-kwestie?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Project 1? Project 2? Sanne zelf?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Bewust open gelaten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6478"/>
                </a:solidFill>
              </a:rPr>
              <a:t>(Antwoord in deel 17.)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eigen afhankelijkhedenmatrix afronden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14: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het eerste kwantitatieve instrumentarium — verwachtingswaarden, beslisbomen, drie-puntsschattingen.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2026-08-16T23:27:47Z</dcterms:created>
  <dcterms:modified xsi:type="dcterms:W3CDTF">2026-08-16T23:27:47Z</dcterms:modified>
</cp:coreProperties>
</file>