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Deel 9 — Rollen en governance: wie draagt dit structureel?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1: Fundament · Meridiaan Pensioen N.V. · Ductus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Context. Register. Escalatiedocument.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Compleet — voor dit ene project.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grotere 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Niet: hoe beheers ik dit project?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Hoe zorg ik dat dit overal gebeurt, zonder dat ik overal bij hoef te zijn?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WGP 2.0: drie rollen, niet ingevuld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risicomanager.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eigenaarschap.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Interne audit pas achteraf, via de post-mortem.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rollen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Risico-eigenaar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draagt het risico dagelijks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</a:rPr>
              <a:t>Risicomanager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ondersteunt en bewaakt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D99A3D"/>
                </a:solidFill>
              </a:rPr>
              <a:t>Interne auditor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toetst het systeem, achteraf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Risico-eigenaar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Risicomanagement is onderdeel van hun werk.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Niet: “de mensen die het voor hen doen”.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Risicomanager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Sanne's rol.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Instrumenten. Kwaliteitsbewaking. Eigen rapportagelijn.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Interne auditor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Onafhankelijk. Achteraf.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Toetst niet één risico — toetst het systeem.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Three lines of defence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Eerste lijn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operationeel management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</a:rPr>
              <a:t>Tweede lijn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risicomanagement/compliance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D99A3D"/>
                </a:solidFill>
              </a:rPr>
              <a:t>Derde lijn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interne audit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Three lines of defence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9-1-lines.png">    </p:cNvPr>
          <p:cNvPicPr>
            <a:picLocks noChangeAspect="1"/>
          </p:cNvPicPr>
          <p:nvPr/>
        </p:nvPicPr>
        <p:blipFill>
          <a:blip r:embed="rId1"/>
          <a:srcRect l="-17594" r="-17594" t="0" b="0"/>
          <a:stretch/>
        </p:blipFill>
        <p:spPr>
          <a:xfrm>
            <a:off x="1371600" y="1280160"/>
            <a:ext cx="941832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9-1 — Drie lijnen, met de derde lijn los gerapporteerd naar een auditcommissie.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Eén regel die alles draagt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De derde lijn rapporteert nooit aan wie zij controleert.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er anders gebeurt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Verlies van onafhankelijkheid = verlies van functie.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9.1 — plenair,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activiteiten. Welke lijn?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verleiding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2A4A"/>
                </a:solidFill>
              </a:rPr>
              <a:t>“Sanne beslist toch gewoon wat er met dit risico gebeurt?”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Waarom dat averechts werkt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 eigenaar trekt zich terug: “dat is nu haar zaak.”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Precies wat het eerste-lijns-principe wil voorkomen.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risicofunctie beslist niet namens de risico-eigenaar — zij zorgt dat de juiste vraag op tafel komt, op het juiste moment, bij de juiste persoon.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Mandaat versus beslissingsmacht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Mandaat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het recht om te agenderen, bevragen, escaleren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</a:rPr>
              <a:t>Beslissingsmacht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het recht om de uitkomst te bepalen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Sanne wél kan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Sessie beleggen. Herziening vragen. Escaleren.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Sanne niet kan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Zelf de respons kiezen.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Zelf een actiehouder aanwijzen.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(Vooruitwijzing: deel 28, wat als je mandaat is uitgeput?)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9.2 — tweetallen,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bevoegdheden. Mandaat of beslissingsmacht?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Governance van het proces zelf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Document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Wie stelt vast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Context/criteria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Stuurgroep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Register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Eigenaren vullen, Sanne bewaakt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Escalatiedocument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Stuurgroep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9.3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Bouw dezelfde tabel voor je eigen organisatie.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positionering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Rapporteert rechtstreeks aan de directie.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Geen hiërarchische macht — wel het mandaat om te escaleren.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Precies wat er ontbrak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Niemand met het mandaat om onafhankelijk te signaleren.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Niemand die rechtstreeks naar de top kon, zonder eerst toestemming te vragen.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Niveau 1: inhoudelijk compleet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B2A4A"/>
                </a:solidFill>
              </a:rPr>
              <a:t>Negen delen. Vijf faalpunten, allemaal gesloten.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B2A4A"/>
                </a:solidFill>
              </a:rPr>
              <a:t>Zes kernzinnen.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10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Meenemen: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al het eigen materiaal uit deel 3 t/m 9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10: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examentraining CRMF-format + capstone — de afsluiting van niveau 1.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2026-08-16T10:17:18Z</dcterms:created>
  <dcterms:modified xsi:type="dcterms:W3CDTF">2026-08-16T10:17:18Z</dcterms:modified>
</cp:coreProperties>
</file>