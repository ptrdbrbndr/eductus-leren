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Deel 8 — Monitoring, rapportage en escalatie: de grens die er nooit was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1: Fundament · Meridiaan Pensioen N.V. · Ductus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Vier van de vijf faalpunten gesloten.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Doelstelling — risicozin — bewegende scores — eigenaren.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laatste faalpunt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Geen grenzen.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vraag uit deel 1, nu te beantwoorden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B2A4A"/>
                </a:solidFill>
              </a:rPr>
              <a:t>Wat maakte het mogelijk dat regel 11 veertien maanden op 25 bleef staan?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antwoord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Nergens stond bij welke stand van zaken iemand verplicht was te melden.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Tolerantie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Een vooraf afgesproken bandbreedte rond een doelstelling.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Binnen: normaal. Buiten: escalatie is niet optioneel.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Niet hetzelfde als de impactschaal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Impactschaal: hoe erg is het gevolg?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</a:rPr>
              <a:t>Tolerantie: wanneer ben je verplicht te melden?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Escaleren is geen kwestie van moed, het is een kwestie van een afgesproken grens die is overschreden.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 naar deel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1A1A1A"/>
                </a:solidFill>
              </a:rPr>
              <a:t>“Melden wordt een karaktereigenschap.”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Met een tolerantie: toetsbaar. Overschreden, ja of nee?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Toleranties op meerdere dimensies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Tijd · Geld · Kwaliteit/gegevens · Risicoscore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Tolerantie nul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</a:rPr>
              <a:t>“Elke afwijking die de juistheid van deelnemersgegevens raakt: altijd melden.”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Ook nul is een geldige tolerantie.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8.1 —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Tolerantie of impactschaal? Drie uitspraken.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Monitoring: drie vragen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Is de context nog actueel?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Is de respons nog effectief?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Zijn er nieuwe risico's?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Niet: "het register nog eens doorlezen"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Drie gerichte vragen, elke keer opnieuw.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KRI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Key Risk Indicator</a:t>
            </a:r>
            <a:endParaRPr lang="en-US" sz="24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Een vroeg-waarschuwingssignaal — geen alarmbel.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KRI versus KPI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KPI: hoe goed gaat het?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KRI: hoe dichtbij is een probleem?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600" i="1" dirty="0">
                <a:solidFill>
                  <a:srgbClr val="5A6478"/>
                </a:solidFill>
              </a:rPr>
              <a:t>Groene KPI's + knipperende KRI — kan tegelijk.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kenmerken van een goede KRI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Leidend, niet volgend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Gekoppeld aan één specifiek risico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Meetbaar zonder interpretatieruimte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twee KRI's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Sleutelkennis: weken sinds laatste overdrachtssessie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Wetgeving: fase van de parlementaire behandeling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8.2 — tweetallen,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Vijf indicatoren. KRI, KPI, of geen van beide?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KRI, tolerantiegrens en escalatie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8-1-kri.png">    </p:cNvPr>
          <p:cNvPicPr>
            <a:picLocks noChangeAspect="1"/>
          </p:cNvPicPr>
          <p:nvPr/>
        </p:nvPicPr>
        <p:blipFill>
          <a:blip r:embed="rId1"/>
          <a:srcRect l="-8917" r="-8917" t="0" b="0"/>
          <a:stretch/>
        </p:blipFill>
        <p:spPr>
          <a:xfrm>
            <a:off x="1463040" y="1280160"/>
            <a:ext cx="9235440" cy="438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8-1 — Een oplopende KRI, een tolerantiegrens, en de escalatie die volgt.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escalatieladder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Actiehouder → eigenaar → stuurgroep → directie → toezichthouder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Elk niveau: een ander perspectief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Project — Programma — Onderneming — Strategisch/extern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5A6478"/>
                </a:solidFill>
              </a:rPr>
              <a:t>(deel 2, de zes perspectieven)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Escaleren is niet alleen doorgeven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Het is vertalen naar de vraag die op dát niveau relevant is.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8.4 — groepjes van drie,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Eén risico. Drie niveaus. Drie vertalingen.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dashboardvalkuil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Groen, geel, rood — oogt overzichtelijk.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Zegt vaak weinig zonder een kort narratief erbij.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(uitgewerkt in niveau 2, deel 19)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escalatiedocument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Toleranties per dimensie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Escalatieladder met namen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KRI's per hoog-risico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documenten, compleet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Context en criteria (deel 3)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Register (deel 7)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Escalatiedocument (deel 8)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Precies wat er bij WGP 2.0 alle drie ontbrak.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9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Huiswerk: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opdracht 8.3 — eigen tolerantiedocument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Deel 9: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wie draagt dit structureel? Rollen, governance, en een eerste kennismaking met three lines of defence.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2026-08-16T10:12:14Z</dcterms:created>
  <dcterms:modified xsi:type="dcterms:W3CDTF">2026-08-16T10:12:14Z</dcterms:modified>
</cp:coreProperties>
</file>