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6 — Evaluatie en respons: wat doe je ermee?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· Meridiaan Pensioen N.V. · Ductus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Twee risico's sprongen eruit — niet door hun score, maar door hun positie.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Sleutelkennis: kans 3, impact 4.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Wetgeving: kans 2, impact 5.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Vandaag: wat doe je ermee?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strategieën voor bedreigingen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Vermijden — Verminderen — Overdragen — Delen — Accepteren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Vermijden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activiteit die het risico veroorzaakt, gebeurt niet — of anders.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Radicaal. Niet altijd mogelijk. Wel het krachtigst waar het kan.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Verminderen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De meest gebruikte respons.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Kans-gericht of impact-gericht — vaak allebei nodig.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Overdragen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risico — of het gevolg — bij een derde beleggen.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Verplaatst het risico. Elimineert het niet.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Samen dragen, samen sturen.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Anders dan overdragen: gezamenlijk belang, gezamenlijke regie.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Accepteren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Bewust besluiten het risico te dragen zoals het is.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Een besluit — niet de afwezigheid van een besluit.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strategieën, radicaal naar passief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6-1-strategieen.png">    </p:cNvPr>
          <p:cNvPicPr>
            <a:picLocks noChangeAspect="1"/>
          </p:cNvPicPr>
          <p:nvPr/>
        </p:nvPicPr>
        <p:blipFill>
          <a:blip r:embed="rId1"/>
          <a:srcRect l="0" r="0" t="-42" b="-42"/>
          <a:stretch/>
        </p:blipFill>
        <p:spPr>
          <a:xfrm>
            <a:off x="1097280" y="1280160"/>
            <a:ext cx="996696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6-1 — Vijf strategieën als schaal, met Meridiaan-voorbeelden.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Regel 11, opnieuw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Veertien maanden op score 25.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respons. Geen besluit. Geen datum.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Was dat accepteren?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01168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Accepteren is een besluit, geen verzuim — maar alleen als het bewust en gedocumenteerd is genomen. Een risico dat níet is behandeld omdat niemand eraan toekwam, is niet geaccepteerd, het is genegeerd.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verschil zit niet in de uitkomst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In beide gevallen gebeurt er niets aan het risico.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Het verschil zit in de traceerbaarheid van het besluit.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6.1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maatregelen. Welke strategie?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strategieën voor kansen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Exploiteren — Vergroten — Delen — Negeren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Exploiteren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Actief zorgen dat de kans zich zeker voordoet.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spiegelbeeld van vermijden.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Vergroten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kans of het gunstige effect vergroten, zonder te forceren.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spiegelbeeld van verminderen.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blinde vlek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Kansen krijgen structureel minder aandacht dan bedreigingen.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Dat is geen fout van deze cursus — het is een blinde vlek om je bewust van te zijn.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6.4 — vooruitblik op huiswerk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Eén eigen kans. Twee strategieën toepassen.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Secundair 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Elke respons kan een nieuw risico veroorzaken.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Vooral bij: verminderen, overdragen, delen.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Voorbeeld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Respons: tweede medewerker opleiden naast Gerard.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Secundair risico: tijdelijk lagere capaciteit tijdens de overdracht.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Secundair risico, en de cyclus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6-2-secundair.png">    </p:cNvPr>
          <p:cNvPicPr>
            <a:picLocks noChangeAspect="1"/>
          </p:cNvPicPr>
          <p:nvPr/>
        </p:nvPicPr>
        <p:blipFill>
          <a:blip r:embed="rId1"/>
          <a:srcRect l="0" r="0" t="-42" b="-42"/>
          <a:stretch/>
        </p:blipFill>
        <p:spPr>
          <a:xfrm>
            <a:off x="1097280" y="1280160"/>
            <a:ext cx="996696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6-2 — Een respons met een pijl naar een secundair risico, dat zelf weer door de hele cyclus loopt.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sturende vragen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Past de kosten van de respons bij de omvang van het risico?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Valt het residuele risico binnen de risicobereidheid?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Sleutelkennis, uitgewerkt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Verminderen: documentatie (impact) + tweede kenner (kans).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Secundair risico: tijdelijk lagere capaciteit — geaccepteerd.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Wetgeving, uitgewerkt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Verminderen: abstractielaag bouwen (impact).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Restrisico: geaccepteerd, met een trigger bij een bepaalde wetgevingsfase.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 respons naar registerregel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Strategie · Actie · Eigenaar · Residueel risico · Secundair risico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9A3D"/>
                </a:solidFill>
              </a:rPr>
              <a:t>Zonder vastlegging: het lot van regel 11.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Huiswerk: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opdracht 6.2, 6.4 — plus eigen drie risico's, compleet met respons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7: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het register als levend instrument — eigenaarschap, structuur, en waarom dit register niet het lot van het oude ondergaat.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2026-08-16T09:55:56Z</dcterms:created>
  <dcterms:modified xsi:type="dcterms:W3CDTF">2026-08-16T09:55:56Z</dcterms:modified>
</cp:coreProperties>
</file>