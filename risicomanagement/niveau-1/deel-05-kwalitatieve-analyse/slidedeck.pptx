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5 — Kwalitatieve analyse, en de matrix die je mag wantrouwen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19 volwaardige risicozinnen.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Uit vijf technieken, gecombineerd.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Vandaag: hoe erg, en hoe waarschijnlijk?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 scoort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Kans × impact.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Groen, geel, rood.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Ziet er professioneel uit.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En toch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Minstens drie stille denkfouten.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Dezelfde die regel 11 veertien maanden lang onopgemerkt lieten.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van dit deel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4A"/>
                </a:solidFill>
              </a:rPr>
              <a:t>Hoe scoor je goed — en waarom mag je de uitkomst nooit voor waarheid aanzien?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regels om te scoren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Nooit alleen.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</a:rPr>
              <a:t>Impact vóór kans.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impact eerst?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</a:rPr>
              <a:t>“Het gebeurt toch bijna nooit…”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…kleurt onbewust: “…dus zo erg zal het niet zijn.”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Kans en impact zijn onafhankelijk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ene vraag mag de andere niet kleuren.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5.1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Bedenk een voorbeeld waarin eerst-kans-scoren de impact vertekent.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meest gebruikte instrument in het vak.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En het meest bekritiseerde.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Valkuil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Ordinale schalen vermenigvuldigen.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Kans 5 × impact 1 = 5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Kans 1 × impact 5 = 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</a:rPr>
              <a:t>Zelfde score. Compleet andere risico's.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je hiermee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Gebruik de score als sorteerhulpmiddel, niet als absolute maat.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Valkuil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heatmap verbergt de staart.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Lage kans + hoge impact → vaak oranje, niet rood.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Precies het gevaarlijkste hoekje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risico's die een organisatie kunnen laten omvallen.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Een lage kans is geen reden om een hoge impact te negeren — het is een reden om extra goed naar de impact te kijken.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Valkuil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Schijnprecisie.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Score 12 versus score 10 — is dat verschil echt?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je hiermee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Gebruik brede banden: laag / midden / hoog.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Binnen een band: geen betekenisvolle volgorde.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risicomatrix — drie valkuilen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5-1-matrix.png">    </p:cNvPr>
          <p:cNvPicPr>
            <a:picLocks noChangeAspect="1"/>
          </p:cNvPicPr>
          <p:nvPr/>
        </p:nvPicPr>
        <p:blipFill>
          <a:blip r:embed="rId1"/>
          <a:srcRect l="-39559" r="-39559" t="0" b="0"/>
          <a:stretch/>
        </p:blipFill>
        <p:spPr>
          <a:xfrm>
            <a:off x="2103120" y="1234440"/>
            <a:ext cx="795528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5-1 — De matrix met alle drie de valkuilen gemarkeerd.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5.2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scenario's. Welke valkuil speelt er telkens?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Inherent versus residueel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Inherent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vóór maatregelen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</a:rPr>
              <a:t>Residueel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ná bestaande maatregelen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Vaste volgorde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Eerst inherent scoren.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Dan maatregelen benoemen.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Dan pas residueel scoren.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verschil is zelf informatie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Groot verschil → zwaar leunend op één maatregel.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Werkt die maatregel eigenlijk wel?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(uitgewerkt in deel 16)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5.3 — individueel,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Scoor één eigen risico: inherent én residueel.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Verankering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eerste hardop genoemde score kleurt de rest.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Bij WGP 2.0: de projectmanager altijd als eerste.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Tegenmaatregel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Eerst individueel en schriftelijk scoren.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Pas daarna bespreken — vooral de verschillen.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5.4 — tweetallen,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Ontwerp een werkwijze die verankering voorkomt.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twee opvallende risico's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Sleutelkennis: kans 3, impact 4.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Wetgeving: kans 2, impact 5.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Niet de hoogste score. Wel de meeste aandacht nodig.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Meenemen: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eigen drie risico's, nu gescoord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6: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wat doe je ermee? Vijf strategieën voor bedreigingen, vier voor kansen.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2026-08-16T07:18:28Z</dcterms:created>
  <dcterms:modified xsi:type="dcterms:W3CDTF">2026-08-16T07:18:28Z</dcterms:modified>
</cp:coreProperties>
</file>