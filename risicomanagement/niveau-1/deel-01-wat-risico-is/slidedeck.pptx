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1 — Wat risico eigenlijk 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1: Fundament · Meridiaan Pensioen N.V. · Ductus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Waar we vandaan komen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Elf weken geleden is het project </a:t>
            </a:r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WGP 2.0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 stopgezet.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De post-mortem is af.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De functie risicomanager is ingesteld.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De herstart begint volgende maand.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C5AA0"/>
                </a:solidFill>
              </a:rPr>
              <a:t>Deze cursus loopt mee vanaf vandaag.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Agenda van dit dagdeel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1. Zevenenveertig regels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2. Wat risico is — en wat niet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3. Vijf begrippen uit elkaar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4. De risicozin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5. Vijf faalpunten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6. Certificering en de boog van de cursus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documenten naast elkaar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risicoregister van WGP 2.0 — 47 regels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eindrapport van de post-mortem — 3 oorzaken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0 van 3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Geen van de drie oorzaken stond in het register.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Regel 11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463040"/>
          <a:ext cx="7589520" cy="4114800"/>
        </p:xfrm>
        <a:graphic>
          <a:graphicData uri="http://schemas.openxmlformats.org/drawingml/2006/table">
            <a:tbl>
              <a:tblPr/>
              <a:tblGrid>
                <a:gridCol w="3794760"/>
                <a:gridCol w="3794760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Kolom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Waarde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Onderwerp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Conversie deelnemersgegevens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Kans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Impact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Score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Eigenaar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(leeg)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Maatregel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(leeg)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Laatst gewijzigd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14 maanden geleden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Veertien maanden rood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hoogst gescoorde risico van het hele project.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Nooit een eigenaar.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Nooit een maatregel.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Nooit besproken.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Tijdlijn WGP 2.0</a:t>
            </a:r>
            <a:endParaRPr lang="en-US" sz="2600" dirty="0"/>
          </a:p>
        </p:txBody>
      </p:sp>
      <p:pic>
        <p:nvPicPr>
          <p:cNvPr id="3" name="Image 0" descr="/home/claude/figures/figuur-1-1-tijdlijn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1-1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Hoe kan een register volledig zijn ingevuld en tegelijk volstrekt nutteloos?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definitie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1B2A4A"/>
                </a:solidFill>
              </a:rPr>
              <a:t>“Risico is het effect van onzekerheid op het behalen van doelstellingen.”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8"/>
                </a:solidFill>
              </a:rPr>
              <a:t>ISO 31000:2018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gevolgen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1. Geen doelstelling → geen risico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2. Effect = afwijking, in twee richtingen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3. Onzekerheid → het gaat over de toekomst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Gevolg 1: Geen doelstelling, geen 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“Uitval van de testomgeving” is een gebeurtenis.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Pas naast een doelstelling wordt het een risico.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Gevolg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Effect is een afwijking — negatief én positief.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Bedreiging → vermijden, verminderen, overdragen, delen, accepteren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Kans → exploiteren, vergroten, delen, negeren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(Uitgewerkt in deel 6.)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Gevolg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 risico kan gebeuren.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Wat al gebeurd is, is geen risico meer.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En toch: de helft van de regels in een gemiddeld register beschrijft de huidige situatie.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Niet: alles opschrijven wat vervelend kan zijn.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Wel: besluiten mogelijk maken die je anders niet zou durven nemen.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begrippen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463040"/>
          <a:ext cx="7589520" cy="3931920"/>
        </p:xfrm>
        <a:graphic>
          <a:graphicData uri="http://schemas.openxmlformats.org/drawingml/2006/table">
            <a:tbl>
              <a:tblPr/>
              <a:tblGrid>
                <a:gridCol w="3794760"/>
                <a:gridCol w="379476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Begrip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Kenmerk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Risico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Kan gebeuren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Issue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Is gebeurd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Probleem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Is gebeurd, geen route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Aanname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Onuitgesproken voorwaarde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Onzekerheid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Informatiegebrek, geen gebeurtenis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regels om te onthouden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Elke aanname is een onbeheerd risico.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Bij onzekerheid hoort informatie, niet maatregel.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er in het register stond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Scope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Leverancier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Capaciteit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Conversie deelnemersgegevens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Draagvlak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Eenendertig van de zevenenveertig regels zagen er zo uit.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je hiermee niet kunt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eigenaar aanwijzen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kans schatten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maatregel bedenken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verandering vaststellen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Dit is een categorie, geen risico.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risicozin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B2A4A"/>
                </a:solidFill>
              </a:rPr>
              <a:t>Doordat [oorzaak — feit, nu]</a:t>
            </a:r>
            <a:endParaRPr lang="en-US" sz="2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B2A4A"/>
                </a:solidFill>
              </a:rPr>
              <a:t>kan [gebeurtenis — onzeker]</a:t>
            </a:r>
            <a:endParaRPr lang="en-US" sz="2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B2A4A"/>
                </a:solidFill>
              </a:rPr>
              <a:t>waardoor [gevolg — effect op doelstelling]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Van categorie naar 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9AA1B0"/>
                </a:solidFill>
              </a:rPr>
              <a:t>Leverancier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698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B2A4A"/>
                </a:solidFill>
              </a:rPr>
              <a:t>“Doordat de conversiesoftware door één partij wordt geleverd en de dataspecificatie alleen daar bekend is, kan vertraging aan hun kant niet intern worden opgevangen, waardoor de proefconversie en de go-live-beslissing niet op het geplande moment kunnen plaatsvinden.”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Anatomie van de risicozin</a:t>
            </a:r>
            <a:endParaRPr lang="en-US" sz="2600" dirty="0"/>
          </a:p>
        </p:txBody>
      </p:sp>
      <p:pic>
        <p:nvPicPr>
          <p:cNvPr id="3" name="Image 0" descr="/home/claude/figures/figuur-1-2-risicozin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1-2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standaardfouten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gevolg in de gebeurtenispositie: “…kan de go-live worden gemist, waardoor de go-live wordt gemist.”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onzekere oorzaak: “Doordat de leverancier misschien te laat levert…”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1.3 — tweetallen,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Herschrijf tot volledige risicozinnen: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1. Scope-instabiliteit door wetgeving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2. Sleutelkennis bij één persoon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3. Afhankelijkheid van één leverancier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zelfcontrolevragen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Is de oorzaak vandaag vast te stellen?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Is de gebeurtenis werkelijk onzeker?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Staat er een doelstelling, datum of bedrag in het gevolg?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Kun je op oorzaak én gevolg een verschillende maatregel bedenken?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Waarom het register faalde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1. Niet gekoppeld aan doelstellingen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2. Categorieën in plaats van risicozinnen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3. Scores die nooit bewogen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4. Geen eigenaren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5. Geen grenzen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Het register was een verantwoordingsdocument.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Het was geen besluitinstrument.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Een risicoregister dat nooit een besluit heeft veranderd, heeft niet gewerkt — hoe volledig het ook is ingevuld.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En: een hoge score is geen maatregel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Regel 11 stond veertien maanden op 25.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Dat het niet is misgegaan, is toeval — het project werd eerder gestopt.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Certificeringslandschap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Certificering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Vorm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Niveau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ISO 31000 Foundations (CRMF)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 vragen, 2 uur, 75%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M_o_R 4 Practitioner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65 vragen, 135 min, 50%, open boek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IRM Certificate ERM Level 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modules, MCQ + essays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DNB-geschiktheid sleutelfunctie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Geen examen: geschiktheidstoetsing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CRISC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IT-risico, vier domeinen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deel 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</a:rPr>
              <a:t>Geverifieerd augustus 2026 — controleer altijd het actuele aanbod.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opmerkingen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ISO 31000 kent geen organisatiecertificering. Wel een persoonscertificaat over kennis van de richtlijn.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Niveau 3 eindigt niet in een examen. Zo werkt de erkenning op dat niveau ook niet.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boog van de cursus</a:t>
            </a:r>
            <a:endParaRPr lang="en-US" sz="2600" dirty="0"/>
          </a:p>
        </p:txBody>
      </p:sp>
      <p:pic>
        <p:nvPicPr>
          <p:cNvPr id="3" name="Image 0" descr="/home/claude/figures/figuur-1-4-cursusboog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1-4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Huiswerk: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opdracht 1.1 en 1.5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Deel 2: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ISO 31000, ISO 31073, COSO ERM, M_o_R 4, Orange Book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5AA0"/>
                </a:solidFill>
              </a:rPr>
              <a:t>Niet: welke is de beste. Wel: welke vraag beantwoordt elk van hen — en welke vraag beantwoordt geen van hen.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2026-08-15T04:53:08Z</dcterms:created>
  <dcterms:modified xsi:type="dcterms:W3CDTF">2026-08-15T04:53:08Z</dcterms:modified>
</cp:coreProperties>
</file>