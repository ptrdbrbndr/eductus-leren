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D99A3D"/>
                </a:solidFill>
              </a:rPr>
              <a:t>RISICOMANAGEMENT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Deel 7 — Het register als levend instrument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D3E8"/>
                </a:solidFill>
              </a:rPr>
              <a:t>Niveau 1: Fundament · Meridiaan Pensioen N.V. · Ductus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Terugblik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19 risico's. Geanalyseerd. Van respons voorzien.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1800" i="1" dirty="0">
                <a:solidFill>
                  <a:srgbClr val="2C5AA0"/>
                </a:solidFill>
              </a:rPr>
              <a:t>Sanne zou dit nu kunnen overtypen naar Excel en klaar zijn.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 derde valse start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</a:rPr>
              <a:t>Een perfect register op dag één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is geen garantie voor een register dat over zes maanden nog iets betekent.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Het oude register was ook ooit nieuw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Het verval kwam pas daarna.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Niemand onderhield het. Niemand was eigenaar.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Bevinding 6, opnieuw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</a:rPr>
              <a:t>“Een risicolijst zonder eigenaren”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 </a:t>
            </a:r>
            <a:endParaRPr lang="en-US" sz="2200" dirty="0"/>
          </a:p>
          <a:p>
            <a:pPr indent="0" marL="0">
              <a:buNone/>
            </a:pPr>
            <a:r>
              <a:rPr lang="en-US" sz="2000" b="1" dirty="0">
                <a:solidFill>
                  <a:srgbClr val="2C5AA0"/>
                </a:solidFill>
              </a:rPr>
              <a:t>Vandaag lossen we dit definitief op.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Twee rollen, zelden dezelfde persoon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73736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Risico-eigenaar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</a:rPr>
              <a:t>verantwoordelijk voor het geheel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 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2C5AA0"/>
                </a:solidFill>
              </a:rPr>
              <a:t>Actiehouder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</a:rPr>
              <a:t>voert één maatregel uit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Drie criteria voor een eigenaar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Bevoegdheid — kan beslissen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Overzicht — kent de context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Belang — heeft iets te verliezen of winnen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Wat er bij regel 11 ontbrak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Iedereen die ernaar keek, dacht dat het bij iemand anders hoorde.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Niemand droeg de vraag: is dit als geheel nog onder controle?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Risico-eigenaar en actiehouders</a:t>
            </a:r>
            <a:endParaRPr lang="en-US" sz="2600" dirty="0"/>
          </a:p>
        </p:txBody>
      </p:sp>
      <p:pic>
        <p:nvPicPr>
          <p:cNvPr id="3" name="Image 0" descr="C:\Projecten\eductus-trainingen\Risico management\tooling\figures\figuur-7-1-eigenaa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965960" y="1280160"/>
            <a:ext cx="8229600" cy="4480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478"/>
                </a:solidFill>
              </a:rPr>
              <a:t>Figuur 7-1 — Eén risico, eigenaar in het midden, pijlen naar meerdere actiehouders.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7.1 — 15 minuten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Vier namen bij vier risico's. Eigenaar of actiehouder?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 dertien kolommen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1B2A4A"/>
                </a:solidFill>
              </a:rPr>
              <a:t>ID · Risicozin · Categorie · Doelstelling</a:t>
            </a:r>
            <a:endParaRPr lang="en-US" sz="2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1B2A4A"/>
                </a:solidFill>
              </a:rPr>
              <a:t>Kans/impact inherent · Respons · Actie + actiehouder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 dertien kolommen, vervolg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1B2A4A"/>
                </a:solidFill>
              </a:rPr>
              <a:t>Risico-eigenaar · Kans/impact residueel · Secundaire risico's</a:t>
            </a:r>
            <a:endParaRPr lang="en-US" sz="2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1B2A4A"/>
                </a:solidFill>
              </a:rPr>
              <a:t>Status · Tolerantie/trigger · Laatst herzien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Vergelijk met het oude register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Onderwerp — Kans — Impact — Score — Eigenaar (leeg)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Vier van de dertien. Eén ervan leeg.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7.2 — 25 minuten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Vul regel 11 aan tot alle dertien kolommen.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Eén detail dat vaak wordt gemist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“Laatst herzien” ≠ “laatst overgenomen naar een nieuw sjabloon”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Terug naar Kernzin 1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Elke kolom: als hij leeg blijft, wat kan er dan niet meer besloten worden?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Meer kolommen is niet per se beter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Dertien goed gebruikte</a:t>
            </a:r>
            <a:endParaRPr lang="en-US" sz="22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D99A3D"/>
                </a:solidFill>
              </a:rPr>
              <a:t>&gt;</a:t>
            </a:r>
            <a:endParaRPr lang="en-US" sz="22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1A1A1A"/>
                </a:solidFill>
              </a:rPr>
              <a:t>dertig waarvan de helft altijd leeg blijft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Waarom registers verwilderen — drie oorzaken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Zombie-risico's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Kopieerregisters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Eigenaarschap dat niet meebeweegt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Zombie-risico's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Niemand durft te sluiten. “Je weet maar nooit.”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Sluiten is een besluit — net als accepteren.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7.3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“Dit is nooit gebeurd en zal ook nooit gebeuren” — genoeg reden om te sluiten?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Toeval is geen beheersing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Regel 11 deed zich nooit voor — omdat het project eerder stopte.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Dat zegt niets over de kwaliteit van het risicomanagement erachter.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Kopieerregisters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Elke ronde gekopieerd, nooit heroverwogen.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Structuur zelf sluipt langzaam scheef.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Sanne's twee onderhoudsregels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1. Maandelijkse actieve bevestiging door de eigenaar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2. Volledige herziening bij elke fase-overgang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Waarom bevestiging, geen automatische verlenging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Het uitblijven ervan is zelf een signaal.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1800" i="1" dirty="0">
                <a:solidFill>
                  <a:srgbClr val="1A1A1A"/>
                </a:solidFill>
              </a:rPr>
              <a:t>Geen ‘vergeten’ zonder dat iemand het merkt.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Sanne’s registersjabloon</a:t>
            </a:r>
            <a:endParaRPr lang="en-US" sz="2600" dirty="0"/>
          </a:p>
        </p:txBody>
      </p:sp>
      <p:pic>
        <p:nvPicPr>
          <p:cNvPr id="3" name="Image 0" descr="C:\Projecten\eductus-trainingen\Risico management\tooling\figures\figuur-7-2-regist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280160"/>
            <a:ext cx="10515600" cy="2651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478"/>
                </a:solidFill>
              </a:rPr>
              <a:t>Figuur 7-2 — Registersjabloon met twee volledig ingevulde voorbeeldregels.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Voor deel 8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Huiswerk: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</a:rPr>
              <a:t>opdracht 7.4 — eigen registersjabloon, drie risico's, dertien kolommen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Deel 8: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</a:rPr>
              <a:t>toleranties en triggers — wanneer wordt een overschrijding een escalatie, en waarom is dat nooit een kwestie van temperament.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2026-08-16T10:07:00Z</dcterms:created>
  <dcterms:modified xsi:type="dcterms:W3CDTF">2026-08-16T10:07:00Z</dcterms:modified>
</cp:coreProperties>
</file>