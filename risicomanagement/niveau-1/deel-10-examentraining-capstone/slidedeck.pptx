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10 — Examentraining en capstone: de verdediging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— AFSLUITING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maanden later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Sanne staat voor de stuurgroep.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Niet om een probleem te melden. Om het instrumentarium te presenteren.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Vandaag: twee 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Eerst: het CRMF-examen.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Dan: de verdediging.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CRMF-examenformat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80 meerkeuzevragen · 2 uur · 75%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5A6478"/>
                </a:solidFill>
              </a:rPr>
              <a:t>GN-IC, ISO/IEC 17024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tips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Scenariovragen naast definitievragen.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Ken het onderscheid tussen standaarden (deel 2).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Oefen met tijdsdruk — anderhalve minuut per vraag.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Proefexamen — 30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20 vragen. Individueel. Onder tijdsdruk.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Nabespreking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Per fout beantwoorde vraag: terug naar het deel.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Dit is diagnose, geen eindoordeel.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Niveau 1 in één oogopslag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9 delen. 5 faalpunten. 6 kernzinnen.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vijf faalpunten, gesloten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Doelstellingkoppeling (D3)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Risicozin (D1/D4)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Bewegende scores (D5/D6)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Eigenaren (D7)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Grenzen (D8)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zes kernzinnen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Een register dat nooit een besluit veranderde, werkte niet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Een score zonder criterium is een indruk met een getal erop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3. Lage kans is geen reden om hoge impact te negeren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zes kernzinnen,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4. Accepteren is een besluit, geen verzuim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5. Escaleren is een afgesproken grens, geen moed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6. De risicofunctie beslist niet namens de eigenaar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capstone-opdracht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15 minuten presentatie.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10 minuten kritische bevraging.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Het complete instrumentarium, verdedigd.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je presenteert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Context- en criteriadocument (kort)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2-3 risico's volledig uitgewerkt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Escalatiedocument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Governance-inrichting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stuurgroeprollen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sceptische opdrachtgever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financiële man/vrouw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stuurgroeprollen,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compliance-vertegenwoordiger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voormalige projectmanager van WGP 2.0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Elke rol: één scherpe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Gekoppeld aan een van de vijf faalpunten uit deel 1.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Niet alleen genoemd — aangetoond.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Voorbereidingstijd — 30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Checklist uit het werkboek als leidraad.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rubriekcriteria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Vakmanschap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Volledigheid van het instrumentarium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rubriekcriteria,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Verdedigbaarheid onder druk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Aantoonbare les uit WGP 2.0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doorslaggevende criterium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Niet: “we hebben nu een register.”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Wel: “dit specifieke probleem van de vorige keer wordt hierdoor voorkomen.”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Kernzin 1, herhaald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Heeft dit instrumentarium een besluit veranderd —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of is het een nette exercitie die op zichzelf staat?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Verdedigingen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4-5 × 15+10 minuten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Tussenreflectie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Wat viel op? Welke vraag was het lastigst te beantwoorden?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 zevenenveertig regels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…naar een instrumentarium dat, stap voor stap, elk faalpunt heeft opgelost.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niveau 1 bewust niet deed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Kwantitatieve techniek.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 op programmaschaal.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Volle governance van een risicofunctie.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Niet vergeten — uitgesteld.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Dat is niveau 2.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Niveau 2, vooruitblik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Casus: Programma Mutatieplatform. Vijf projecten tegelijk.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M_o_R 4 Practitioner als hoofdlijn, IRM als tweede lijn.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vraag waar niveau 2 opent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Wat doe je met risico dat niet bij één project hoort, maar overal tegelijk speelt?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</a:rPr>
              <a:t>(Precies waar PM-cursus deel 18 bewust stopte.)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Niveau 1: afgesloten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10 delen. 40 bestanden.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Tot niveau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Deel 11: M_o_R 4 — van project naar de hele onderneming.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2026-08-16T10:21:59Z</dcterms:created>
  <dcterms:modified xsi:type="dcterms:W3CDTF">2026-08-16T10:21:59Z</dcterms:modified>
</cp:coreProperties>
</file>