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3 — Het proces, en de stap die iedereen overslaat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1: Fundament · Meridiaan Pensioen N.V. · Ductus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ISO 31000 als grondtaal.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M_o_R als operationeel raamwerk.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COSO als strategisch vergelijkingskader.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 begint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Werksessie beleggen.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Iedereen vragen naar risico's.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Scoren.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Precies wat er de vorige keer ook gebeurde.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Eén vraag, geen antwoord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1B2A4A"/>
                </a:solidFill>
              </a:rPr>
              <a:t>“Tegen welke doelstellingen ga je die risico's afzetten? En welke schaal gebruik je, en waarom?”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cyclus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Context bepalen → Risicobeoordeling → Risicobehandeling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Geen rechte lijn. Een cyclus.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Risicobeoordeling uitgesplitst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Identificeren → Analyseren → Evalueren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er doorlopend omheen zit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Communicatie en consultatie — de hele cyclus door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Monitoring en review — de hele cyclus door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Registratie en rapportage — als buitenste laag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ISO 31000-procescyclus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3-1-procescyclus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3-1 — De procescyclus, met de doorlopende ringen.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3.1 — 10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Teken de cyclus uit het hoofd.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Welke twee activiteiten lopen doorlopend?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M_o_R: vier fasen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Identificeren → Beoordelen → Plannen → Implementeren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M_o_R: twee doorlopende activiteiten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Communiceren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Embedden en reviewen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Zelfde beweging, andere naamgeving.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M_o_R naast ISO 31000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3-2-mor-iso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3-2 — M_o_R's acht processen naast de ISO 31000-cyclus.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3.2 — plenair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Koppel elk M_o_R-proces aan het overeenkomstige ISO 31000-onderdeel.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meest overgeslagen stap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Context bepalen levert geen lijst op.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score. Geen kleurtje.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voelt als voorwerk. Het is het fundament.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“impact 5” bij WGP 2.0 betekende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Niet: een vastgelegde grens.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Wel: de projectmanager vond het heel erg.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Een score zonder vastgelegd criterium is geen meting, het is een indruk met een getal erop.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Interne en externe context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Intern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Extern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Structuur, cultuur, capaciteiten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Wetgeving, toezicht, markt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Eén kenner premieberekening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DNB/AFM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Terughoudendheid bij slecht nieuws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Wtp-transitie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3.3 — groepjes van drie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Welke drie vervolgvragen had Sanne aan de stuurgroep moeten stellen?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Criteria: de kansschaal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Betekenis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Nog niet eerder voorgekomen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Al één keer opgetreden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Nu al concrete signalen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Criteria: de impactschaal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Gekoppeld aan echte doelstellingen — tijd, geld, kwaliteit/reputatie.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Niet: “laag/midden/hoog” zonder toelichting.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Voorbeeld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2194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Tijd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Geld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Kwaliteit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194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Hoog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&gt; 3 mnd vertraging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&gt; €500.000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Meldingsplichtig DNB/AFM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Context en criteria als fundament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3-3-fundament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3-3 — Een instortende basis maakt de rest onbetrouwbaar, hoe zorgvuldig ook uitgevoerd.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3.4 — individueel, 25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Bouw een impactschaal, drie niveaus, minstens twee dimensies.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bijvoeglijk naamwoord zonder getal erachter.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Risicobereidheid, kort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Vóór de cijfers: een uitspraak in woorden.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</a:rPr>
              <a:t>“Wij accepteren vertraging tot zes weken… wij accepteren geen enkel risico dat leidt tot onjuiste pensioenuitkeringen.”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(volledig uitgewerkt in deel 12)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document — zeven onderdelen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Doel en scope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Interne context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Externe context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Kansschaal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Impactschaal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Risicobereidheid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Vaststelling en herzieningsmoment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Niet eenmalig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Herzien bij: nieuwe wet, gewijzigde scope, fusie.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Een niet-herzien document sluit steeds minder aan bij de werkelijkheid.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Huiswerk: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opdracht 3.5 — volledig context- en criteriadocument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Deel 4: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identificatietechnieken — met dit document als basis, en de risicozin uit deel 1 in de praktijk.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2026-08-16T07:08:20Z</dcterms:created>
  <dcterms:modified xsi:type="dcterms:W3CDTF">2026-08-16T07:08:20Z</dcterms:modified>
</cp:coreProperties>
</file>