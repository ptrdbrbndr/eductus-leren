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A3D"/>
                </a:solidFill>
              </a:rPr>
              <a:t>RISICOMANAGEMENT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Deel 25 — Operationeel risico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3E8"/>
                </a:solidFill>
              </a:rPr>
              <a:t>Niveau 3: Expert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Terugblik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Het eerste advies. Kernzin 17.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C5AA0"/>
                </a:solidFill>
              </a:rPr>
              <a:t>Vandaag: een naam die nog terugkomt.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Verantis Pensioenadministratie B.V.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Al drie jaar: mutatieverwerking voor kleinere werkgevers.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Er gaat nu niets mis.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Onthoud deze naam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B2A4A"/>
                </a:solidFill>
              </a:rPr>
              <a:t>Dit deel legt het fundament voor wat er later mee gebeurt.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Operationeel risico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</a:rPr>
              <a:t>Verlies door falende processen, mensen, systemen — of externe gebeurtenissen.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Breder dan IT-risico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IT-risico (deel 18) is een deelverzameling.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Breder dan strategisch risico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Operationeel: de dagelijkse uitvoering.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Strategisch: de koers.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Zeven categorieën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Interne fraude · Externe fraude · Arbeidsrelaties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Zeven categorieën, vervolg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Klanten/producten · Fysieke activa · Systeemfalen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Zevende categorie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Uitvoering, levering en procesmanagement.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Bijna alles uit deze cursus past hier ergens in.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25.1 — 20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Vier gebeurtenissen. Welke categorie?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KRI's op ondernemingsniveau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</a:rPr>
              <a:t>Geaggregeerd. Continu beeld — zonder in elk risico te duiken.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Artikel 34 Pensioenwet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</a:rPr>
              <a:t>Uitbesteding toegestaan — onder voorwaarden.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kernbepaling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Verantwoordelijkheid voor organisatie en beheersing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mag NIET worden ondermijnd.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99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1B2A4A"/>
                </a:solidFill>
              </a:rPr>
              <a:t>KERNZIN 18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2194560"/>
            <a:ext cx="9784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Uitbesteden verplaatst het werk, nooit de verantwoordelijkheid — de wet zegt dat met zoveel woorden, en het bestuur vergeet het zodra het ongemakkelijk wordt.</a:t>
            </a:r>
            <a:endParaRPr lang="en-US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25.2 — 15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‘Verantis is dan verantwoordelijk’ — klopt dat?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Ketenrisico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Niet alleen: wat als Verantis faalt?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Ook: wat zit er dieper in de keten?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25.3 — 20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Drie vragen om de diepere keten in kaart te brengen.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ontdekking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Verantis' dochteronderneming beheert ook de documentopslag.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Twee diensten — één verwante partij.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BCM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Kritieke processen voortzetten of snel herstellen.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Hiaat: geen uitwijkplan voor Verantis-uitval.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Voor deel 26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Deel 26: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financieel risico voor niet-actuarissen — de juiste vragen stellen zonder zelf te kunnen rekenen.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2026-08-17T06:54:42Z</dcterms:created>
  <dcterms:modified xsi:type="dcterms:W3CDTF">2026-08-17T06:54:42Z</dcterms:modified>
</cp:coreProperties>
</file>