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30 — Masterproef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</a:rPr>
              <a:t>Niveau 3: Expert — Sluitstuk van de hele cursus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Zomer 2027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Zes maanden voor de deadline.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Verantis meldt een ernstige systeemstoring.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weken later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Nog altijd niet hersteld. Ketenopstopping.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Precies tijdens de meest kritieke periode.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 herkent het patroon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Het omgekeerde-stresstest-scenario (deel 27).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Werkelijkheid.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eerdere sporen, nu samenkomend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BCM-hiaat (deel 25)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sporen,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informele signaal (deel 29) · De ORSA-conclusie (deel 27)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bestuur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Wil de invaardatum handhaven.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Sanne moet het zwaarste advies van haar loopbaan geven.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DAGDEEL A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Het schriftelijke advies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 onderdelen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Feitenrelaas · Kruisverwijzingen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 onderdelen,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Kwantitatieve beoordeling · Opties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 onderdelen, slot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Advies · Voorwaarden · Positionering escalatierecht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Maximaal 10 pagina's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</a:rPr>
              <a:t>Schrijftijd: bijna twee uur.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Peer-check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Wissel je advies. Toets tegen de checklist.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DAGDEEL B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De boardsimulatie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bestuursvoorzitter — reputatie en deadline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rollen,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DNB — adequaatheid en toezicht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rollen, slot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Interne audit — documentkwaliteit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Programmadirecteur — haalbaarheid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boardsimulatie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30-1-boardsimulatie.png">    </p:cNvPr>
          <p:cNvPicPr>
            <a:picLocks noChangeAspect="1"/>
          </p:cNvPicPr>
          <p:nvPr/>
        </p:nvPicPr>
        <p:blipFill>
          <a:blip r:embed="rId1"/>
          <a:srcRect l="-46491" r="-46491" t="0" b="0"/>
          <a:stretch/>
        </p:blipFill>
        <p:spPr>
          <a:xfrm>
            <a:off x="2194560" y="1097280"/>
            <a:ext cx="777240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Sanne aan het hoofd van de tafel, de vier rollen eromheen, elk met hun primaire zorg.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Half vooraf, half onvoorzien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Voorbereid op de kern. Getest op de druk.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45 minuten per simulatie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rubriekcriteria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Feitelijke grondigheid · Kwantitatieve onderbouwing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criteria,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Volledigheid opties · Consistentie tussen registers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criteria, slot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Ethische positionering </a:t>
            </a:r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· Het onderbouwde ‘nee, dit niet’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Doorslaggevend bij twijfel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Niet: uitstel is het juiste antwoord.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Wel: de kwaliteit van de onderbouwing, niet de uitkomst.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Kernzin 1, in zijn volwassen vorm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Een register dat nooit een besluit veranderde, werkte niet.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Een advies dat nooit ‘nee’ durft te zeggen, heeft nooit geadviseerd.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Slotreflectie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A"/>
                </a:solidFill>
              </a:rPr>
              <a:t>Welk instrument uit welk deel bleek hier onmisbaar?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cursusboog — deel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Zevenenveertig regels die niets zeiden.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cursusboog — deel 9, 19, 28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Mandaat vs beslissingsmacht → mandaat vs invloed → drie stappen.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cursusboog — hier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Vijfentwintig kernzinnen. Eén advies.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Van kwaliteitsmanager die per ongeluk risicomanager werd, naar sleutelfunctiehouder.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vooruitblik meer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A"/>
                </a:solidFill>
              </a:rPr>
              <a:t>Alleen de vraag die blijft.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</a:rPr>
              <a:t>Heeft dit instrumentarium vandaag een besluit veranderd — of was het een nette exercitie die op zichzelf stond?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9A3D"/>
                </a:solidFill>
              </a:rPr>
              <a:t>Einde van de cursus Risicomanagement.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2026-08-17T07:29:12Z</dcterms:created>
  <dcterms:modified xsi:type="dcterms:W3CDTF">2026-08-17T07:29:12Z</dcterms:modified>
</cp:coreProperties>
</file>