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Deel 27 — Scenario's, stresstesten, ORSA/ERB en modelrisico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3: Expert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Vijf financiële risico's. Kernzin 19.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wat zit er in die 0,5%?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Scenario-analyse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Een samenhangend, plausibel toekomstbeeld. Meerdere aannames, één verhaal.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Stresstest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Eén variabele. Extreem. Geen verhaal nodig.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Samen vullen ze de leemte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Wat VaR samenvat tot één getal, maken zij concreet.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27.1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oefeningen. Scenario of stresstest?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omgekeerde stresstest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Niet: hoe erg kan het worden?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Wel: wat zou ons breken?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fundamenteel andere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Beginnen bij falen — niet bij de schok.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Meridiaans scenario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Kritieke externe uitval + verhoogde transitiedruk, tegelijk.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Onthoud dit scenario.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27.2 — 25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Jouw eigen omgekeerde stresstest. Zien we al tekenen?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ORSA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Solvency II. Verzekeraars. Doorlopend proces.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ERB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A4A"/>
                </a:solidFill>
              </a:rPr>
              <a:t>Art. 18b Besluit Ftk. Pensioenfondsen. Minimaal elke 3 jaar.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Gedeeld principe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Aanvullende beoordeling verplicht bij een belangrijke wijziging van het risicoprofiel.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Een stelselovergang is precies dat.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ORSA en ERB naast elkaar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7-1-orsa-erb.png">    </p:cNvPr>
          <p:cNvPicPr>
            <a:picLocks noChangeAspect="1"/>
          </p:cNvPicPr>
          <p:nvPr/>
        </p:nvPicPr>
        <p:blipFill>
          <a:blip r:embed="rId1"/>
          <a:srcRect l="-20217" r="-20217" t="0" b="0"/>
          <a:stretch/>
        </p:blipFill>
        <p:spPr>
          <a:xfrm>
            <a:off x="1737360" y="1188720"/>
            <a:ext cx="86868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ORSA en ERB naast elkaar: wettelijke basis, frequentie, gedeeld principe.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27.3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organisaties. ORSA of ERB?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Modelrisico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Het model zelf geeft systematisch verkeerde uitkomsten.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Modelvalidatie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Onafhankelijk getoetst — door iemand die het niet zelf bouwde.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De derde lijn, toegepast op modellen.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model dat nooit door iemand anders dan de bouwer is getoetst, draagt hetzelfde risico als een maatregel die nooit op werking is getoetst — het bestaat, maar niemand weet of het klopt.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ORSA-bijdrage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Omgekeerde stresstest + BCM-hiaat (deel 25) + plausibiliteitspunt (deel 26).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conclusie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Nee. Nog niet klaar.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Het scherpste punt tot nu toe.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28: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wat als dit het bestuur niet overtuigt? Mandaat, invloed, en de grens van het wettelijke middel.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2026-08-17T07:01:56Z</dcterms:created>
  <dcterms:modified xsi:type="dcterms:W3CDTF">2026-08-17T07:01:56Z</dcterms:modified>
</cp:coreProperties>
</file>