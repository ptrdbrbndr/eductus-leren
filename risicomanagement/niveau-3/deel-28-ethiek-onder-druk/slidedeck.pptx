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Deel 28 — Ethiek en de rol onder druk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3: Expert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Sanne's ORSA-conclusie: nog niet klaar.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C5AA0"/>
                </a:solidFill>
              </a:rPr>
              <a:t>De reactie van het bestuur: niet wat ze had gehoopt.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‘Iets om in het achterhoofd te houden’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motivering. Geen vervolg.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Decoratie (Kernzin 17), opnieuw.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Wat doet een sleutelfunctiehouder dan?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 naar een oude belofte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Deel 9, niveau 1: ‘wat als je mandaat is uitgeput?’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Vandaag: het antwoord.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Mandaat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</a:rPr>
              <a:t>Het recht om gehoord te worden.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Invloed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</a:rPr>
              <a:t>Verandert het advies daadwerkelijk iets?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Mandaat garandeert geen invloed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Dat zou mandaat tot beslissingsmacht maken.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5AA0"/>
                </a:solidFill>
              </a:rPr>
              <a:t>(Kernzin 6, deel 9, niveau 1.)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stappen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Overtuigen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stappen,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Escaleren binnen de organisatie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Derde stap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Escaleren naar de toezichthouder — het wettelijke middel.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Overtuigen, escaleren, nooit zwijgen — in die volgorde, maar nooit stoppen bij de eerste stap alleen omdat hij het minst ongemakkelijk voelt.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28.1 en 28.2 — 30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Mandaat of invloed? En: hoe ziet ‘overtuigen’ er hier concreet uit?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Legitiem-optimistisch versus misleidend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Niet: wat je gelooft.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Wel: hoe transparant je bent over de onzekerheid.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Legitiem-optimistisch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Aannames expliciet. Onzekerheid benoemd. Bewuste keuze binnen een bandbreedte.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Misleidend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Onzekerheid verborgen. Aanname gepresenteerd als feit.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DNB-toets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B2A4A"/>
                </a:solidFill>
              </a:rPr>
              <a:t>Zou dit overeind blijven als DNB het morgen zou onderzoeken, met volledige inzage?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28.3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situaties. Overeind bij de DNB-toets?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Escaleren naar de toezichthouder — drie voorwaarden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Materialiteit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Voorwaarden,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Uitputting van interne stappen · Documenteerbaarheid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Geen verraad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Het mandaat kwam nooit van de organisatie.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Het uitoefenen ervan is geen daad tegen haar.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29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29: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casuïstiek-marathon — zes situaties, registerwisseling bestuur/DNB, onder tijdsdruk.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2026-08-17T07:05:19Z</dcterms:created>
  <dcterms:modified xsi:type="dcterms:W3CDTF">2026-08-17T07:05:19Z</dcterms:modified>
</cp:coreProperties>
</file>