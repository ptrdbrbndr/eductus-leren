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24 — Strategisch risico en de sleutelfunctie tijdens de transitie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Het wettelijk mandaat staat.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het eerste advies dat het gebruikt.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weken later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Sanne's eerste tweedelijnsopinie.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Een nieuw soort document — eigen gewicht.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COSO-koppeling, eindelijk voluit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Deel 2, niveau 1: kort geïntroduceerd.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Vandaag: volledig toegepast.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Strategisch versus operationeel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Operationeel: wordt het goed uitgevoerd?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Strategisch: wordt het juiste nagestreefd?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Meridiaan als laatste transitiegroep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A"/>
                </a:solidFill>
              </a:rPr>
              <a:t>Was dat zelf ooit een risicobeoordeling waard?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24.1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risico's. Strategisch of operationeel?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DNB good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Doorlopend bijgewerkt. Specifiek voor de sleutelfunctie tijdens de Wtp-transitie.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elementen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Plausibiliteitscontrole van modellen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Element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Adequaatheid van de besluitvorming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(art. 46b Besluit uitvoering Pw)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Element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Rechtstreekse, inhoudelijke rapportage aan het bestuur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Plausibiliteitscontrole, niet herberekenen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Model bevragen, niet bouwen.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24.2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activiteiten. Welk element?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DNB's bevinding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Sleutelfunctiehouders die goed werken: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bestuur weegt hun opinies ‘aantoonbaar mee’.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tweedelijnsopinie die het bestuur ongemotiveerd naast zich neerlegt, was geen advies — het was decoratie.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Niet: altijd gelijk krijgen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Wel: altijd aantoonbaar gewogen worden.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24.3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scenario's. Advies of decoratie?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tweedelijnsopinie naar besluit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4-1-advies-stroom.png">    </p:cNvPr>
          <p:cNvPicPr>
            <a:picLocks noChangeAspect="1"/>
          </p:cNvPicPr>
          <p:nvPr/>
        </p:nvPicPr>
        <p:blipFill>
          <a:blip r:embed="rId1"/>
          <a:srcRect l="-26864" r="-26864" t="0" b="0"/>
          <a:stretch/>
        </p:blipFill>
        <p:spPr>
          <a:xfrm>
            <a:off x="2011680" y="1188720"/>
            <a:ext cx="813816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Van tweedelijnsopinie naar besluit, met het foutieve pad gemarkeerd als decoratie.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Ondernemingsrisico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Breder dan strategisch — de volledige, geaggregeerde verzameling.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opzet, vier onderdelen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 · Plausibiliteitsoordeel · Procesbeoordeling · Een vraag aan het bestuur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25: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operationeel risico — en de externe pensioenadministrateur, voor het eerst geïntroduceerd.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2026-08-17T06:51:33Z</dcterms:created>
  <dcterms:modified xsi:type="dcterms:W3CDTF">2026-08-17T06:51:33Z</dcterms:modified>
</cp:coreProperties>
</file>