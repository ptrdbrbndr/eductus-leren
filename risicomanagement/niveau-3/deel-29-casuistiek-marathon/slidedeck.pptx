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29 — Casuïstiek-marathon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3: Expert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Overtuigen, escaleren, nooit zwijgen.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C5AA0"/>
                </a:solidFill>
              </a:rPr>
              <a:t>Vandaag: geen nieuwe stof. Alleen toepassen — onder tijdsdruk.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Zes situaties. Vijftien minuten elk.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Twee versies: bestuur en DNB.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kernregel, opnieuw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Het register bepaalt de nadruk — nooit de feiten.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Vijfstappenroutine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Kernprobleem in één zin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Routine,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Instrument · Bestuursversie · DNB-versie · Consistentietoets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Situatie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genegeerde signaal — Verantis hapert, niemand noteert het.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Situatie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optimistische aanname — drie jaar op rij, bovenkant bandbreedte.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Situatie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verwante partij — twee leveranciers, één moedermaatschappij.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Situatie 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overgeslagen aanvullende beoordeling — ORSA uitgesteld wegens drukte.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Situatie 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te snel geruststellende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Situatie 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finale go/no-go-advies — alles samengebracht.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Elke situatie: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Individueel werken → korte plenaire aftoets.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Na elke situatie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Consistentietoets: waar wringt het, als het wringt?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Pauze — drie oefensituaties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Werkboek, in tweetallen.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Oefensituatie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Archiveringshiaat in historische conversiedata.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Oefensituatie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Verantis wil aansprakelijkheid beperken.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Oefensituatie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individuele klacht — of een patroon?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Nabespreking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B2A4A"/>
                </a:solidFill>
              </a:rPr>
              <a:t>Welke situatie was het lastigst — en waarom?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Tijdsdruk en onbewuste verzachting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Minder tijd om kritisch te herlezen.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Precies waarom de consistentietoets nooit optioneel is.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Generale repetitie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Situatie 6: exact de vorm van wat er nu komt.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30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30 (2 dagdelen):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de masterproef. Het omgekeerde-stresstest-scenario wordt geen oefening meer.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2026-08-17T07:24:36Z</dcterms:created>
  <dcterms:modified xsi:type="dcterms:W3CDTF">2026-08-17T07:24:36Z</dcterms:modified>
</cp:coreProperties>
</file>