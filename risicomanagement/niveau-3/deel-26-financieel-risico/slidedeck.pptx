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D99A3D"/>
                </a:solidFill>
              </a:rPr>
              <a:t>RISICOMANAGEMENT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Deel 26 — Financieel risico voor niet-actuarissen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35661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7D3E8"/>
                </a:solidFill>
              </a:rPr>
              <a:t>Niveau 3: Expert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Terugblik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</a:rPr>
              <a:t>Verantis geïntroduceerd. BCM-hiaat vastgelegd.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2C5AA0"/>
                </a:solidFill>
              </a:rPr>
              <a:t>Vandaag: Sanne zit bij de actuariële presentatie.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‘Ik ben geen actuaris’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Ze hoeft de berekening niet te controleren.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Ze moet de aannames bevragen.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Model bevragen, niet bouwen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A4A"/>
                </a:solidFill>
              </a:rPr>
              <a:t>Volledig uitgewerkt — vandaag.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Vijf financiële risico's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Markt · Rente · Krediet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Vijf risico's, vervolg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Langleven · Liquiditeit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Marktrisico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1B2A4A"/>
                </a:solidFill>
              </a:rPr>
              <a:t>‘Hoe gevoelig zijn we voor een marktschok?’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Renterisico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</a:rPr>
              <a:t>Beleggingen én verplichtingen bewegen — matchen ze wel?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Kredietrisico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1B2A4A"/>
                </a:solidFill>
              </a:rPr>
              <a:t>‘Hoe geconcentreerd is onze blootstelling aan één tegenpartij?’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Langleven- en liquiditeitsrisico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B2A4A"/>
                </a:solidFill>
              </a:rPr>
              <a:t>‘Is de tafel actueel?’  ·  ‘Wat gebeurt er met onze kasstroom onder stress?’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Vijf risico's, vijf kernvragen</a:t>
            </a:r>
            <a:endParaRPr lang="en-US" sz="2600" dirty="0"/>
          </a:p>
        </p:txBody>
      </p:sp>
      <p:pic>
        <p:nvPicPr>
          <p:cNvPr id="3" name="Image 0" descr="C:\Projecten\eductus-trainingen\Risico management\tooling\figures\figuur-26-1-vijf-financieel.png">    </p:cNvPr>
          <p:cNvPicPr>
            <a:picLocks noChangeAspect="1"/>
          </p:cNvPicPr>
          <p:nvPr/>
        </p:nvPicPr>
        <p:blipFill>
          <a:blip r:embed="rId1"/>
          <a:srcRect l="-16706" r="-16706" t="0" b="0"/>
          <a:stretch/>
        </p:blipFill>
        <p:spPr>
          <a:xfrm>
            <a:off x="2377440" y="1097280"/>
            <a:ext cx="7406640" cy="4663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478"/>
                </a:solidFill>
              </a:rPr>
              <a:t>Vijf risico's, vijf kernvragen — als naslagkaartje.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Opdracht 26.1 — 20 minuten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Vier scenario's. Welk risico, welke vraag?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Aggregatie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</a:rPr>
              <a:t>Niet optellen — risicokapitaal, met correlatie.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Het spiegelbeeld van deel 17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Daar: optellen onderschat.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Hier: optellen overschat.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Zelfde onderliggende fout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Correlatie negeren — in beide richtingen.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Opdracht 26.2 — tweetallen, 20 minuten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Waarom over- en waarom onderschatting? Wat hebben ze gemeen?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Value at Risk (VaR)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</a:rPr>
              <a:t>Het verlies dat, met 99,5% kans, niet wordt overschreden.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Wat VaR niet zegt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Niets over de resterende 0,5%.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Precies waar de catastrofe zit.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Vijf vragen om te bevragen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Aannames + wanneer herzien? Alternatieve aanname?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Vijf vragen, vervolg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Vergelijking met anderen? 10%-gevoeligheid? Onafhankelijk gevalideerd?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D99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4630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1B2A4A"/>
                </a:solidFill>
              </a:rPr>
              <a:t>KERNZIN 19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88720" y="2194560"/>
            <a:ext cx="9784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Je hoeft een model niet te kunnen bouwen om het te mogen wantrouwen — je moet alleen weten welke vraag de aanname blootlegt.</a:t>
            </a:r>
            <a:endParaRPr lang="en-US" sz="2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Voor deel 27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</a:rPr>
              <a:t>Toegepast: projectierendement aan de bovenkant van de sector — nu een punt voor de tweedelijnsopinie.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Deel 27: 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scenario's, stresstesten, ORSA/ERB, modelrisico.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2026-08-17T06:58:16Z</dcterms:created>
  <dcterms:modified xsi:type="dcterms:W3CDTF">2026-08-17T06:58:16Z</dcterms:modified>
</cp:coreProperties>
</file>