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CPSA-A-examentraining: de assignment-vorm oefenen — Niveau 3: expert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staan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en 22: module-toetsvorm.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deel: de échte capstone-vorm.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inhoud — vorm.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echte capstone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Systeemtype kiezen.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NDA. Twee taken. Kiezen.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dagen. Verdedigen — voor twee examinatoren.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29-1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capstone-structuur als tijdlijn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deze vorm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ruggespraak vooraf.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genoeg voor vakmanschap,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genoeg tegen improvisatie.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capstone-structuur begrijpen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tijdsdruk kiezen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verdedigingskaart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Verdedigen voor twee rollen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enveloppe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Foppe, zonder inleiding.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geheimhoudingsverklaring.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klok begint nu."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systeemtype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historisch gegroeide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deelnemersmodellen, na fusie,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een wettelijke deadline.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Taak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en verdedig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context-mappingbesluit.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Minstens drie botsingspunten.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Taak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een governance-mechanisme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 taal-drift,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de eerste twee jaar.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29-2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 taken naast elkaar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keuze zelf telt al mee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welke taak "beter" 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 keuze bewust is,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waarom.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 kiest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Taak 1 — vertrouwd terrein.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Risico: te veel op eigen dossier leunen.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Hardop benoemd, vóór hij begint.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examinatoren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Zoals de module: 20 punten, 10 punten.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methodologie-examinator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Klopt de analyse?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alternatieven serieus overwogen?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mandaat scherp?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communicatie-examinator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de kandidaat het uitleggen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iemand die de opdracht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heeft zien ontstaan?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29-3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9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 rollen, elk met een voorbeeldvraag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verdedigingskaart, veld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claim — scherp,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herhaalbaar door een buitenstaander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verdedigingskaart, veld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alternatief serieus gewogen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genoemd om te worden afgeserveerd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verdedigingskaart, veld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buiten je mandaat valt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oordeelstoets, toegepast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laatste veld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die je hoopt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niemand stelt.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je eerlijke antwoord?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29-4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9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verdedigingskaart, vier velden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 vraagt door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is een uitkomstvraag-argument.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Hoort dat hier thuis?"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 corrigeert zichzelf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 heeft gelijk — ik vermeng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dingen. Laat me splitsen."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Karsten, onvoorzien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"Leg een anti-corruption layer uit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het woord 'model.'"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29-5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9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 als tijdlijn — claim, doorvraag, correctie, onvoorziene vraag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deel: de vorm, gecomprimeerd, generiek.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het volledige dossier,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rollen, twee dagdelen — de masterproef.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2026-08-16T19:19:16Z</dcterms:created>
  <dcterms:modified xsi:type="dcterms:W3CDTF">2026-08-16T19:19:16Z</dcterms:modified>
</cp:coreProperties>
</file>