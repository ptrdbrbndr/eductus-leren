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 · Deel 25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Domain-Driven Design — deel 25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Consequenties van bounded contexts voor consistentie: eventual consistency en sagas — Niveau 3: expert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 we staan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24: KERN saneren, stuk voor stuk.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Vera's slotvraag: wat weet elk stuk,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zolang niet alles hetzelfde weet?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Otto's schets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nachtelijke batch.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KERN, invaaradministratie, Mutatieplatform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"dan is alles op hetzelfde moment consistent."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"En in de nachten ertussen — wat weet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Mutatieplatform dan over een deelnemer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al wel is ingevaren, maar nog niet geregistreerd?"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"Ik dacht dat 'consistent' een ding is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 je hebt of niet hebt. Het is een vraag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je per situatie opnieuw moet stellen."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dit deel oplevert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context als consistentiegrens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Eventual consistency: wat je wint, wat je opgeeft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Sagas: slagen of eerlijk mislukken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garantiekaart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 op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deel: het domeinperspectief.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Niet: hoe je het implementeert.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Techniek ↗ database-/architectuurcursus.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Binnen één context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aggregate, één transactie: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of niets, gegarandeerd.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 de grens heen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contexts, twee modellen,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vaak twee teams.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technische transactie strekt zich uit over beide.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25-2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25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Strikte consistentiegrens binnen een aggregate, versus de grens tussen twee contexts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Eventual consistency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Tijdelijk een andere waarheid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 een gegarandeerd eindpunt,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het domein de tussentijd verdraagt.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Vraag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 het domein de tussentijd verdragen?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Adreswijziging: ja.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aanspraken tegelijk actief: nee.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Vraag 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er een gegarandeerd, eindig herstelmoment?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"Uiteindelijk" is geen antwoord voor DNB.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"Binnen zoveel uur, aantoonbaar" wel.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25-3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25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assen, vier kwadranten: verdraagbaar × gegarandeerd eindpunt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Sagas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Stappen over meerdere contexts,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binnen eigen garantie.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als er één mislukt?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Geen rollback — compensatie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Eerdere stappen zijn al definitief.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Terugdraaien = een nieuwe,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expliciete corrigerende actie.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Compensatie is een domeinbeslissing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Niet: "doe alsof het niet gebeurde."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Wel: een nieuwe gebeurtenis,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eigen betekenis en zichtbaarheid.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Twee vragen per stap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deze stap compenseerbaar — tegen welke prijs?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ziet dat er gecompenseerd is, en wanneer?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25-4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25-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saga als keten over drie contexts, met een compenserende stap bij falen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garantiekaart, veld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garantie geldt hier: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strikt, of eventueel?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garantiekaart, veld 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lang mag de tussentijd duren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aantoonbaar, niet vaag?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garantiekaart, veld 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gebeurt er als een stap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die tussentijd mislukt?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garantiekaart, veld 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veld dat het verschil maakt: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onzichtbaar voor de deelnemer,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merkbaar en schadelijk?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25-5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25-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garantiekaart, vier velden, veld 4 uitgelicht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Terug naar de casus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 → invaaradministratie: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eventueel, max enkele uren,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expliciete correctieboeking bij falen.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"Een saga gaat net zo goed over wat we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een deelnemer wél en niet mogen laten merken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 iets dat wij nog aan het rechtbreien zijn."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"Als er straks een tweede bron van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deelnemersmutaties bij dit landschap komt —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geldt deze garantiekaart dan nog?"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2026-08-16T19:19:07Z</dcterms:created>
  <dcterms:modified xsi:type="dcterms:W3CDTF">2026-08-16T19:19:07Z</dcterms:modified>
</cp:coreProperties>
</file>