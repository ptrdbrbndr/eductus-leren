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van een meerdere-teams-domeinmodel: taal-drift bewaken over de tijd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25: Iris' vraag.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"Als er straks een tweede bron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deelnemersmutaties bijkomt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geldt onze afspraak dan nog?"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bericht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Dinsdagochtend. Onderwerp: "Bevestigd."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Meridiaan neemt Pensioenfonds Kustveer over.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 14.000 deelnemers.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eerste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Diezelfde middag: twee Kustveer-documenten,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 kennisname."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Vera: "Lees dat nog eens."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deelnemer in opbouw heeft recht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 informatie vanaf de ingangsdatum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het dienstverband."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is precies het soort zin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ik altijd van ga zitten.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omdat hij fout is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omdat ik nog niet weet of hij hetzelfde bedoelt."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taal-drift onvermijdelijk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signalen van drift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Onschuldige nuance versus grensbreuk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taaldriftkaart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Eén team, levende taal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 houdt zichzelf scherp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dagelijks gesprek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document, een gewoonte.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Meerdere teams, stille afwijking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team ontwikkelt eigen nuances.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uit onwil — uit afstand.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6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taal die zich uitwaaiert over meerdere teams, met opgehoopte kleine afwijkingen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dan: een tweede organisatie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Veertien jaar eigen taal,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enige afstemming met Meridiaan.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fout — een eigen geschiedenis.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Signaal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woord,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verschuivende betekenis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Signaal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woorden,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begrip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Signaal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herdefinitie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besloot het,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gebeurde gewoon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6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driftsignalen, elk met een Meridiaan-voorbeeld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hoe groot is het verschil in woorden.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raakt dit een bounded-context-grens?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Onschuldig, of een breuk?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variatie: vaak onschuldig.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 over een grens heen,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echt ander onderliggend recht: een breuk.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6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woord, twee kanten van een grens — betekent het aan beide kanten hetzelfde?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drie elementen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 per begrip.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Periodieke reconciliatie.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vastgelegd besluit bij elke wijziging.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taaldriftkaart, stap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de begrippen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het waard zijn om te bewaken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taaldriftkaart, stap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de feitelijke definitie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de oorspronkelijke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het handboek, het echte gebruik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taaldriftkaart, stap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Classificeer: afwezig,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onschuldige nuance,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grensbreuk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taaldriftkaart, stap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veld dat het verschil maakt: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beslist, en wanneer,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dit om een besluit vraagt?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26-6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6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taaldriftkaart als cyclus, stap 4 uitgelicht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Youssef Aït Idar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heb gehoord dat jullie al in onze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documenten zitten te lezen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voordat we elkaar hebben gesproken."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Youssef, over de reden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 is geen slordigheid. Dat is een keuze,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een reden, voor mensen voor wie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weken er in hun portemonnee toe doen."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"Vertel me eerst welk probleem van óns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jullie model oplost, voordat je vertelt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welk probleem van jullie het onze veroorzaakt."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2026-08-16T19:19:09Z</dcterms:created>
  <dcterms:modified xsi:type="dcterms:W3CDTF">2026-08-16T19:19:09Z</dcterms:modified>
</cp:coreProperties>
</file>