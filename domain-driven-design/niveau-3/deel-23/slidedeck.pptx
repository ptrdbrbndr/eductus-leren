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 herontwerp op stelselschaal: het kerndomein heroverwegen onder de Wtp-transitie — Niveau 3: expert · opening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niveau 3 begint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het complete landschap in kaart.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systemen, een kerndomein, zeven patronen.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Negen maanden vóór 1 januari 2028.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Wtp-deadline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januari 2028. Invaren: één bewerking,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dan een miljoen deelnemers, onomkeerbaar.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"kerndomein — heroverwegen?"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hebben negen maanden aan die kaart gewerkt.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verandert niet omdat er een deadline bij komt."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dat nog het doel dat bepaalt waar onze beste mensen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moeten zitten — of is dat inmiddels iets anders?"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kerndomeinkeuze die je nooit opnieuw durft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bevragen, is geen strategische keuze meer.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is een gewoonte die toevallig ooit een keuze was."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een kerndomeinkeuze een uitspraak over een moment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valkuilen bij heroverwegen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herijkingstoets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Toegepast op het Meridiaan-landschap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kerndomeinkeuze is geen permanente eigenschap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beantwoordt een vraag.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Verandert de vraag, dan kan het antwoord meeveranderen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omdat het model fout was.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2: de vraag was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deel houdt de dagelijkse mutatieketen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betrouwbaar en traceerbaar?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het Mutatieplatform.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3: de vraag wordt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deel bepaalt of Meridiaan één keer, binnen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vaste termijn, foutloos kan invaren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een miljoen deelnemers?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23-1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Tijdlijn: de kerndomeinkeuze uit niveau 2 als vast punt, de Wtp-deadline als nieuwe druk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Valkuil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heroverwegen omdat er iets verandert.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 tijd. Verwatert aandacht juist nu.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Valkuil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heroverwegen omdat de vorige keuze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werk heeft gekost.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 cost is geen argument voor juistheid.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23-2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3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 — alles heroverwegen, niets heroverwegen — met het risico van elk, en de herijkingstoets ertussenin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verschuivingen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 → eenmalig.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Foutmarge → nul, op één moment.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toezichthouder → DNB.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→ ook historische datakwaliteit.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23-3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3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verschuivingen als pijlen die op de landschapskaart uit niveau 2 inwerken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herijkingstoets, stap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vraagt de nieuwe druk daadwerkelijk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van welk systeem dat raakt?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herijkingstoets, stap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zit, gegeven die vraag, de meeste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onopgeloste complexiteit?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herijkingstoets, stap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verandert er concreet aan waar de investering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naartoe gaat — en wat blijft gelijk? Waarom?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23-4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3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stappen als stroom, elk met het typische valkuilrisico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casus: stap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Eenmalig. Foutloos. Vaste termijn.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Aantoonbaar bij DNB.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"Bij de mutatieketen kunnen we een fout morgen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herstellen. Bij het invaren hebben we die morgen niet."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Stap 2 — de verrassing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KERN: niet langer de stabiele, gegeven bron.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grootste, minst onderzochte risico.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herijkte uitspraak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Mutatieplatform blijft kerndomein — de mutatieketen.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KERN-datakwaliteit wordt tweede, tijdelijk kerndomein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invaren.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"Anders hadden we de beste mensen op het Mutatieplatform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gehouden tot DNB ernaar vraagt en we geen antwoord hebben."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jullie dit over vier maanden nog een keer doen,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verwachten jullie dan hetzelfde antwoord?"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24: KERN saneren. Deel 25: consistentie bij het invaren.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26: taal-drift bewaken — en het eerste bericht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een overname met een onverenigbaar deelnemersmodel.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2026-08-16T19:19:02Z</dcterms:created>
  <dcterms:modified xsi:type="dcterms:W3CDTF">2026-08-16T19:19:02Z</dcterms:modified>
</cp:coreProperties>
</file>