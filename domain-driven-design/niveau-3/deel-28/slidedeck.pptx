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· Deel 28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28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Oordeel: wanneer je géén DDD toepast, en hoe je die grens verdedigt — Niveau 3: expert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staan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27: drie botsingspunten,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richtingen. Geen besluit.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Loes: "Wie zegt straks: dit is de prijs?"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Iris' vraag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 tijd, of goed.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 wil horen wat jij verdedigt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wat de kamer ergens tussenin liet hangen."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Daan, alleen aan zijn bureau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Tekent een vierde richtingenkaart.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Stopt halverwege.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is geen architectuurkeuze.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Sigrid Palm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DNB-vertegenwoordiger.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taal: risico, verantwoording,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aantoonbare datakwaliteit.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28-1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Iris' vraag gesplitst in twee lagen: een modelleervraag, een bestuurlijke vraag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patroon soms een schijnoplossing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DDD wél en niet verdedigt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oordeelstoets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grens hardop verdedigen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kernfout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besluit dat zich in DDD-taal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laat verwoorden, is daarmee nog geen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besluit dat DDD mag nemen.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vraagtypen door elkaar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verhouden de modellen zich?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(DDD)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draagt de prijs, is dat aanvaardbaar?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(bestuurlijk)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28-2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twee vraagtypen bij één besluit, de plek waar ze door elkaar lopen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Spiegelbeeld van deel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1: DDD toepassen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 het niet nodig 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Hier: DDD-taal gebruiken om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politiek probleem lichter te maken.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DDD kán verdedigen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Zijn de botsingspunten scherp afgebakend?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elke richting technisch correct uitgewerkt?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het model toetsbaar op datakwaliteit?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DDD niet kan verdedigen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Welke richting wordt gekozen.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het verlies aanvaardbaar is.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"op tijd" zwaarder mag wegen dan "goed."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28-3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8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DDD hier verdedigt, wat DDD hier niet verdedigt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oordeelstoets, stap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Herformuleer de vraag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scherp mogelijk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oordeelstoets, stap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Modelvraag: verandert dit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structuur van het model?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Uitkomstvraag: wie wint, wie verliest?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oordeelstoets, stap 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waar de vraag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beide categorieën valt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laatste veld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je deze grens niet trekt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neemt dan, ongemerkt,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besluit zonder mandaat?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28-4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8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oordeelstoets als stappenschema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Daan aan Iris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"Ik kan u zeggen dat ons model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toetsbaar is. Ik kan u niet zeggen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het bestuur dit verlies aanvaardt."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Iris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"Niet het antwoord dat ik verwachtte.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 het antwoord dat ik nodig had."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Sigrid Palm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"Voor het eerst een architect die het verschil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maakt tussen wat hij aantoont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wat hij niet mag beslissen."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28-5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28-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 tijd of goed" uitgesplitst naar de drie botsingspunten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deel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Toen: is dit domeinonderdeel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genoeg voor DDD?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Nu: is deze hele fusie wel een modelvraagstuk?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antwoord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"DDD overal" of "DDD nergens"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precies waar de oordeelstoets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aanwijst.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29: de echte examenvorm oefenen.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30: Daan verdedigt het geheel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hij draagt, wat hij overdraagt.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2026-08-16T19:19:14Z</dcterms:created>
  <dcterms:modified xsi:type="dcterms:W3CDTF">2026-08-16T19:19:14Z</dcterms:modified>
</cp:coreProperties>
</file>