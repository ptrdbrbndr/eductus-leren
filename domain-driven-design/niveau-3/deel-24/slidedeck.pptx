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24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Grote ballen modder saneren: strangler fig en anti-corruption layer — Niveau 3: expert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staan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23: KERN's historische datakwaliteit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tweede, tijdelijk kerndomein.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Nu: hoe saneer je dat, zonder stil te leggen?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ken de nieuwste helft van KERN goed.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oudste helft ken ik alleen van de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uitzonderingen die ik erin ben tegengekomen."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dat een probleem van kennis,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een probleem van model?"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grote bal modder als fenomeen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fig: geleidelijk overnemen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Anti-corruption layer: het nieuwe beschermen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saneringstoets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Grote bal modder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architecturale structuur.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Ontstaat niet door onkunde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optelsom van lokaal zinnige patches.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1: big bang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tegelijk vervangen.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Duidelijk eindpunt — maar het volledige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 op één omschakelmoment.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2: laten zoals het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tot een externe eis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aantoonbaarheid vraagt die er niet is.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is de tijd verdampt.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24-2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4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uiterste routes, hun risico, en de strangler-fig/ACL-route ertussenin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Strangler fig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Vernoemd naar een plant die geleidelijk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gastheer overneemt.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Stuk voor stuk, niet in één keer.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elementen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routeringslaag.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Afgebakende, apart migreerbare stukken.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Volgorde op risico en waarde — niet op gemak.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24-3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4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 als groeiend nieuw model rond een krimpend oud systeem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Anti-corruption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Vertaallaag tussen nieuw model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oud systeem.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Beschermt het begrippenkader, niet alleen data.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Eén statusveld, drie betekenissen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KERN: "actief" betekent drie dingen,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expliciet gemaakt.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ACL vertaalt naar drie benoemde toestanden.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24-4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4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ACL als vertaalschil, met drie voorbeeldvertalingen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Strangler fig ≠ ACL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beschermt tijdens de overgang.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 vervangt, stuk voor stuk.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Vaak: eerst ACL, dan migratie.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saneringstoets, stap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zit kennis die alleen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 of in hoofden bestaat?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saneringstoets, stap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instrument past: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strangler-slice, ACL, of allebei?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saneringstoets, stap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veld dat het verschil maakt: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raakt dit stuk de Wtp-deadline, of niet?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24-5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4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saneringstoets als drie stappen, stap 3 uitgelicht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de 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stukken, alleen in code: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statuslogica, premiegrondslag,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rapportagefunctie, archiefkoppeling.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wilde beginnen met bouwen.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Maar we kunnen niet bouwen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niet kunnen benoemen."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volgorde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Eerst: statuslogica en premiegrondslag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invaarrelevant.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rapportagefunctie, archiefkoppeling.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de ACL een fout bevat,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zien we dat dan het eerst?"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weten we pas als we weten wat er gebeurt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 gegevens die tussen systemen bewegen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zolang deze sanering loopt."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25: wat consistentie nog betekent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zodra een systeem in stukken bestaat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 en sagas, conceptueel.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2026-08-16T19:19:04Z</dcterms:created>
  <dcterms:modified xsi:type="dcterms:W3CDTF">2026-08-16T19:19:04Z</dcterms:modified>
</cp:coreProperties>
</file>