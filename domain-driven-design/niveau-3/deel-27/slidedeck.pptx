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27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in fusie en organisatieverandering: twee modellen, één landschap — Niveau 3: expert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staan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26: één begrip, één signaal.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"Deelnemer in opbouw" — misschien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gewoon een ander woord. Misschien niet.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kamer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Daan, Vera — architectuur.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— Kustveer.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Loes — bestuur, namens de achterban.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Thijs — actuaris, met een prijskaartje.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botsingspunten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Waardeoverdracht.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"Partner."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"Deelnemer in opbouw" — in volle omvang.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27-1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7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drie botsingspunten naast elkaar, Meridiaan-regel tegenover Kustveer-regel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"Als jullie definitie wint,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verliezen zij een recht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ze veertien jaar dachten te hebben."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Dit deel beslist niet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drie richtingen op tafel.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knoop doorgehakt.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28 en 30: dat komt.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drie botsingspunten op waarde schatten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oplossingsrichtingen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elke richting kost, en aan wie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richtingenkaart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Geen van beide fout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is niet "de standaard"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omdat het de grotere organisatie is.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Kustveer is niet "de uitzondering."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27-2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7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interne, consistente modellen — "welk model wint" ontleed tot "wiens realiteit telt hier het zwaarst"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"Dat is precies de vraag die we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bij WGP 2.0 nooit stelden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wiens model gold, en wie droeg de rekening?"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Richting 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Samenvoegen tot één gedeeld model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 kernel)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Richting A, de prijs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Eenvoudigste landschap op termijn.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Vraagt een echt besluit: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wiens regel het wordt — of een derde.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Richting 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Aansluiten via een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anti-corruption layer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Richting B, de prijs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Beschermt het kernmodel het zuiverst.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vertaling moet zelf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besluit incorporeren.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Richting 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Tijdelijk conformist,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na de deadline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Richting C, de prijs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Snelst werkend voor 1 januari 2028.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verdedigbaar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"tijdelijk" geen loze belofte is.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27-3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7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richtingen naast elkaar: wat ze beschermen, kosten, vragen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Geen DDD-voorkeur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van de drie is "de juiste manier."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levert het instrument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elke richting eerlijk te wegen.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kan laten zien wie wint en verliest,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euro's en maanden. Welke verliezer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aanvaardbaar is — dat is geen actuariële vraag."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27-4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7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rollen, drie vragen: architect, bestuurslid, actuaris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richtingenkaart, kolom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lost deze richting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werkelijk op — en wat niet?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richtingenkaart, kolom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kost deze richting,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aan wie?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richtingenkaart, kolom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vraagt deze richting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vol te houden?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laatste veld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dit verlies omkeerbaar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door wie moet dit besluit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gedragen worden?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27-5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7-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richtingenkaart: drie richtingen, drie kolommen, één laatste veld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hoorde vandaag een gesprek dat niet begon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 'dit moet passen in jullie systeem.'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betekent niet dat ik het eens ben."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"Wie zegt straks: dit is de prijs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we kiezen, en dit is waarom die eerlijk is?"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2026-08-16T19:19:12Z</dcterms:created>
  <dcterms:modified xsi:type="dcterms:W3CDTF">2026-08-16T19:19:12Z</dcterms:modified>
</cp:coreProperties>
</file>