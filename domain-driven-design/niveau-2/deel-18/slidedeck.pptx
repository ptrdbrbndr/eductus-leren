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D99A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9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2 · Deel 18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Domain-Driven Design — deel 18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herzien: consistentiegrenzen bij meerdere teams — Niveau 2: professional · Programma Mutatieplatform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Waar we vandaan komen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6 (niveau 1): het aggregate als consistentiegrens.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team. Eén vanzelfsprekende bewaker.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Twee signalen die wachtten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botsing over "dienstverband" (casusdossier §3).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Vera's observatie aan het eind van deel 17.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"Ik heb toen gezegd: een shared kernel is een doorlopende,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kostbare afspraak. Wat ik er niet bij zei: op dit moment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het geen afspraak. Het is één aggregate."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"Twee teams die allebei, onafhankelijk van elkaar,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invariant van hetzelfde aggregate bepalen.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 een aggregate kan er maar één hebben."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"Spreken we gewoon af wie eerst schrijft?"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"En bij een derde team dat hetzelfde nodig heeft —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sluit dat dan ook aan in de rij?"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kernstelling van dit deel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aggregate die door twee teams tegelijk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wordt aangeraakt, is geen toevalstreffer.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is een ontwerpfout.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 dit deel oplevert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Waarom dit een ontwerpfout is, geen coördinatieprobleem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herzieningsrichtingen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termijnbewaking opgelost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 Uitvoering: het Locked Platform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grenzentoets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18-1</a:t>
            </a:r>
            <a:endParaRPr lang="en-US" sz="2400" dirty="0"/>
          </a:p>
        </p:txBody>
      </p:sp>
      <p:pic>
        <p:nvPicPr>
          <p:cNvPr id="4" name="Image 0" descr="C:\Projecten\eductus-trainingen\Domain-Driven Design\docx-build\.png-cache\figuur-18-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aggregate, twee pijlen vanuit twee teams — tegenover één aggregate, één pijl vanuit één team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vuistregel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aggregate hoort bij precies één team.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Waarom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invariant vraagt één bewaker.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onafhankelijke schrijvers = geen garantie meer,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ongeacht hoe de grens is getekend.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18-2</a:t>
            </a:r>
            <a:endParaRPr lang="en-US" sz="2400" dirty="0"/>
          </a:p>
        </p:txBody>
      </p:sp>
      <p:pic>
        <p:nvPicPr>
          <p:cNvPr id="4" name="Image 0" descr="C:\Projecten\eductus-trainingen\Domain-Driven Design\docx-build\.png-cache\figuur-18-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poort met één sleutel — tegenover een poort met twee sleutels die elkaar niet zien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"Als twee teams allebei moeten kunnen schrijven,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dat geen reden om beter af te stemmen.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Het is een teken dat we een grens verkeerd hebben gelegd."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Twee richtingen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Splitsen langs teamgrenzen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 contextgrens zelf heroverwegen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Richting 1: splitsen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invarianten die toevallig dezelfde naam dragen.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KERN: authentieke registratie.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Mutatieplatform: validatie op een momentopname.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Richting 2: bewust bestuurde shared kernel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Structureel, langdurig, wezenlijk gedeeld.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team, of een vaste afstemmingsroute —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de kosten die daarbij horen.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"Een shared kernel is geen verbod op delen.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Het is een verbod op ongeorganiseerd delen."</a:t>
            </a:r>
            <a:endParaRPr lang="en-US" sz="2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18-3</a:t>
            </a:r>
            <a:endParaRPr lang="en-US" sz="2400" dirty="0"/>
          </a:p>
        </p:txBody>
      </p:sp>
      <p:pic>
        <p:nvPicPr>
          <p:cNvPr id="4" name="Image 0" descr="C:\Projecten\eductus-trainingen\Domain-Driven Design\docx-build\.png-cache\figuur-18-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Links: gesplitst, met een verwijzing ertussen. Rechts: behouden als bestuurde shared kernel.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Terug naar de termijnbewaking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percentage nu — één invariant.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 tijd teruggekeerd — een andere invariant, over tijd.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"Twee dingen die allebei hun eigen klein baasje hebben,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 die elkaar op het juiste moment een seintje geven."</a:t>
            </a:r>
            <a:endParaRPr lang="en-US" sz="2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18-4</a:t>
            </a:r>
            <a:endParaRPr lang="en-US" sz="2400" dirty="0"/>
          </a:p>
        </p:txBody>
      </p:sp>
      <p:pic>
        <p:nvPicPr>
          <p:cNvPr id="4" name="Image 0" descr="C:\Projecten\eductus-trainingen\Domain-Driven Design\docx-build\.png-cache\figuur-18-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dienstverband-aggregate en de termijnbewaking, verbonden door een signaal — geen gedeelde schrijftoegang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↗ UITVOERING: HET LOCKED PLATFORM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modelleerkeuze. Meer dan één manier om te bouwen.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Twee routes, kort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ORM: één transactie, één rijenset.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Event-sourced: één event-reeks per aggregate-instantie.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Het Locked Platform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Eén noemenswaardig voorbeeld van de event-sourced route.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Toestandsmachines, CQRS.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platformdiepgang hier. ↗ Toolbijlage.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werkvorm van dit deel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grenzentoets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stappen. Eén vraag die het verschil maakt.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vier stappen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Aggregate en invariant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Wie schrijft er daadwerkelijk in?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Richting 1 of richting 2?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Hoe bereiken gescheiden aggregates elkaar?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Het veld dat het verschil maakt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Welk incident gaat er opnieuw gebeuren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we deze grens laten zoals hij nu is —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hoe lang duurt het voordat iemand het merkt?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822960"/>
            <a:ext cx="91440" cy="5029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188720"/>
            <a:ext cx="731520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"We hebben de botsing niet opgelost door beter af te spreken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wie eerst mag schrijven. We hebben ontdekt dat er nooit</a:t>
            </a:r>
            <a:endParaRPr lang="en-US" sz="2200" dirty="0"/>
          </a:p>
          <a:p>
            <a:pPr indent="0" marL="0">
              <a:buNone/>
            </a:pPr>
            <a:r>
              <a:rPr lang="en-US" sz="2200" i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één grens had mogen bestaan die twee teams bewaakten."</a:t>
            </a:r>
            <a:endParaRPr lang="en-US" sz="2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Volgende keer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04672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19 (twee dagdelen) — Applicatie-architectuurpatronen: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hexagonaal, gelaagd, CQRS als patroon.</a:t>
            </a:r>
            <a:endParaRPr lang="en-US" sz="1600" dirty="0"/>
          </a:p>
          <a:p>
            <a:pPr marL="254000" indent="-2540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Hoe gescheiden aggregates binnen één architectuur samenwerken.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2026-08-16T19:18:47Z</dcterms:created>
  <dcterms:modified xsi:type="dcterms:W3CDTF">2026-08-16T19:18:47Z</dcterms:modified>
</cp:coreProperties>
</file>