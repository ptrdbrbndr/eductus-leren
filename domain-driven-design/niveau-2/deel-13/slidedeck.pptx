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mapping I: partnership, shared kernel, customer/supplier — Niveau 2: professional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12: een investeringsvolgorde.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kerndomein strekt zich uit over drie systemen.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Nog geen antwoord op: hoe verhouden die drie zich tot elkaar?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cirkels, geen lijnen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 · Mutatieplatform · Nabestaandenloket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Foppe: "Vandaag beginnen we met tekenen."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zijn aan elkaar vastgeklonken."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Karsten Rooijakker, over Werkgeversportaal ↔ Mutatieplatform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"Wij kunnen het niet dicteren — maar zij kunnen het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ook niet zonder ons verzinnen."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Vera Almeida, over KERN ↔ Mutatieplatform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"Wij kunnen het Mutatieplatform niets opleggen."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Daan Kuiper, over Mutatieplatform ↔ Nabestaandenloket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lijnen, drie gesprekken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Zelfde soort relatie op het oog.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fundamenteel verschillende machtsverhoudingen.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Partnership, shared kernel, customer/supplier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een patroon averechts werkt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relatieblad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relaties uit het landschap, met naam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beide boven de ander.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Wederzijdse, onmiddellijke afhankelijkheid.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Doorlopende, gezamenlijke afstemming — niet uit beleefdheid, uit noodzaak.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Shared kernel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klein, bewust afgebakend stuk model.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 bezeten, samen onderhouden.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duurste van de drie — niet in bouwtijd, in discipline.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Customer/supplier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klant heeft een stem, geen doorzettingsmacht.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leverancier weegt de klant mee — verplicht zich niet volledig aan hem.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13-1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relatieparen, elk met een symbool voor de machtsverhouding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relaties, drie patronen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 ↔ Mutatieplatform — partnership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 ↔ Mutatieplatform — shared kernel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Mutatieplatform ↔ Nabestaandenloket — customer/supplier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het averechts werkt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zonder wederzijdse afhankelijkheid: een belofte die niet wordt waargemaakt.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kernel op een eenzijdige relatie: geïmporteerde complexiteit.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Customer/supplier waar afstemming nodig is: de botsing herhaalt zich.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13-2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3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verkeerd gekozen patronen, elk met het zichtbare gevolg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het makkelijkste patroon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patroon volgt uit de werkelijke machtsverhouding.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uit wat het minste overleg belooft.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relatieblad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Legt één relatie tussen twee bounded contexts vast,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inclusief de kosten van het gekozen patroon.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Afhankelijkheid in beide richtingen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Wie geeft de doorslag bij conflict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Patroon + wat het van beide teams vraagt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Wat averechts zou werken, en waarom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13-3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3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invulblad, ingevuld voor Werkgeversportaal-Mutatieplatform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Veld 5: 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dit patroon niet vastleggen,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patroon ontstaat er dan vanzelf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is dat wat we hier hebben gekozen?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"Zonder afspraak groeit dit vanzelf naar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customer/supplier, met ons als klant.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is niet wat we hebben afgesproken."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Karsten Rooijakker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"Dit is geen technische afspraak.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Dit is een belofte dat we elkaar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blijven raadplegen, voor altijd,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een klein stuk taal."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Vera Almeida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"Er zijn er nog vier — en bij twee daarvan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gaat het niet om samenwerken, maar om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jezelf beschermen tegen een model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je niet vertrouwt."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Foppe Sijbesma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nog open staat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relaties met een naam.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te gaan: conformist, anti-corruption layer,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host service, published language.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14 — context mapping II: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conformist, anti-corruption layer,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host service/published language.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2026-08-16T19:18:36Z</dcterms:created>
  <dcterms:modified xsi:type="dcterms:W3CDTF">2026-08-16T19:18:36Z</dcterms:modified>
</cp:coreProperties>
</file>