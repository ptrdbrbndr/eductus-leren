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versus supporting versus generic: strategisch prioriteren — Niveau 2: professional · Programma Mutatieplatform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11: vijf kandidaat-bounded-contexts.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antwoord op: waar gaat de schaarse capaciteit naartoe?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"Genoeg budget voor misschien anderhalve context.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voor vijf."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Iris Tanghe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reacties, drie soorten argumenten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Otto: waar zit het meeste werk.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Vera: waar onderscheiden we ons.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Karsten: waar zitten we vast aan iets dat niemand meer aanraakt.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hoor drie soorten argumenten door elkaar.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zijn niet dezelfde vraag."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Foppe Sijbesma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Kerndomein, ondersteunend, generiek — op landschapschaal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de indeling niet universeel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kerndomeinkeuze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foutrichtingen herkennen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Kerndomein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de organisatie zich onderscheidt.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een beter model direct voordeel oplevert.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investering, want niemand anders doet het passend.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Ondersteunend domein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Onmisbaar. Vaak complex.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plek waar de schaarste als eerste naartoe gaat.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Generiek domein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probleem dat vrijwel iedere organisatie deelt.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Inkopen, hergebruiken, centraliseren — niet zelf heruitvinden.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12-1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2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concentrische banden, de vijf Meridiaan-systemen elk in hun band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universeel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systeem, andere organisatie, andere strategie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 classificatie.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indeling volgt uit strategie, niet uit techniek.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Complexiteit ≠ onderscheidend vermogen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Authenticatie kan technisch lastig zijn en toch generiek blijven.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klein, eenvoudig stuk model kan toch het kerndomein zijn.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foutrichtingen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Onderinvesteren in het kerndomein.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Overinvesteren in een generiek domein.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12-2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2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pijlen die elkaar ontmoeten bij het onderwerp van dit deel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eigen inlogmodule, gebouwd tijdens WGP 2.0,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niemand meer aan durft te komen.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is geen kerndomein."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Karsten Rooijakker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kerndomeinkeuze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investeringsvolgorde voor kandidaat-bounded-contexts,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zichtbaar en verdedigbaar gemaakt.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Waarin zou de organisatie zich onderscheiden?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Heeft iemand anders dit al beter opgelost?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Risico en impact apart wegen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Categorie + investeringsadvies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12-3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2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invulblad, met één kandidaat-context uit het Meridiaan-landschap als voorbeeld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deze context verkeerd classificeren,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doen we dan komend kwartaal met onze schaarste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wie merkt het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"Het Mutatieplatform" is te grof.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delen, twee heel andere antwoorden op stap 1.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kerndomein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Rechtvaststelling op basis van mutatiegeschiedenis.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Verspreid over KERN, Mutatieplatform, Nabestaandenloket.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één systeem — één samenhangend stuk model.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"Betekent dat dat ik capaciteit uit drie teams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tegelijk moet vrijmaken, in plaats van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één team te versterken?"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Iris Tanghe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nog open 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weten nu wélk deel het zwaarst weegt.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weten nog niet hóe de drie delen zich tot elkaar verhouden.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 — context mapping I: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partnership, shared kernel, customer/supplier.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2026-08-16T19:18:35Z</dcterms:created>
  <dcterms:modified xsi:type="dcterms:W3CDTF">2026-08-16T19:18:35Z</dcterms:modified>
</cp:coreProperties>
</file>