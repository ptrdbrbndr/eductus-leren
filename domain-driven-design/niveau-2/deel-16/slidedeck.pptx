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EventStorming II: procesmodellering en ontwerpniveau; domain storytelling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15: een muur, vier pivotal events, zes hotspots.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bewust doorgeschoven: de deeltijdwijziging, de scheidingsketen.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"Vorige week hebben jullie ontdekt wát er nog niet vaststaat.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Vandaag gaan we twee dingen tot op de bodem uitzoeken."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werktafels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Ochtend: de deeltijdwijziging — Vera, Karsten, Otto.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Middag: de scheidingsketen — Willemijn, Merel, Daan.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Procesmodellerings- en ontwerpniveau EventStorming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Commando, event, beleidsregel, leesmodel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storytelling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processtroom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A — DE DEELTIJDWIJZIGING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"Kunnen we niet gewoon kiezen wie er gelijk heeft?"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precies de vraag die deze sessie niet gaat beantwoorden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omdat hij verkeerd gesteld is."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big picture naar procesmodellering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alleen het domain event.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Procesmodellering: commando, event, beleidsregel, leesmodel.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commando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intentie. Kan slagen — of mislukken.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"Deeltijdwijziging doorgeven."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beleidsregel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dit gebeurt, volgt automatisch dat.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nieuw, extern commando nodig.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leesmodel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iemand moet zien 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volgend commando weloverwogen te geven.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bouwstenen naast elkaar — commando, event, beleidsregel, leesmodel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Ontwerpniveau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voorlopige aggregaatgrens.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gok — niet een besluit.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Getoetst in deel 18.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proces uitgeschreven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Commando → event (Werkgeversportaal) →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beleidsregel → commando → event (KERN)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knoop losser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commando naar KERN.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Eén, eenduidig resultaat-event: "dienstverband gewijzigd."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 dienstverband. Eén wijziging.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conclusie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landschapsbreed antwoord nodig.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een scherp commando, één resultaat per context.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nieuwe hotspot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ondergrensregel — bestond hij al,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zat hij alleen in Vera's hoofd?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Meegenomen naar deel 17.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uitgeschreven deeltijdwijzigingsproces, met de voorlopige aggregaatgrens ## DEEL B — DE SCHEIDINGSKETEN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heb geen proces gevonden.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 heb drie verhalen gevonden,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ze lopen alle drie anders."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EventStorming hier vastloopt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startpunten. Drie volgordes.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essentie zit niet in wát er gebeurt,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in wíe het eerst weet.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storytelling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Hofer en Henning Schwentner.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domeinexpert vertelt een concreet geval na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genummerd, in de eigen woorden.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(actor) — doet wat (activiteit)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welk werkobject — gericht aan wie.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Genummerd. Pictografisch.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verschil met EventStorming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EventStorming abstraheert.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storytelling houdt de situatie vast.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verhalen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Werkgeversportaal ontdekt via adreswijziging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KERN ontvangt extern signaal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Niemand — pas maanden later herkend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6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genummerde verhaallijnen, die uitkomen op hetzelfde eindpunt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verhalen zijn geen proces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volgende stap: vergelijken.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wijken ze af — waar komen ze samen?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gedeeld vervolg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"Zodra een scheiding is vastgesteld — via welke route dan ook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meldt de vaststellende context het commando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'scheiding registreren.'"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overblijft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derde verhaal: pas maanden later herkend.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procesvraag. Een detectievraag.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6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verhalen die samenkomen in één commando, met het derde verhaal apart gemarkeerd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processtroom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Verzamel de verhalen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Leg ze naast elkaar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Vertaal naar commando/event/regel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Markeer grenzen en hotspots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punt hetzelfde ongeacht welk verhaal je volgt,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ontstaat hier het verschil tussen de paden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hoort dat verschil in het model, of alleen in de vertelling?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"Er was geen gelijk te kiezen.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was alleen een vraag die te grof gesteld was."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 — Example mapping en specification by example.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regels, nog niet getoetst: de ondergrens, de detectievraag.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voorbeelden in plaats van nog een discussie.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2026-08-16T19:18:43Z</dcterms:created>
  <dcterms:modified xsi:type="dcterms:W3CDTF">2026-08-16T19:18:43Z</dcterms:modified>
</cp:coreProperties>
</file>