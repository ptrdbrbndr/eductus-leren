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20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contexts en teams: Conway's Law en teamtopologieën — Niveau 2: professional · Programma Mutatieplatform · zelfstandig leesbaar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 wie dit deel los volgt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Pensioen — vijf systemen, nooit gezamenlijk in kaart gebracht.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team heeft een context map opgeleverd: acht relaties, acht patronen.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deel stelt de volgende vraag: kloppen die grenzen met de mensen die ze bouwen?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bounded context nog meer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alleen een model.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een team — met een eigen realiteit.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"Kiezen jullie deze architecturen om het domein,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om hoe mijn teams nu toevallig zijn ingericht?"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weken later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opent de sessie zelf.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denk dat ik het antwoord niet leuk vind."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heb de teams ingedeeld op basis van wie er vrij was.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op basis van een context map die er toen nog niet was."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"Kunnen de teams zoals ze nu zijn, die kaart eigenlijk wel volgen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gaat de organisatie iets anders bouwen dan wat op de kaart staat?"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Conway's Law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teamvormen, drie samenwerkingsmanieren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reverse Conway-manoeuvre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teamgrenskaart — vier relaties getoetst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Conway's Law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Melvin Conway, 1968.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organisatie bouwt een systeem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haar eigen communicatiestructuur weerspiegelt.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mechanisme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Afstemming die makkelijk is → naadloze koppeling.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Afstemming die moeizaam is → een grens.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Ongeacht wat het domein zou willen.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20-2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0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teams, twee communicatielijnen — dun en stroperig / dik en direct — de systeemgrens verplaatst zich, ongestuurd, naar de dunne lijn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"Elk team dat geen zin had om een ander team erbij te betrekken,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heeft het gewoon aan KERN toegevoegd."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de wet niet zegt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voorschrift. Een beschrijving.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daarom: zowel waarschuwing als instrument.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landschap tegen het licht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systemen, vier teams, vier Conway-verklaringen.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 en KERN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Groot, veertien jaar samen, meest toegankelijk.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geleerd nee te zeggen.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"Mijn architectuur volgt mijn teamgrootte, niet andersom."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"Wij zijn het team met de meeste koppelvlakken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de minste geschiedenis."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zijn conformist geworden omdat wij het kleinste,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nieuwste team zijn — niet omdat dat de beste keuze was."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20-3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0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systemen, met teamgrootte, teamleeftijd en het effect op elke contextgrens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Teamtopologieën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manier om er doelbewust mee om te gaan.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teamvormen. Drie samenwerkingsmanieren.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teamvormen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Levert zelf, van begin tot eind — Nabestaandenloket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Biedt een voorziening waar anderen op leunen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Versterkt tijdelijk een ander team — Foppe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Bewaakt iets specialistisch — actuariële rekenregels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"Een team dat zelf iets aflevert. Een team dat een voorziening biedt.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team dat een ander beter maakt. Een team dat iets bewaakt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niemand anders hoeft te snappen."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samenwerkingsmanieren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Intensief en tijdelijk — samen uitvinden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Als dienst — vertrouwen zonder ingrijpen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Tijdelijk ondersteunend — tot het overbodig is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"Bijna hetzelfde onderscheid als in deel 13 en 14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alleen dan over teams in plaats van modellen."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"Een contextgrens en een teamgrens vertellen alleen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hetzelfde verhaal als iemand ze bewust naast elkaar legt."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20-4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0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teamvormen met een systeem als voorbeeld, drie samenwerkingslijnen tussen teamparen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reverse Conway-manoeuvre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logica omgekeerd: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 eerst inrichten, architectuur volgt.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 reverse Conway-manoeuvre is geen gratis inzicht.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is een reorganisatiebesluit met een architectuurmotief."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"Wat we niet kunnen — en niet zouden moeten willen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die structuur zelf opleggen."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20-5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0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 → architectuur (ongestuurd) Gewenste architectuur → organisatie (bewust) Wie neemt dit besluit?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teamgrenskaart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stappen. Eén vraag die het verschil maakt.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stappen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Contextgrens en patroon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 teams in Conway-termen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Teamvorm en samenwerking tegen het patroon getoetst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Reverse Conway-voorstel, met de beslisser benoemd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niemand deze mismatch benoemt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grens verschuift er dan vanzelf,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naar wat?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Toepassing: vier relaties, vier voorstellen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Wegwijzer-KERN. KERN-Mutatieplatform.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Werkgeversportaal-Mutatieplatform. Het Mutatieplatform zelf.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het na die ondersteuning nog steeds conformist is,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dat een besluit. Nu is het een gewoonte."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20-7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0-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relaties, vier voorstellen, vier beslissers — het overzicht dat naar de stuurgroep gaat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"Jullie vragen mij om te erkennen dat een deel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hoe ik dit programma heb ingericht,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jullie eigen werk tegenwerkt."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de casus, en vooruit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nieuwe context map. Wel een tweede laag eronder.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 — domain events: hoe systemen elkaar bereiken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elkaar voortdurend nodig te hebben.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2026-08-16T19:18:53Z</dcterms:created>
  <dcterms:modified xsi:type="dcterms:W3CDTF">2026-08-16T19:18:53Z</dcterms:modified>
</cp:coreProperties>
</file>