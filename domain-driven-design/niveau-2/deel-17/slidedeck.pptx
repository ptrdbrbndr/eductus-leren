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mapping en specification by example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16: twee scherp geformuleerde, nog niet getoetste regels.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ondergrensregel. De detectievraag.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dacht altijd: ergens onder de twintig procent.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ik heb het nooit ergens zwart-op-wit gezien."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"Kunnen we niet gewoon een percentage kiezen en verder gaan?"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nu een percentage kiezen, kiezen we het uit het niets."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mapping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Wynne.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regel. Concrete voorbeelden.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onbeantwoorde vraag krijgt een eigen, zichtbare plek.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kaarttypen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ondergrensregel getoetst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een regel eigenlijk twee regels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by example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voorbeeldkaart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bord: geel bovenaan, groen eronder, rood ernaast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gele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zelf. Eén zin.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gele kaart per gesprek.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blauwe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aanvullende regel of randvoorwaarde.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Ontstaat vaak tijdens het gesprek zelf.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groene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concreet voorbeeld.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waarden. Direct toetsbaar.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rode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vraag die niemand kan beantwoorden.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storing — opbrengst.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kaarttypen, met pijlen die laten zien hoe ze elkaar voeden ## DEEL A — DE ONDERGRENSREGEL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gele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"Bij een percentage onder de ondergrens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een medewerker handmatig bevestigen."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Vera's voorbeeld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uur → 6 uur (17%).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Groene kaart.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Karstens 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uur → 4 uur — hoe te wegen zonder referentiepunt?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kaart: percentage, of absoluut aantal uren?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Otto's geval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uur → 36 uur, in twee stappen naar 15.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hypothetisch voor groen. Wél een rode kaart.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Willemijns geval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tijdelijke wijziging, zorgverlof, vaste einddatum.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Blauwe kaart: een lichtere regel.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hebben de regel niet opgelost.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we weten nu precies wélke twee vragen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moeten beantwoorden."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volledig ingevulde bord — 1 geel, 1 blauw, 2 groen, 2 rood ## DEEL B — DE DETECTIEREGEL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Merels gele kaart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 er een signaal binnenkomt dat op 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scheiding kan wijzen, wordt het gemarkeerd."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voorbeelden, twee vervolgstappen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 → gerichte navraag.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Begunstigdewijziging → al onderdeel van lopend proces.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de voorbeelden telkens een ander soort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vervolgstap nodig hebben, dekt de gele kaart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eigenlijk twee regels."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gele kaarten. Elk met eigen groene voorbeelden.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rood naar blauw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voert de navraag uit?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plekke beantwoord — rode kaart wordt blauw.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17-4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7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gesplitste gele kaart, met de rode-naar-blauwe kaart ertussen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 by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bredere principe.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specificatie is pas compleet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ze bestaat uit concrete voorbeelden.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Uitgangssituatie · gebeurtenis · resultaat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generieke, ondubbelzinnige vorm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een voorbeeld vast te leggen.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"Om deze regel te toetsen, moet het systeem weten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oorspronkelijke percentage was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dat leeft binnen dezelfde aggregaatgrens.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de controle zelf lijkt ergens anders te horen."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voorbeeldkaart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Verandert er iets als je dit voorbeeld weghaalt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illustreert het, met andere getallen,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als een voorbeeld dat er al ligt?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 — Aggregates herzien: consistentiegrenzen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meerdere teams.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signalen, in twee delen tijd, wijzen naar dezelfde vraag.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2026-08-16T19:18:45Z</dcterms:created>
  <dcterms:modified xsi:type="dcterms:W3CDTF">2026-08-16T19:18:45Z</dcterms:modified>
</cp:coreProperties>
</file>