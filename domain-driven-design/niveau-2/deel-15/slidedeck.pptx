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EventStorming I: big picture van het hele landschap — Niveau 2: professional · Programma Mutatieplatform · twee dagdelen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14: zeven relaties, zeven patronen, stuksgewijs vastgelegd.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Iris: "Is dit compleet?"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Daan: "Nee."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vraag van vandaag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als je het hele landschap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één keer bekijkt — met alle vijf systemen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tegelijk aan de muur?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gaan een muur vol hangen met wat er feitelijk gebeurt,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de volgorde waarin het gebeurt, opgeschreven door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mensen die het weten."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Foppe Sijbesma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dagdelen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 — voorbereiding en uitvoering: de sessie zelf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 — verwerking: wat de wand onthult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EventStorming: fasen, kleuren, big-picture-niveau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rol van de facilitator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big-picture-wand als werkvorm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Pivotal events en hotspots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Terugkoppeling aan de context map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Dagdeel A: voorbereiding en uitvoering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EventStorming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groep reconstrueert het gedrag van een domein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het uit te schrijven als domain events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verleden tijd, op memo's, tegen een muur.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domain events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feit waarover iedereen het eens kán zijn.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systeemnaam. Geen processtap.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technische term die de discussie vertraagt.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picture: het breedste niveau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compleet. Niet precies.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— een landschap dat niemand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zijn geheel kent, in één sessie zichtbaar.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fasen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Chaotische exploratie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Tijdlijn afdwingen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Actoren en externe systemen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Hotspots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1: chaotische exploratie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schrijft, zonder overleg.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volgorde. Geen correctie.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foute memo's.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2: tijdlijn afdwingen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ordenen: van links naar rechts.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Duplicaten samenvoegen.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Tegenstrijdigheden zichtbaar laten hangen.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3: actoren en externe systemen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 wat veroorzaakt de gebeurtenis?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systemen buiten de kamer zijn betrokken?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4: hotspots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Onenigheid. Onbeantwoorde vragen. Risico's.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fout om te herstellen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opbrengst van de sessie.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15-2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5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fasen als opeenvolgende stroken van dezelfde muur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ken jullie domein niet.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 ken alleen de vragen die je jezelf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nog niet hebt gesteld."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Foppe Sijbesma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dingen die de facilitator bewaakt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 volgorde van de fasen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Wie niet aan het woord komt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Hotspot of besluit?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Voorbereiding: wie staat aan de muur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(KERN) · Karsten (Werkgeversportaal)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(Mutatieplatform) · Priya (Wegwijzer)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 + collega (Nabestaandenloket) · Merel (samenhang)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openingsvraag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"Alles wat er gebeurt vanaf het moment dat een mutatie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ergens in het landschap ontstaat, tot het moment dat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mutatie overal is doorgevoerd waar hij hoort te landen."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Ruimte en materiaal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muur van tien meter, of een oneindige digitale canvas.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Referentie: Miro.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 toegankelijk alternatief: FigJam of vergelijkbaar.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sessie: chaos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Honderdtwintig memo's.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Otto: tien in twee minuten.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Priya: twee, aarzelend.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"Bij ons is dit twee losse gebeurtenissen.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jij noemt is bij ons geen wijziging,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is een opeenvolging."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Karsten Rooijakker, tegen Vera Almeida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Hotspot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een deeltijdwijziging één gebeurtenis of twee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verschilt dat per systeem, of is het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onopgeloste tegenstrijdigheid?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Zes hotspots, aan het eind van dagdeel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enkele opgelost.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geen tekortkoming.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"Jullie hebben vandaag niets besloten.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Jullie hebben voor het eerst gezien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er allemaal nog niet besloten is."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Foppe Sijbesma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15-4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5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wand, einde dagdeel A — tijdlijn, actoren, zes hotspots, ongeanalyseerd ## DAGDEEL B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Dagdeel B: verwerking en opbrengst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ochtend erna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minuten stil kijken.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gesprek — pas daarna.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Pivotal events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omslagpunt: waar wisselt de verantwoordelijkheid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ene naar de andere partij?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gewone stap in de rij.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pivotal events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Uitdiensttreding gemeld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 doorgezet naar KERN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 op partnerpensioen vastgesteld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Gevolgen scheiding voor pensioenaanspraken berekend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op een bekende relatie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van de vier vallen op een bestaande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relatie uit deel 13-14.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vierde niet.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achtste relatiegebied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Scheidingsafhandeling: deels KERN, deels Mutatieplatform.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als eigen relatie benoemd.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zes hotspots, geanalyseerd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opgelost — geclassificeerd.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Besluit? Verder onderzoek? Aanpassing van een grens?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Terugkoppeling: bevestigd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Nabestaandenloket-KERN: de anti-corruption layer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doet in de praktijk exact wat deel 14 vastlegde.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Terugkoppeling: wankel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Wegwijzer-KERN: conformist blijft overeind,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de aanname van één gedeeld model niet.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hebben zeven relaties benoemd omdat we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zeven patronen wilden illustreren.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landschap zelf telt zich niet af op zeven."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Vera Almeida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15-6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5-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context map van deel 13-14 met een achtste relatiegebied toegevoegd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de kaart nu compleet?"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"Nog niet. Maar voor het eerst weten we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wélke stukken we nog missen."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Iris Tanghe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big-picture-wand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stappen. Eén vraag die het verschil maakt.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een hotspot die om een besluit vraagt,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verder onderzoek, of om een aanpassing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een bestaande grens — en wie draagt de vervolgstap?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 — EventStorming II: procesmodellering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ontwerpniveau, domain storytelling.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was vandaag. Volgende keer: diep.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2026-08-16T19:18:40Z</dcterms:created>
  <dcterms:modified xsi:type="dcterms:W3CDTF">2026-08-16T19:18:40Z</dcterms:modified>
</cp:coreProperties>
</file>