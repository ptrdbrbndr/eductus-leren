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landschap in kaart: van vijf applicaties naar kandidaat-bounded-contexts — Niveau 2: professional, opening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één subdomein, één team, tien weken.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vijf systemen, een heel programma, achttien maanden.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vak. Andere schaal.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C-2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C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blokken, geen relaties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Wtp-transitie: deadline 1 januari 2028.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Mutaties moeten foutloos door het hele landschap stromen.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 Mutatieplatform.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aanleiding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deelprojecten. Twee aannames over "dienstverband".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Allebei intern consistent.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Botsten pas na twee maanden bouwwerk.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"Lever, parallel aan de bouw,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context map van het complete landschap."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Iris Tanghe, programmamanager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Daan, opnieuw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developer zonder domeinkennis.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domeinmodelleur van het Programma Mutatieplatform.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"Het enige stuk landschap waar deze vraag al eens goed is beantwoord."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openingsvraag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woord, vier antwoorden: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is een mutatie?"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antwoorden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(KERN): een wijziging in een dienstverband.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Karsten (Werkgeversportaal): een bericht van een werkgever.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(Wegwijzer): "wist niet dat wij daar een mening over hadden."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(Mutatieplatform): een event. Punt.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"Vier zinnen, vier verschillende dingen.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 is precies de vraag die twee maanden geleden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 een botsing leidde."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landschap zonder grenzen risico oplevert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Applicatiegrens versus bounded-context-grens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signalen van een verborgen 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landschapskaart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spiegelbeeldige fouten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2.0: één systeem, één woord voor te veel dingen.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meerdere systemen, hetzelfde woord,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stilzwijgend aangenomen dat het hetzelfde betekent.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Applicatiegrens ≠ bounded-context-grens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Applicatiegrens: waar draait de software.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Bounded-context-grens: waar geldt welk model.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twee vallen niet vanzelf samen.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11-1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applicatieblokken naast een eerste, voorlopige verdeling in bounded contexts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signalen van een verborgen 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woord, meerdere betekenissen.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team dat boet voor andermans beslissing.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gegeven dat op twee plekken "waar" is, maar niet hetzelfde.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11-2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signalen, elk met een Meridiaan-voorbeeld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landschapskaart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Verdeelt een compleet applicatielandschap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kandidaat-bounded-contexts.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Inventariseer de applicaties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Verzamel kernwoorden per applicatie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Leg de lijsten naast elkaar, markeer botsingen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Trek een voorlopige contextgrens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11-3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invulblad, met twee kernwoordenlijsten als voorbeeld naast elkaar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deze grens verkeerd trekken,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twee teams botsen daar dan op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wanneer merken ze het pas?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kernwoordenlijsten op het bord: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KERN, Werkgeversportaal, Wegwijzer.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opvalt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"Deelnemer" staat op alle drie de lijsten.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Betekenis lijkt identiek — tot Priya het "nu"-verschil ziet.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is niet hetzelfde 'nu'."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voorlopige grenzen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— authentieke bron van de huidige situatie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— bron van gemelde, nog niet verwerkte wijzigingen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Wegwijzer — toont, stelt zelf niets vast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wilde meteen naar het Mutatieplatform.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snap ik waarom Foppe ons eerst hierheen stuurde."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Otto Feenstra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Daans conclusie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één grens, in tien weken.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drie voorlopige grenzen, in twee 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"Dit wordt geen tien keer zoveel werk — een ander soort werk."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kandidaat-contexts.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antwoord op: welke verdienen de meeste aandacht?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— kerndomeinkeuze: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supporting en generic,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schaal van het hele landschap.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2026-08-16T19:18:34Z</dcterms:created>
  <dcterms:modified xsi:type="dcterms:W3CDTF">2026-08-16T19:18:34Z</dcterms:modified>
</cp:coreProperties>
</file>