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 als integratiemiddel tussen contexts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deel 20 eindigde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Teamgrenskaart: twee relaties vragen meer afstemming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de teams kunnen dragen.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KERN-Mutatieplatform. Werkgeversportaal-Mutatieplatform.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koppel krijgen jullie. Niet de omvang die je vroeg."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"Kunnen jullie de relaties zelf zo ontwerpen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ze minder van die schaarse mensen vragen?"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Foppe pakt de belofte van deel 20 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language (deel 14) als patroon.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uitgewerkt als een concreet domain event.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domain event versus integratie-event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relaties toegepast: KERN-Mutatieplatform, Werkgeversportaal-Mutatieplatform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integratieblad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 map met, bij twee relaties, een tweede, dunnere lijn: "domain event"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event, ter herinnering (deel 7)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onveranderlijk vastgelegd feit.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is gebeurd — het verandert niet meer terug.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verandert er over een 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één context: vanzelfsprekend.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een grens: de afnemer kent het interne model niet.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integratie-event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 begrip.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bewuste keuze: welk event naar buiten,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welke vorm, met welke garantie.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integratie-event is een belofte aan de rest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het landschap. Die belofte moeten we nakomen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ook als we intern herstructureren."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shared kernel is: we bouwen dit stukje samen, voor altijd.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integratie-event is: ik vertel je wat ik heb gedaan,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jij beslist zelf wat je ermee doet."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Foppe, de waarschuwing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integratie-event vervangt geen shared kernel.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betekenis blijft gedeeld — alleen doorgegeven feiten worden event.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Bron-context, afnemer-context — één smalle doorgang: het integratie-event, al vertaald bij vertrek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Eerste toepassing: KERN en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shared kernel uit deel 13.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gedeelde betekenis, wat is een doorgegeven feit?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Vera, het onderscheid toegepast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 van "dienstverband" → blijft shared kernel.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 van een specifieke wijziging → wordt event.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event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"Dienstverband gewijzigd"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taal van de shared kernel — niet KERN's interne tabellen.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koppel houden we over voor de momenten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waarop de betekenis zelf ter discussie staat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voor elke dagelijkse wijziging."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"Betekent dit dat het koppel overbodig wordt?"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"Nee. Het betekent dat het koppel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juiste werk gaat doen."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kernel, versmald tot betekenis alleen — de dagelijkse stroom via het event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Tweede toepassing: Werkgeversportaal en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partnership uit deel 13.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Karsten: "Dat kun je toch niet vervangen door een event?"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Foppe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samen uitvinden blijft partnership.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dagelijkse doorgifte van een afgesproken vorm — dat kan een event zijn.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event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"Deeltijdwijziging geaccepteerd"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 uit de example-mapping-afspraken van deel 17.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"Mijn team wordt niet groter. Maar het hoeft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minder vaak te overleggen over dingen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eigenlijk al beslist zijn."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Otto, de kanttekening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voor afgebakende mutaties.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niet voor een nieuw type — daar blijft de partnership nodig.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1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— twee lagen: afgebakend → event. Nieuw → partnership blijft.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buiten dit deel blijft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Gemiste of dubbele events, eventual consistency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conceptueel terug in niveau 3, deel 25.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 van verzending — de Toolbijlage.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integratieblad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velden.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velden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feit — als voltooide gebeurtenis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inhoud, losgemaakt van het interne 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Bron en afnemer — wat hoeft de afnemer niet te weten?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blijft er van de bestaande relatie staan?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bron dit event morgen wijzigt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te waarschuwen — wat breekt 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had de afnemer dat kunnen voorkomen?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21-5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1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integratieblad ingevuld voor "dienstverband gewijzigd"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"Vandaag hebben we voor het eerst gezegd: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 maken we de relatie zelf lichter,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zodat de teams minder hoeven te dragen."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casus, en 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"Het eerste voorstel dat geen extra mensen kost."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 — het geheel verdedigen, en vastleggen in één portfolio.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2026-08-16T19:18:56Z</dcterms:created>
  <dcterms:modified xsi:type="dcterms:W3CDTF">2026-08-16T19:18:56Z</dcterms:modified>
</cp:coreProperties>
</file>