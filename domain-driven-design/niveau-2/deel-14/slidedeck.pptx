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97680"/>
            <a:ext cx="9144000" cy="54864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2 · Deel 14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Domain-Driven Design — deel 14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4805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C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mapping II: conformist, anti-corruption layer, open host service/published language — Niveau 2: professional · Programma Mutatieplatform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Waar we vandaan komen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13: drie relaties, drie patronen van samenwerking.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Foppe: "Er zijn er nog vier — en bij twee daarvan gaat het om jezelf beschermen."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"Waarom neemt mijn team gewoon over wat KERN aanlevert,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zonder dat iemand ooit heeft gevraagd of dat wel is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 wij nodig hebben?"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5120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Priya Chandra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"Dat klopt. En het is niet per se fout —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maar het moet een keuze zijn, geen gewoonte."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5120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Vera Almeida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"Dat was geen luxe. Dat was noodzaak.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KERN draagt twintig jaar aan uitzonderingen met zich mee."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5120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Willemijn Brugman, over Nabestaandenloket ↔ KERN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Vier relaties, geen samenwerking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Wegwijzer ↔ KERN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Nabestaandenloket ↔ KERN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Mutatieplatform ↔ Wegwijzer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Werkgeversportaal ↔ Nabestaandenloket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 dit deel oplevert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Conformist, anti-corruption layer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host service, published language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patronenparen, tegenover elkaar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grensbeschermingsblad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complete context map: zeven relaties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Conformist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model van de ander ongewijzigd overnemen.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zwakte — een bewuste keuze, als de kosten van vertalen niet opwegen.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Wordt pas een probleem als niemand het ooit heeft afgewogen.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Anti-corruption layer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bewust gebouwde vertaallaag.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Beschermt het eigen model tegen wat je niet wilt binnenlaten.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Kost bouwtijd en onderhoud — de prijs voor een model dat schoon blijft.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host service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Eén stabiel aanbod voor meerdere afnemers tegelijk.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Niet: wat heeft déze afnemer nodig.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Wel: wat werkt voor alle huidige én toekomstige afnemers.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Published language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gedeelde taal voor één feit.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Onafhankelijk van de interne taal van de zender.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Onafhankelijk van wie het uiteindelijk leest.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14-1</a:t>
            </a:r>
            <a:endParaRPr lang="en-US" sz="2400" dirty="0"/>
          </a:p>
        </p:txBody>
      </p:sp>
      <p:pic>
        <p:nvPicPr>
          <p:cNvPr id="4" name="Image 0" descr="C:\Projecten\eductus-trainingen\Domain-Driven Design\docx-build\.png-cache\figuur-14-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43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relatieparen, elk met een symbool voor de aard van de aanpassing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Conformist tegenover anti-corruption layer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Zelfde vraag, tegengesteld antwoord.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Lagere kosten, meebewegend model — of hogere kosten, een model dat onaangetast blijft.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van beide is in het algemeen beter.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host service tegenover published language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Verwant, niet hetzelfde.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aanbod zonder gedeelde taal: afnemers vertalen alsnog zelf.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gedeelde taal zonder breed aanbod: kan op zichzelf volstaan.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14-2</a:t>
            </a:r>
            <a:endParaRPr lang="en-US" sz="2400" dirty="0"/>
          </a:p>
        </p:txBody>
      </p:sp>
      <p:pic>
        <p:nvPicPr>
          <p:cNvPr id="4" name="Image 0" descr="C:\Projecten\eductus-trainingen\Domain-Driven Design\docx-build\.png-cache\figuur-14-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43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assen: bescherm/pas-aan, aanbied/vertaal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Wanneer het averechts werkt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Conformist zonder afweging: een blinde vlek.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Anti-corruption layer zonder reëel risico: onderhoud zonder nut.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host service voor één afnemer: maatwerk met een andere naam.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language die alleen interne taal herdoopt: geen vertaling.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"Als we gewoon opschrijven wat ons systeem intern noemt,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 dat de published language noemen, hebben we niets vertaald."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5120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Karsten Rooijakker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werkvorm van dit deel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grensbeschermingsblad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Legt vast hoe een context zich verhoudt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 een model dat het niet zelf bezit.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Vier stappen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Het model waar de context zich toe moet verhouden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Kosten van aanpassen tegen kosten van beschermen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Patroon + wat het van de context vraagt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Wat er gebeurt als de bescherming er niet is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14-3</a:t>
            </a:r>
            <a:endParaRPr lang="en-US" sz="2400" dirty="0"/>
          </a:p>
        </p:txBody>
      </p:sp>
      <p:pic>
        <p:nvPicPr>
          <p:cNvPr id="4" name="Image 0" descr="C:\Projecten\eductus-trainingen\Domain-Driven Design\docx-build\.png-cache\figuur-14-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43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invulblad, ingevuld voor Nabestaandenloket-KERN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Veld 5: het veld dat het verschil maakt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het model aan de andere kant morgen wijzigt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zonder dat wij het weten —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merkt onze context dan als eerste?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"Zonder de vertaallaag hadden we dat verschil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rechtstreeks in onze eigen rechtvaststelling gehad,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zonder dat iemand het had opgemerkt."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5120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Willemijn Brugman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vier relaties, ingevuld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Wegwijzer ↔ KERN — conformist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Nabestaandenloket ↔ KERN — anti-corruption layer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Mutatieplatform ↔ Wegwijzer — open host service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Werkgeversportaal ↔ Nabestaandenloket — published language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Zeven relaties, één kaart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uit deel 13, vier uit dit deel.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 het eerst gezamenlijk op tafel.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"Is dit compleet?"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"Nee. Dit zijn de zeven relaties waar we vandaag al iets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 wisten."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5120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Iris Tanghe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Volgende keer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15 — big-picture EventStorming, twee dagdelen: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complete mutatielandschap in gebeurtenissen.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2026-08-16T19:18:38Z</dcterms:created>
  <dcterms:modified xsi:type="dcterms:W3CDTF">2026-08-16T19:18:38Z</dcterms:modified>
</cp:coreProperties>
</file>