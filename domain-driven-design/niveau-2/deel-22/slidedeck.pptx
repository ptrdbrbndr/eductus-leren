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· Deel 22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Domain-Driven Design — deel 22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Examentraining iSAQB-module (strategisch deel) + portfolio — Niveau 2: professional · afsluiting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Elf delen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Landschapskaart. Kerndomein. Acht relaties, zeven patronen.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picture, processen, voorbeelden. Consistentiegrenzen, architectuur.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Teams. Domain events.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Iris, de uitnodiging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drie weken: de volledige programmastuurgroep.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Bestuur. Actuaris. Extern compliance-adviseur.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"Dit is de presentatie waarmee ik moet kunnen beslissen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het Mutatieplatform op de goede grondslag wordt gebouwd."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"Ik weet niet of ik dat allemaal tegelijk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overtuigend kan vasthouden."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"Niemand houdt elf delen aan detail tegelijk vast.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je moet kunnen: het geheel laten zien als één verhaal,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bij elke vraag terug naar de onderbouwing."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dit deel oplevert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A: de strategische module-toets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B: het portfolio — het landschap gebundeld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rondes, vier bevragers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A: de strategische vragenbank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 vragenbank, stijl van de iSAQB Advanced-module DDD.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echte examenvragen.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Hoe een strategische vraag werkt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Het juiste patroon of de juiste classificatie benoemen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Onderbouwen — en het verleidelijke alternatief weerleggen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Voorbeeldvraag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Claimsafdeling en financiële afdeling, hetzelfde begrip,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verschillende doelen — nooit uitgesproken.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Uitwerking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Anti-corruption layer aan de kant van de financiële afdeling.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shared kernel — de twee doelen vragen geen gedeeld model.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22-2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22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zeven context-mappingpatronen, elk met zijn kernvraag en het risico van de verkeerde keuze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B: het portfolio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één model. Het complete landschap.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systemen. Acht relaties. Elf delen werk.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Waarom dit een aparte vaardigheid 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scenario beantwoorden test één patroon.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portfolio bundelen test de samenhang tussen elf beslissingen.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"Waarom is KERN-Mutatieplatform een shared kernel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terwijl Wegwijzer-KERN een conformist is —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hoe weet ik dat dit geen toeval is?"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vier portfoliobouwstenen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Context map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Kerndomeinkeuze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Architectuurbeslissingen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Teamtopologie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vijfde element: de samenhang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vier losse onderdelen.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ondersteunt de ene keuze de andere?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22-1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22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complete landschap met alle lagen van niveau 2 over elkaar — het beeld voor de stuurgroep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Drie soorten antwoorden, nu op landschapschaal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Oppervlakkig ja — losse onderdelen naast elkaar.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Onderbouwd nee — een alternatief bewust verworpen.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Eerlijke onzekerheid — een openstaande vraag erkend.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22-3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22-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kolommen, nu met landschap-brede voorbeelden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vier rondes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Context map en kerndomein — compliance-adviseur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Architectuur en consistentie — actuaris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Teams en integratie-events — bestuurder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 samenhang — Iris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22-4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22-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vier rondes, elk met bevrager en type vraag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"Ik zie acht verschillende soorten relaties.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Waarom niet gewoon overal dezelfde afspraak?"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"Eén afspraak voor alles zou het Mutatieplatform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 weinig zeggenschap geven, of Wegwijzer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onnodig zwaar belasten."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"Waar garandeert jullie model dat een deelnemer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nooit tegenstrijdig wordt bijgewerkt?"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Aggregate-grens (deel 18) + domain event (deel 21)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minder gelijktijdige, rechtstreekse toegang.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"En als er tóch twee tegenstrijdige wijzigingen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tegelijk binnenkomen?"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team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"Dat is nog niet volledig uitgewerkt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maar de consistentiegrens legt al vast wáár het moet gebeuren."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Eerlijke onzekerheid, geen verzonnen antwoord.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"Wat gebeurt er met dit landschap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als de kleinste teams niet meegroeien?"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"De druk verschuift naar de plek die de teamgrenskaart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 voorspelde — niet naar wat het domein het belangrijkst vindt."</a:t>
            </a:r>
            <a:endParaRPr lang="en-US" sz="2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"Leg uit waarom jullie kerndomeinkeuze en jullie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teamgrenskaart elkaar niet tegenspreken —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leg uit waarom ze dat wél doen."</a:t>
            </a:r>
            <a:endParaRPr lang="en-US" sz="2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"Ze wijzen naar dezelfde onopgeloste plek: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Mutatieplatform is kerndomein én het team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 de meeste druk. Geen tegenspraak — een bevestiging."</a:t>
            </a:r>
            <a:endParaRPr lang="en-US" sz="2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"Dat is precies het soort antwoord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waarmee ik naar de bestuurder kan."</a:t>
            </a:r>
            <a:endParaRPr lang="en-US" sz="2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Niveau 2 afgerond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landschap in kaart, geordend, getoetst, verlicht.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keer als geheel verdedigd.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openstaat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Samenloop tijdens de Wtp-overgang.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Groeiende druk op te kleine teams.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Vooruit naar niveau 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Stelselovergang. Fusiescenario.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Daan, van landschapskaart naar bestuurlijke verdediging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één context-mappingbesluit onder tijdsdruk.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2026-08-16T19:18:57Z</dcterms:created>
  <dcterms:modified xsi:type="dcterms:W3CDTF">2026-08-16T19:18:57Z</dcterms:modified>
</cp:coreProperties>
</file>