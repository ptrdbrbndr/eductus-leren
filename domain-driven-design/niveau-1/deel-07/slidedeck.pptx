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 · Deel 07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Domain-Driven Design — deel 7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event: wat er is gebeurd, onveranderlijk — Niveau 1: fundament · voorbereiding op de iSAQB Advanced-module DDD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Terugblik deel 6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Aggregate: de consistentiegrens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Openstaande vraag: we bewaken de huidige toestand — maar hoe leggen we vast wat er onderweg is gebeurd?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Een nabestaande maakt bezwaar tegen een bedrag.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het systeem staat alleen het huidige bedrag.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kan de medewerker wél en niet beantwoorden?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*(Antwoorden op de flap. We komen er aan het eind van dit deel op terug.)*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Waar we het over gaan hebben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een domain event is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kenmerken: verleden tijd, onveranderlijk, met gegevens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een domain event niet is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gebeurtenislijst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casus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Willemijn heeft twintig minuten nodig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 te reconstrueren wat er drie maanden geleden gebeurde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een bedrag dat inmiddels is overschreven.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Dossierstuk 7-A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mei — notitie: "bedrag gecorrigeerd ivm bijz. partnerpensioen, was hoger"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Huidige stand: € 498,15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Oorspronkelijk bedrag: nergens meer terug te vinden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"Het oorspronkelijke bedrag staat nergens meer.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is overschreven."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Willemijn Brugman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"Ik moet bij een bezwaar kunnen aantonen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er wanneer is gebeurd, in welke volgorde,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op basis waarvan."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Saïda Fontein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"Wat als we, in plaats van een veld te overschrijven,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gewoon opschrijven wát er gebeurde?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 zin je niet over — die blijft gewoon staan."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Rutger Zeeman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een domain event 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feit uit het domein dat al heeft plaatsgevonden,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dat betekenisvol genoeg is om vast te leggen.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Niet: wat is het nu. Wel: wat is er gebeurd.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7-1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7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tijdlijn met losse gebeurtenissen tegenover één vak dat telkens wordt overschreven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Kenmerk 1: verleden tijd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"Overlijden gemeld", niet "overlijden melden".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Dwingt je vast te leggen wat wérkelijk is gebeurd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instructie, geen wens.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Kenmerk 2: onveranderlijk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Eenmaal vastgelegd, verandert een event nooit meer.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correctie is een nieuw event — niet een aanpassing van het oude.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Kenmerk 3: draagt zijn eigen gegevens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Bedrag, reden, datum, betrokkene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zonder die gegevens is een event een kale mededeling.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7-2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7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domain event uitvergroot — naam, tijdstip, meegereisde gegevens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Waar events vandaan komen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significantietoets: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zou een domeinexpert dit over een jaar nog willen naslaan?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 ja: kandidaat-domain event.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het niet is (1)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technische logregel.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"Record bijgewerkt door gebruiker jvdberg" zegt niets over het domein.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het niet is (2)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opdracht.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"Ken toe" is een instructie. "Toegekend" is een feit.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werkvorm van dit deel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gebeurtenislijst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momenten in de levensloop van een aggregate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verdienen het om vastgelegd te worden?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vier vragen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er gebeurd, in verleden tijd en domeintaal?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maakt dit moment significant?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gegevens horen erbij?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 dit ooit gecorrigeerd worden, en hoe leg je dat dan vast?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Veld 5: het veld dat het verschil maakt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we dit vastleggen als een overschreven veld,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kunnen we dan niet meer beantwoorden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wie merkt dat als eerste?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7-3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7-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invulblad — ingevuld voor het dossier-cluster van dossier 5216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uitkomst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Overlijden gemeld → Recht vastgesteld → Aanvraag toegekend/afgewezen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Bedrag herzien (apart event, niet overschreven)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heropend (nieuw ontdekt door Rutger)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"Ik dacht dat we een systeem bouwen dat onthoudt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er nú waar is. We bouwen een systeem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 onthoudt wat er allemaal is gebeurd."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Rutger Zeeman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nog open staat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berekent de samenloop met het UWV?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maakt een nieuw dossier aan bij een melding?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 hoort dit gedrag eigenlijk thuis?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Volgende keer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8 — domain service, factory, repository: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 in het model horen de overige bouwstenen thuis?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2026-08-16T19:17:59Z</dcterms:created>
  <dcterms:modified xsi:type="dcterms:W3CDTF">2026-08-16T19:17:59Z</dcterms:modified>
</cp:coreProperties>
</file>