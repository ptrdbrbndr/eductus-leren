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service, factory, repository — Niveau 1: fundament · voorbereiding op de iSAQB Advanced-module DDD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Terugblik deel 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event: wat er is gebeurd, onveranderlijk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Openstaande vraag: waar hoort het gedrag dat dit alles laat werken?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hebben een aggregate en gebeurtenissen.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berekent iets dat over twee dingen tegelijk gaat?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laat een nieuw dossier ontstaan?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geeft je een bestaand dossier terug?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*(Antwoorden op de flap. We komen er aan het eind van dit deel op terug.)*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het over gaan hebben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domain service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factory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repository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bouwsteenkaart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teamleden, drie vastgelopen taken: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berekening, een ontstaansregel, een terugvindvraag.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"Het resultaat is geen eigenschap van de nabestaande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van de vaststelling — het is een berekening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over allebei heen gaat."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"Er moet eerst gecheckt worden of er al een dossier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bestaat voor deze deelnemer, welk soort melding het is,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wat de minimale gegevens zijn."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Willemijn Brugman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wil niet zelf hoeven weten of dat uit een database komt,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 een bestand, of uit een stapel opgeslagen gebeurtenissen.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 wil gewoon 'geef mij dossier 5216' kunnen zeggen."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Tijmen Oosterhuis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zijn, denk ik, drie aparte plekken in het model."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Saïda Fontein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domain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 dat bij het domein hoort,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geen eigen eigenaar heeft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zelf geen toestand vasthoudt.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8-1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domain service als los, stateless blokje tussen twee aggregates 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Herkennen: domain 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technische taak — inhoudelijk domeingedrag.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natuurlijke eigenaar onder de aggregates.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eigen, te bewaken toestand.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factory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Bewaakt hoe een nieuw aggregate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 tot stand komt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ongeacht via welke route.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8-2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meldingsroutes, allemaal via één factory naar hetzelfde geldige dossier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niet gewoon een constructie?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factory: elke plek in de code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 zijn eigen regels — met het risico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dossier dat al bij de geboorte ongeldig is.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repository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aggregate ophalen en bewaren,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te hoeven weten hóe dat technisch gebeurt.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8-3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8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repository als poort tussen model en opslag — alleen aggregate roots gaan erdoorheen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Belangrijke 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repository werkt uitsluitend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het niveau van de aggregate root.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op een los onderdeel daarbinnen.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Hoe de drie zich verhouden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bewaakt consistentie.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event: legt vast wat gebeurde.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factory, repository: maken het model wérkend.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bouwsteenkaart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van de zeven bouwstenen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hoort bij dit stuk domeingedrag?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moet er gebeuren, in domeintaal?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dit een natuurlijke eigenaar?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Ontstaan, terugvinden, of iets anders?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niet de verantwoordelijkheid van het aggregate zelf?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gedrag op de verkeerde plek zetten,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dan mis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wie merkt dat als eerste?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8-4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8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 — ingevuld voor de drie situaties uit dit deel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uitkomst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Samenloopberekening → domain service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 dossier bij melding → factory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5216 terugvinden → repository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we de berekening op het dossier hadden gezet,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ik met elke UWV-herberekening gebotst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 iedereen die tegelijk aan hetzelfde dossier werkt."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Rutger Zeeman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bouwstenen, één geheel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value object, aggregate, domain event,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service, factory, repository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tactische fundament van niveau 1 is compleet.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houdt ons model eigenlijk op?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Betekent "dossier" bij het Mutatieplatform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als bij ons?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 — bounded context: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van één model.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2026-08-16T19:17:59Z</dcterms:created>
  <dcterms:modified xsi:type="dcterms:W3CDTF">2026-08-16T19:17:59Z</dcterms:modified>
</cp:coreProperties>
</file>