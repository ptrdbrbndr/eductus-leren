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language: taal als ontwerpmiddel, niet als glossarium — Niveau 1: fundament · voorbereiding op de iSAQB Advanced-module DDD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Terugblik deel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complexiteitstoets wees het onderdeel aan: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vaststellen recht op partnerpensioen bij samenloop.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Nu: hoe praten we daar eigenlijk over?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 dat er ergens in dit gebouw een begrippenlijst hangt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 de definitie van elk belangrijk woord in jouw werk.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Hoe vaak zou je hem raadplegen?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*(Antwoorden op de flap.)*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het over gaan hebben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ubiquitous language is — en wat het niet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hetzelfde woord verschillende dingen kan betekenen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taalkaart: waar zit een verborgen grens?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Daan, Willemijn en Saïda over het woord "dossier"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zinnen, één woord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Willemijn: "Zodra er een dossier binnenkomt, kijk ik eerst of er een partner is."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Saïda: "Een dossier wordt pas geopend na de compliance-check."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Daan: "Dossier = rij in de tabel DOSSIER."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 is niet genoeg. Bij WGP 2.0 stond er ook een begrippenlijst.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Niemand keek er meer naar zodra de bouw begon."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Tijmen Oosterhuis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sprekers, hetzelfde woord, drie momenten van ontstaan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ubiquitous language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taal die domeinexperts en het team samen spreken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één afgebakend deel van het domein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gesprek, documentatie én code.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eigenschappen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Gedeeld, niet opgelegd — het team past zich aan het domein aan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in de code — anders ontstaat een vertaalslag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Begrensd tot één context — geldt niet organisatiebreed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een glossarium niet volstaat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glossarium kiest één betekenis en sluit de discussie.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language behandelt een verschil als een vraag: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hetzelfde ding, of toevallig dezelfde naam?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Bij WGP 2.0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"Mutatie" kreeg één plek in een tabel.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vijf of zes verschillende dingen erachter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 pas zichtbaar toen de software niet paste.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Taal als symptoom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hetzelfde woord in twee rollen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structureel iets anders betekent,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wijst dat vaak op een grens die nog niet is getekend.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Niet: wie heeft er gelijk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Willemijn en Saïda hebben het over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verschillende fasen van hetzelfde proces.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melding — nog niet gecontroleerd.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dossier — na de compliance-check.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woord valt uiteen in twee begrippen — "mogelijk een grens"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taalkaart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voor term: waar loopt taal uiteen,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waar is dat een symptoom?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velden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gebruikt hem, en wat bedoelen zij ermee — met citaat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welk moment ontstaat het, volgens die rol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Structureel of toevallig?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Voorlopige conclusie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Structureel of toevallig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Toevallig: bij doorvragen blijkt het hetzelfde.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Structureel: het verschil blijft bestaan, hoe vaak je ook doorvraagt.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structureel is een signaal voor een grens.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Veld 6: 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we dit verschil nu negeren en met één woord doorwerken,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loopt dat later vast — en wie merkt het als eerste?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invulblad — volledig ingevuld voor "dossier"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het team ontdekt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"Dossier" valt uiteen in twee begrippen: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melding — vanaf het eerste signaal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— na de compliance-check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"Voor mij was dat altijd gewoon hetzelfde ding, alleen in een andere fase."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we dat niet apart vastleggen, kan ik straks niet meer aantonen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wanneer we wisten dat het compliance-technisch in orde was."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elk woord is een grens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 test "partner" — daar blijkt het verschil toevallig.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Willemijn, Saïda en Daan bedoelen na doorvragen hetzelfde.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"Dus niet elk woord waarover we discussiëren is een verborgen grens."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Opdracht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de taalkaart in voor een eigen term uit het casusdossier.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*(25 minuten, individueel)*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Opdracht 5: het gesprek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Willemijn en Saïda ontdekken samen of "dossier"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hen op hetzelfde moment begint te bestaan.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*(Rollenspel, tweetallen)*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een begrippenlijst had weggedefinieerd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gekozen betekenis voor "dossier"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verbergt het verschil tussen Willemijn en Saïda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het eerste compliance-onderzoek.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module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Voorbereidend op: domain, model en ubiquitous language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(iSAQB Advanced-module DDD, methodologisch gebied)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nog open staat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scherpe begrippen: melding en dossier.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het Nabestaandenloket bevat meer dan dit ene onderdeel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adressen, documenten, samenloop met het UWV.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 — domeinindeling: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de kern van de complexiteit,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wat is ondersteunend of generiek?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2026-08-16T19:17:58Z</dcterms:created>
  <dcterms:modified xsi:type="dcterms:W3CDTF">2026-08-16T19:17:58Z</dcterms:modified>
</cp:coreProperties>
</file>