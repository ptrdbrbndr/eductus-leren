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+ capstone: verdedig het Nabestaandenloket-model — Niveau 1: fundament, afsluiting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niveau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delen, negen instrumenten: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complexiteitstoets tot contextgrens.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geen nieuwe theorie.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wél doet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A — oefen de examenvorm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iSAQB-module.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B — verdedig het complete model.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uitnodiging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Corné vraagt om een presentatie.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omdat hij twijfelt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 het team moet leren wat 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straks sowieso gaat gebeuren.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er meekijken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 — kritische collega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Saïda — compliance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extern klankbord — kent de casus niet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"Niet het antwoord kennen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beargumenteren waarom het antwoord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antwoord is."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A: de tactische module-toets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scenario. Een begrip. Een onderbouwing.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vragenbank — geen echte examenvragen.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goed antwoord heeft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alleen het juiste woord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waarom een net iets ander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fout zou zijn geweest.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boekingssysteem behandelt twee identieke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boekingen als twee aparte, tegelijk geldige boekingen.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of value object?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Voorbeeldantwoord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— niet omdat de gegevens verschillen,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omdat het systeem ze afzonderlijk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kunnen volgen.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10-1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0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negen instrumenten van niveau 1, elk met zijn kernvraag — als opfrisser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B: de capstone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eigen model verdedigen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 mensen die er niet bij waren.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moeilijker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scenario beantwoorden test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je een begrip kunt toepassen.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eigen model verdedigen test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je de samenhang vasthoudt.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soorten antwoorden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oppervlakkige ja.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onderbouwde nee.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eerlijke onzekerheid.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10-2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0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kolommen, drie herkenbare voorbeelduitspraken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oppervlakkige 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hebben we in deel 6 zo besloten"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de afweging opnieuw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zichtbaar te maken.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onderbouwde nee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alternatief benoemen,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uitleggen waarom het hier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 niet is gekozen.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eerlijke onzekerheid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weten we nog niet zeker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hier is waarom dat oké is voor nu."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Sterker dan een verzonnen antwoord.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Ronde 1: taal en grenzen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"dossier" en niet "zaak"?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zou er misgaan bij een ander woord?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Ronde 2: bouwstenen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twee minuten uit waarom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overlijdensmelding een domain event 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iemand die de casus niet kent.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Ronde 3: de grens onder druk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klacht na een jaar.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de beslissing navertellen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giswerk?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"Saïda had ons nodig te laten zien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we, ook een jaar later, kunnen navertellen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welk feit precies bekend werd."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Daan Kuiper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 hebben laten zien dat ze niet alleen weten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wát ze hebben gebouwd, maar ook waaróm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waar ze het nog niet zeker weten."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Corné Pauwels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1 afgerond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Nabestaandenloket is niet gebouwd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 doordacht: in taal, in grenzen,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bouwstenen. En één keer verdedigd.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nog open ligt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Documentbeheer, adresverificatie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generiek, maar hier niet verder uitgewerkt.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relatie met UWV en polisadministratie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context-mappingpatroon toegewezen.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Naar niveau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één dossier naar het hele landschap: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KERN, Werkgeversportaal, Mutatieplatform,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Nabestaandenloket, Wegwijzer.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wordt domeinmodelleur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het Programma Mutatieplatform.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