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97680"/>
            <a:ext cx="9144000" cy="54864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1 · Deel 06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Domain-Driven Design — deel 6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4805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C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Aggregate: de consistentiegrens — Niveau 1: fundament · voorbereiding op de iSAQB Advanced-module DDD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Terugblik deel 5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en value object: identiteit versus waarde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Openstaande vraag: moet alles wat verandert, ook samen veranderen?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Twee medewerkers werken tegelijk aan hetzelfde dossier.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Beide wijzigingen zijn op zichzelf correct.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Toch gaat er iets mis.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Wat, denk je — en hoe voorkom je het?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5120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*(Antwoorden op de flap. We komen er aan het eind van dit deel op terug.)*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Waar we het over gaan hebben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een aggregate is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aggregate root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manieren om de grens verkeerd te trekken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aggregaatschets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casus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Corné vertelt een incident: twee medewerkers, één dossier,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wijzigingen die elkaar overschreven.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 er gebeurde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09:14 — adreswijziging verwerkt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09:16 — bedragscorrectie verwerkt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09:19 — bedragscorrectie overschrijft het volledige dossier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09:41 — brief verstuurd naar het oude adres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"Ze werkten allebei gewoon hun eigen taak af.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Maar het dossier klopte er niet meer bij."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5120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Corné Pauwels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Rutgers eerste voorstel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"Laten we alles in één groot record onderbrengen.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 kan dit nooit meer gebeuren."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"Dan kan straks niemand meer iets aanpassen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zonder het hele dossier te claimen.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 lost het ene probleem op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 maakt een nieuw probleem."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5120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Tijmen Oosterhuis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"Welke dingen moeten altíjd tegelijk kloppen —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 welke mogen best uit de pas lopen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zonder dat het een probleem is?"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5120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Saïda Fontein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 een aggregate is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cluster van entity's en value objects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 het domein als één geheel behandelt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wanneer het om consistentie gaat.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Alles binnen de grens verandert samen — of niet.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6-1</a:t>
            </a:r>
            <a:endParaRPr lang="en-US" sz="2400" dirty="0"/>
          </a:p>
        </p:txBody>
      </p:sp>
      <p:pic>
        <p:nvPicPr>
          <p:cNvPr id="4" name="Image 0" descr="C:\Projecten\eductus-trainingen\Domain-Driven Design\docx-build\.png-cache\figuur-6-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cirkel om een cluster objecten heen — dicht opeengepakt binnen de grens, los daarbuiten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aggregate root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Eén entity per aggregate is de toegangspoort.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wijzigingen lopen via de root.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Niets binnen de grens wordt van buitenaf rechtstreeks aangepast.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6-2</a:t>
            </a:r>
            <a:endParaRPr lang="en-US" sz="2400" dirty="0"/>
          </a:p>
        </p:txBody>
      </p:sp>
      <p:pic>
        <p:nvPicPr>
          <p:cNvPr id="4" name="Image 0" descr="C:\Projecten\eductus-trainingen\Domain-Driven Design\docx-build\.png-cache\figuur-6-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root als enige toegangspoort — alle pijlen lopen erlangs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Niet elke entity kan root zijn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root vertegenwoordigt de identiteit van het geheel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bewaakt de regels die over het geheel gaan.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Bij het Nabestaandenloket: het dossier.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Denkfout 1: te groot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Alles bij elkaar vegen wat "erbij hoort".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Gevolg: niemand kan meer iets kleins wijzigen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zonder het hele geheel te claimen.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Denkfout 2: te klein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Alles los van elkaar laten, zonder garantie.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Gevolg: precies Corné's incident.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6-3</a:t>
            </a:r>
            <a:endParaRPr lang="en-US" sz="2400" dirty="0"/>
          </a:p>
        </p:txBody>
      </p:sp>
      <p:pic>
        <p:nvPicPr>
          <p:cNvPr id="4" name="Image 0" descr="C:\Projecten\eductus-trainingen\Domain-Driven Design\docx-build\.png-cache\figuur-6-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varianten — te groot, te klein, de juiste grens — met de consequentie ernaast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juiste vraag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Niet: "wat hoort bij elkaar?"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Wel: "wat moet gegarandeerd samen kloppen?"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Vuistregel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Kies, bij twijfel, de kleinere aggregate.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Elke entity die je toevoegt,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een entity die niet meer onafhankelijk wijzigt.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werkvorm van dit deel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aggregaatschets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 ligt de grens, wie is de root,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valt erbuiten?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vier vragen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Welke objecten horen op het eerste gezicht bij elkaar?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Welke wijzigingen moeten gegarandeerd samen kloppen?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wordt de aggregate root?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valt buiten de grens, en waarom mag dat?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Veld 5: het veld dat het verschil maakt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we deze grens verkeerd trekken,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gaat er dan mis —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wie merkt dat als eerste?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6-4</a:t>
            </a:r>
            <a:endParaRPr lang="en-US" sz="2400" dirty="0"/>
          </a:p>
        </p:txBody>
      </p:sp>
      <p:pic>
        <p:nvPicPr>
          <p:cNvPr id="4" name="Image 0" descr="C:\Projecten\eductus-trainingen\Domain-Driven Design\docx-build\.png-cache\figuur-6-4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invulblad — ingevuld voor het dossier-cluster van dossier 5216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uitkomst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Root: het dossier (dossiernummer)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Binnen de grens: vaststelling + onderbouwing, actieve status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Buiten de grens: adres, correspondentie, compliance-notities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"Ik dacht dat het aggregate ging over wat bij elkaar hoort.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Het gaat over wat nooit uit elkaar mag vallen.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 is een veel kleinere vraag."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5120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Rutger Zeeman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Volgende keer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7 — het domain event: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hoe leg je vast wát er is gebeurd,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zonder het ooit te overschrijven?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2026-08-16T19:17:59Z</dcterms:created>
  <dcterms:modified xsi:type="dcterms:W3CDTF">2026-08-16T19:17:59Z</dcterms:modified>
</cp:coreProperties>
</file>