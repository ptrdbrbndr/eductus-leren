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subdomain: core, supporting, generic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1 en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de complexiteitstoets — welk onderdeel verdient de investering?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2: de taalkaart — "melding" en "dossier" scherp gekregen.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 het Nabestaandenloket is meer dan dit ene onderdeel.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 krijgt één dag extra tijd voor het Nabestaandenloket.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minuut meer.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 welk van de zes onderdelen besteed je die dag — en waarom niet aan de andere vijf?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aan het eind van dit deel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domain en een subdomain zijn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domain, supporting subdomain, generic subdomain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domeinindeling: wat verdient welke aandacht?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Daans lijst van zes punten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Daans lijst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Vaststellen recht op partner-/wezenpensioen (samenloop)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Correspondentieadres bijhouden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Opslag geüploade documenten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Samenloopberekening met UWV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Authenticatie medewerkers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Toekennings-/afwijzingsbrief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"Beginnen we bij het begin, of pakken we ze parallel?"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"Je behandelt dit alsof het allemaal even zwaar is.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Adressen bijhouden en vaststellen wie recht heeft bij twee claims tegelijk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kun je toch niet in één adem noemen?"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heb geen enkele behoefte aan een prachtig domeinmodel voor een adres.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 heb wél behoefte aan een team dat alle tijd neemt voor de vraag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recht heeft op wat."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"Sommige van die dingen zíjn waarom Meridiaan dit project doet.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Andere zijn nodig om het eerste te laten werken.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weer andere zijn al lang elders opgelost."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Tijmen Oosterhuis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domain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hele vakgebied waarvoor een organisatie software bouwt.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Meridiaan: pensioenuitvoering.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groot om in één keer te modelleren.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subdomain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afgebakend deel van het domein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eigen samenhangend stuk werk.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Nabestaandenloket is al een subdomain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bevat er zelf weer meerdere.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Meridiaan-domein, het Nabestaandenloket erbinnen, en Daans zes punten als kandidaat-subdomeinen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soorten subdomeinen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— waar de organisatie zich mee onderscheidt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subdomain — nodig, specifiek, niet onderscheidend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subdomain — elders al opgelost, vaak inkoopbaar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vlakken — core, supporting, generic — elk met één voorbeeld uit het Nabestaandenloket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domain bij het Nabestaandenloket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Vaststellen recht op partner- en wezenpensioen, incl. samenloop.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Uniek voor Meridiaan.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nabestaanden op vertrouwen.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Scoorde in deel 1 hoog op alle vier de assen.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en generic bij het Nabestaandenloket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 adresverificatie, dossier door de eigen processtappen.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Generic: authenticatie, documentopslag-infrastructuur.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Fatsoenlijk bouwen — niet de zwaarste inspanning.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hetzelfde als de bestaande systeemgrenzen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`DOSSIER` behandelt recht vaststellen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een adres bijwerken met dezelfde onzorgvuldigheid.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supporting en generic lopen dwars door de techniek heen.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3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`DOSSIER` met een stippellijn die laat zien hoe core/supporting/generic er dwars doorheen lopen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domeinindeling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onderdeel: core, supporting of generic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wat dat betekent voor de aanpak.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velden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onderdeel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bestaat het voor Meridiaan?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Uniek, of elders al opgelost?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Specifiek genoeg om zelf te bouwen, zonder onderscheidend te zijn?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Voorlopige classificatie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vragen die de indeling bepalen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"Uniek of elders al opgelost?" — scheidt core van generic.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"Specifiek genoeg om zelf te bouwen?" — scheidt supporting van generic.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onderdeel de verkeerde aandacht geven,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dan concreet — en wie merkt het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3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ingevuld voor "rechtvaststelling" (core) en "authenticatie" (generic)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team ontdekt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recht vaststellen bij samenloop.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 adresverificatie, dossierstappen.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Generic: authenticatie, documentopslag.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UWV-samenloop: "supporting, met een aantekening."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gesprek over de UWV-samenloop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Saïda: Meridiaan voert de Anw niet zelf uit.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Willemijn: de kennis erover ligt dicht tegen het core domain 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Beiden hebben gelijk — over verschillende dingen.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we authenticatie bouwen met evenveel zorg als de rechtvaststelling,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 ik over drie maanden trots op een inlogscherm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heeft niemand naar de samenloopregels gekeken."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Voer de domeinindeling uit op drie eigen onderdelen: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core, één supporting, één generic.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*(25 minuten, individueel)*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Voorbereidend op: domain, model en ubiquitous language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(iSAQB Advanced-module DDD, methodologisch gebied)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indeling komt terug op landschapsschaal in deel 12.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 — het model versus de implementatie: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levert een eerste technisch model op.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herkent er weinig van terug.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