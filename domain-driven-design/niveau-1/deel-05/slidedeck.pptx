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· Deel 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Domain-Driven Design — deel 5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en value object: identiteit versus waarde — Niveau 1: fundament · voorbereiding op de iSAQB Advanced-module DDD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Terugblik deel 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model versus de implementatie: kaart en terrein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Openstaande vraag: is dit dossier hetzelfde dossier als gisteren?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Twee brieven bevatten precies hetzelfde bedrag: € 842,17.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Zijn dat twee keer hetzelfde bedrag,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twee verschillende bedragen die toevallig gelijk zijn?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verandert je antwoord bij twee dossiers met identieke gegevens?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*(Antwoorden op de flap. We komen er aan het eind van dit deel op terug.)*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 we het over gaan hebben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identiteit is, en wat waarde is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test die het onderscheid scherp maakt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er misgaat als je het verwisselt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objectkeuzeblad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casus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Willemijn brengt twee dossiers mee: 5216 en 5217.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Allebei een wijziging. Geen van beide voelt hetzelfde.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Dossier 5216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Adreswijziging na verhuizing.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"Niemand vroeg zich af of dat nog steeds dezelfde mevrouw was.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Natuurlijk was ze dat." — Willemijn Brugman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Dossier 5217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Naamswijziging na hertrouwen.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"Zij is dezelfde persoon die recht heeft op de uitkering,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ook al is haar naam anders." — Willemijn Brugman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Daans vraag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een rekenregel wijzigt en het bedrag wordt herberekend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dat dan dezelfde partnervaststelling met een nieuw bedrag,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een nieuwe vaststelling?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"Dat voelt anders dan het adres.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Als het bedrag verandert, is de vaststelling zelf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toch niet meer hetzelfde?"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Rutger Zeeman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"Als er ooit een bezwaar komt tegen een oud bedrag,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moet ik kunnen aanwijzen: dit was de vaststelling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 destijds, met dít bedrag, op díe datum."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Saïda Fontein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kernvraag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Telt dit object door wie of wat het is,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door wat erin staat?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object met een eigen, blijvende identiteit,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van de waarden die het op enig moment bevat.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entity's met dezelfde gegevens: nog steeds twee dingen.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entity, alle gegevens gewijzigd: nog steeds hetzelfde ding.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 object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object dat volledig wordt bepaald door zijn waarden,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zonder eigen identiteit.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value objects met dezelfde inhoud: hetzelfde ding.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Inhoud gewijzigd: geen aangepast exemplaar, maar een nieuw ding.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5-1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5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entity met een label "wie" dat blijft staan terwijl de inhoud verandert, naast een value object waarbij de inhoud zelf het label is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Zijn twee objecten met identieke gegevens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tóch twee verschillende dingen,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gewoon hetzelfde ding, twee keer opgeschreven?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er een zinvolle vraag: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dit nog hetzelfde exemplaar als gisteren,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ook al is de inhoud gewijzigd"?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het onderscheid bepaalt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Gelijkheid — op identiteit vergelijken, of op inhoud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Verandering — blijft zichzelf, of wordt iets nieuws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Herkenbaarheid over tijd — heeft een identificerend kenmerk nodig, of niet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5-2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5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Tijdlijn dossier 5216 — de entity blijft hetzelfde blokje, het bedrag wordt bij wijziging een nieuw blokje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valkuil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"Het heeft een `id` in de database, dus is het een entity."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is een technische aanwijzing. Geen domeinredenering.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werkvorm van dit deel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objectkeuzeblad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elk begrip: entity of value object — en waarom.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vier vragen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Zijn er twee identieke exemplaren die tóch verschillend behandeld moeten worden?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er een zinvolle vraag "is dit nog hetzelfde na wijziging"?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identificeert dit begrip, als het een entity is?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gebeurt er als de inhoud wijzigt — aangepast, of vervangen?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Veld 5: het veld dat het verschil maakt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we dit begrip verkeerd om behandelen,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gaat er dan mis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wie merkt dat als eerste?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5-3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5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invulblad — ingevuld voor drie begrippen uit dossier 5216 en 5217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uitkomst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Nabestaande — entity (BSN + dossiernummer)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 — value object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Partnervaststelling — entity (dossier + vaststellingsmoment)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"Ik dacht dat 'entity' voor grote dingen was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'value object' voor kleine, onbelangrijke velden.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gaat niet om belangrijkheid —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gaat om identiteit versus inhoud."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Rutger Zeeman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module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Rechtstreeks curriculumonderdeel: entity, value object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iSAQB Advanced-module DDD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Volgende keer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6 — het aggregate: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ligt de grens waarbinnen alles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één keer consistent moet zijn?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2026-08-16T19:17:59Z</dcterms:created>
  <dcterms:modified xsi:type="dcterms:W3CDTF">2026-08-16T19:17:59Z</dcterms:modified>
</cp:coreProperties>
</file>