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· Deel 09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Domain-Driven Design — deel 9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context: de grens van één model — Niveau 1: fundament · voorbereiding op de iSAQB Advanced-module DDD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Terugblik deel 8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service, factory, repository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model kan nu functioneren.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Openstaande vraag: waar houdt het op?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Als iemand van de polisadministratie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"dossier" zegt — bedoelt diegene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hetzelfde als jullie?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*(Antwoorden verzamelen. We komen er aan het eind op terug.)*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 we het over gaan hebben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elk model een grens nodig heeft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Organisatie, systeem en model: drie verschillende grenzen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er gebeurt op de grens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contextgrens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casus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"Bedoelen we hetzelfde dossier?"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"De polisadministratie kent ook iets dat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'dossier' heet. Bedoelen we daar hetzelfde mee?"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Tijmen Oosterhuis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"Een dossier is gewoon een verzameling velden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bij een deelnemersnummer — alles wat ooit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vastgelegd, in één scherm."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Daan Kuiper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"Ons dossier gaat over één ding: het vaststellen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 het recht op nabestaandenpensioen.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Een begin — een melding. Een eind —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een toekenning of afwijzing."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Willemijn Brugman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"Waar houdt jullie model op, en wat gebeurt er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 het moment dat het de grens over gaat?"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Corné Pauwels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bounded context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expliciete grens waarbinnen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model — en zijn taal — geldig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consistent is.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9-1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9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woord, één rand — en buiten die rand hetzelfde woord met een andere betekenis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Niet hetzelfde als deel 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Domeinindeling (deel 3): waar zit de complexiteit?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context (deel 9): waar houdt de taal op geldig te zijn?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verschillende vragen — die soms samenvallen.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verleiding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grens ligt toch gewoon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de afdeling? Bij het systeem?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organisatiegrens is niet de modelgrens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Saïda hoort niet bij Nabestaandenzaken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spreekt tóch de taal van het model mee.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systeemgrens is niet de modelgrens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"Dossier" bestaat aan beide kanten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de systeemgrens — met een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andere betekenis.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9-2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9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Organisatiegrens, systeemgrens, modelgrens: drie vlakken die elkaar overlappen, niet samenvallen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vraag die wél houvast geeft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Blijft de taal hier consistent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moet ik uitleggen wat ik bedoel?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er gebeurt op de grens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afsluiting, wel een vertaalpunt.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betekent een gegeven, zodra het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grens oversteekt?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9-3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9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bounded context van het Nabestaandenloket, met twee gemarkeerde overgangspunten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Nog niet aan de orde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Hóe die relatie precies wordt ingericht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partnership, shared kernel, anti-corruption layer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volgt in niveau 2.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werkvorm van dit deel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contextgrens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Ligt hier een grens — en zo ja, waar?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vier vragen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Betekent hetzelfde woord aan beide kanten hetzelfde?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Toeval, of wijst het op een andere taak?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 precies steekt een gegeven de grens over?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Blijft onze eigen taal overeind zonder uitleg?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Veld 5: het veld dat het verschil maakt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we deze grens niet trekken,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gaat er dan mis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wie merkt dat als eerste?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9-4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9-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invulblad — ingevuld voor de relatie met de polisadministratie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"Als we deze grens niet trekken, krijgt Willemijn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 een dag de complete historie van een deelnemer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 zien in plaats van alleen het lopende dossier."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Rutger Zeeman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Negen instrumenten, één geheel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Complexiteitstoets, taalkaart, domeinindeling, modeltoets,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objectkeuzeblad, aggregaatschets, gebeurtenislijst,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bouwsteenkaart, contextgrens — niveau 1 is compleet.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Volgende keer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10 — examentraining en capstone: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verdedig het complete Nabestaandenloket-model.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2026-08-16T19:17:59Z</dcterms:created>
  <dcterms:modified xsi:type="dcterms:W3CDTF">2026-08-16T19:17:59Z</dcterms:modified>
</cp:coreProperties>
</file>