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versus de implementatie: kaart en terrein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1-3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welk onderdeel verdient de investering (complexiteitstoets)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welke taal spreken we (taalkaart)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wat is kern, wat is ondersteunend of generiek (domeinindeling)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het team gaat voor het eerst modelleren.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team levert een prachtig domeinmodel op.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Mooie dozen, duidelijke namen, door de domeinexpert goedgekeurd.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Zes maanden later heeft de code er niets meer mee te maken.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is hier misgegaan — en wanneer begon het?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verschil is tussen een domeinmodel en de implementatie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metafoor: kaart en terrein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manieren om de kaart kwijt te raken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modeltoets: is dit nog de kaart, of al het terrein?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team heeft het kerndomein scherp: vaststellen recht op partnerpensioen.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krijgt de opdracht: maak een eerste modelopzet.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komt terug met een klassendiagram.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Daans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`Dossier` — `id`, `bsn_deelnemer`, `partnertype_code`, `status_code`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`PartnerRecord` — foreign key naar `Dossier`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`Mutatie` — `volgnummer`, `type_code`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ziet er... bekend uit," zegt Rutger.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kan je zo vertellen welke velden je uit welke tabel hebt overgenomen."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is `partnertype_code`?"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als er twee partners tegelijk zijn?"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zie een code en een verwijzing.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 zie niet wat er feitelijk gebeurt."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is een tabel met een andere naam erboven."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Tijmens ingreep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"Vertel, zonder naar het diagram te kijken, wat er gebeurt bij samenloop."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vertelt het — feilloos, in gewone taal.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"Teken nu wat je net vertelde. Niet wat er in de tabel staat."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domeinmodel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vereenvoudigde voorstelling van een deel van de werkelijkheid,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opgebouwd uit de begrippen en regels die er inhoudelijk toe doen.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implementatie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technische vorm waarin dat model uiteindelijk wordt gebouwd: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klassen, tabellen, velden, foreign keys, framework-conventies.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metafoor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model is een kaart.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het terrein zelf.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kaart toont straten en een schaal — niet elke stoeptegel.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 model toont begrippen en regels — niet elke technische noodzaak.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kaart naast een luchtfoto van hetzelfde gebied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manieren om de kaart kwijt te raken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ver van de implementatie — mooi op het whiteboard, onbouwbaar in code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 implementatie — oogt als domeinmodel, is stiekem het tabelontwerp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Daans diagram is de tweede.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richtingen naast elkaar — wegdrijvend model, verkleed model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aanwijzingen in Daans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namen zijn codes, geen gesprekstaal.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bestaan vanwege de techniek, niet vanwege het domein.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diagram kan de regel niet uitleggen — alleen het gegeven vastleggen.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modeltoets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Toetst een modelfragment: is dit nog de kaart,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is het al het terrein?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vijf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Herkent de domeinexpert elk begrip zonder technische uitleg?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Spreekt het fragment de taalkaart-taal, of technische taal?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Bestaat elk veld vanwege een domeinbehoefte of een technische behoefte?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Overleeft het model een technische verandering?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het fragment de regel uitleggen, of alleen het gegeven vastleggen?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6: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modelonderdeel laten samenvallen met de implementatie,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kunnen we straks niet meer los van elkaar aanpassen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4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volledig ingevuld voor Daans eerste diagram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de toets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`partnertype_code` — geen taalkaart-term, een databasecode.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foreign key — techniek, geen domein.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diagram legt vast dát er iets is, niet waaróm.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het reglement een vierde partnertype krijgt,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moet ík een kolom aanpassen voor iets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Beleid en Actuariaat heeft besloten."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lees ik. Dit ken ik." — Willemijn Brugman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probleem was niet dat Daan een technisch model maakte.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probleem was dat hij het aan óns liet zien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alsof het het domeinmodel was."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kaarten, één terrein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domeinmodel en de implementatie mogen allebei bestaan.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zijn gemaakt voor twee verschillende lezers.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modeltoets bewaakt dat ze niet stilletjes samenvallen.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Voorbereidend op: de relatie tussen model en code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(conceptuele klassen versus technisch gemotiveerde bouwstenen)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iSAQB Advanced-module DDD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— entity en value object: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dossier hetzelfde dossier als gisteren,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een nieuw dossier met dezelfde inhoud?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