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DDD is, en wanneer je het niet nodig hebt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Voordat we beginnen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 bereidt voor op de iSAQB Advanced-module Domain-Driven Design.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vervangt geen erkende training en levert zelf geen certificaat op.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module levert credit points voor CPSA-Advanced Level (CPSA-A).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formuleringen en figuren hier zijn van Ductus.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team bouwt een systeem met precies de patronen uit het boek.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Aggregates. Domain events. Bounded contexts. Het complete instrumentarium.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onderdeel dat ze bouwen is een lijstje met vijf velden dat nooit verandert.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is hier misgegaan?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 We komen er in deel 10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Domain-Driven Design is — en wat niet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DDD een investering is, geen standaardaanpak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complexiteitstoets: wanneer wél, wanneer niet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Daans eerste week bij het Nabestaandenloket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C-1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C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WGP 2.0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WGP 2.0, in het kort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Opgeleverd. Werkt. Nauwelijks storingen.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op de tien mutaties bleken niet te passen in het model.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woord — "mutatie" — dekte vijf of zes verschillende dingen.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is in de kern een CRUD-systeem. Ik bouw een eerste versie in twee weken."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"Wat gebeurt er in jouw plan als er twee mensen zijn die allebei zeggen dat ze de partner waren?"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*Stilte.*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gebeurt bij ons ongeveer eens per twee maanden"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Brugman, twaalf jaar Nabestaandenzaken.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 keek naar de database.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naar het werk.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Domain-Driven Design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manier van software bouwen waarbij het domein leidend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het ontwerp,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voortdurend getoetst aan de mensen die het domein uitoefenen.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dingen die ertoe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domein is leidend — niet de database, niet het framework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Voortdurend getoetst — een doorlopend gesprek, geen eenmalige stap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manier van bouwen — geen verplichting voor elk stukje software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als gereedschapskist, selectief per onderdeel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investering, geen standaardaanpak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kost tijd van domeinexperts.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kost tijd van het ontwikkelteam.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kost discipline om het model levend te houden.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die investering loont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domein is complex genoeg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software leeft lang genoeg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 is winst bij gedeeld begrip tussen domein en techniek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tegelijk — anders is DDD overkill.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manieren om het fout te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veel DDD — zwaar gereedschap op een simpel probleem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weinig DDD — één plat woord voor vijf verschillende dingen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 was de tweede.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risico ná WGP 2.0 is de eerste.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mislukkingsrichtingen naast elkaar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complexiteitstoets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Bepaalt per domeinonderdeel — niet per systeem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DDD de investering waard is.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assen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Domeincomplexiteit — regels, uitzonderingen, samenhang in het vakgebied zelf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complexiteit — integraties, prestatie, beveiliging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Levensduur en veranderfrequentie — hoe lang, hoe vaak verandert het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shared understanding — hoeveel rollen moeten het eens zijn, hoe duur is een misverstand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de score betekent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assen laag: eenvoudig bouwen.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Domeincomplexiteit + shared understanding hoog: kernterrein voor DDD.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 technische complexiteit alleen: eerder een architectuurvraagstuk.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vier assen, twee voorbeeldscores uit het Nabestaandenloket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onderdeel fout inschatten,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dan concreet — en bij wie?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score naar consequentie.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naam of rol erbij.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Voorbeeld: hoog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Vaststellen recht op partnerpensioen bij samenloop.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assen hoog tot gemiddeld-hoog.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"Als Willemijn en de software er niet hetzelfde onder verstaan,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ontdekken we dat pas bij een bezwaar — en dan is het te laat."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Saïda Fontein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Voorbeeld: laag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Correspondentieadres bijwerken tijdens de afhandeling.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assen laag.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"Dit is het eerste instrument dat me vertelt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ik júist niet te veel tijd in moet stoppen."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Voer de complexiteitstoets uit op twee eigen onderdelen: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"zwaar", één "licht".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*(25 minuten, individueel)*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5: het gesprek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 wil in twee weken bouwen.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 heeft acht minuten om hem bij de toets te brengen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hem af te vallen.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*(Rollenspel, tweetallen)*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onderdelen getoetst: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partnerpensioen bij samenloop — hoog op alle assen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correspondentieadres — laag op alle assen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Daans tweewekenplan klopte voor het ene. Niet voor het andere.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"DDD overal".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"DDD nergens".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waar de complexiteitstoets het aanwijst.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Voorbereidend op: domain, model en ubiquitous language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(iSAQB Advanced-module DDD, methodologisch gebied)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credit points voor CPSA-A · verzilverbaar alleen via erkende provider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nog open 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Willemijn, Saïda en Daan gebruiken hetzelfde woord — "dossier"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drie verschillende dingen.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Voordat er één bouwsteen gekozen wordt, moet die taal scherp.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 — de taalkaart: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loopt de taal van het Nabestaandenloket uiteen,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waar is dat het symptoom van een verborgen grens?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2026-08-16T19:17:58Z</dcterms:created>
  <dcterms:modified xsi:type="dcterms:W3CDTF">2026-08-16T19:17:58Z</dcterms:modified>
</cp:coreProperties>
</file>