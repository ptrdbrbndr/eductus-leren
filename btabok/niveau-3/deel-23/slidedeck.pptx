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architectuurpraktijk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23 — start van niveau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1: wat een architect moet kunnen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2: hoe je dat aanbiedt als dienst Niveau 3: hoe je een praktijk opbouwt en leidt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tot tien architecten, geen charter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praktijk als eigen entiteit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Rollen en een ontwikkelpad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praktijkcharter voor Wtp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Nieuwe casusfase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jaar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Mutatieplatform stabiel, licht governancemodel intact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Claudette: CITA-A gecertificeerd, Solution-spoor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staat voor de Wet toekomst pensioenen (Wtp)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grootste verandering in het bestaan van het bedrijf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Acht tot tien architecten, geen charter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"Bouw de architectuurpraktijk die we nodig hebben voor de Wtp-overgang."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CTO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lege 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2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23-1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"Sluit je gewoon aan" — deel 11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op praktijkniveau, niet op persoonsniveau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praktijk als eigen entiteit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Opdrachtblad naast praktijkcharter</a:t>
            </a:r>
            <a:endParaRPr lang="en-US" sz="2400" dirty="0"/>
          </a:p>
        </p:txBody>
      </p:sp>
      <p:pic>
        <p:nvPicPr>
          <p:cNvPr id="3" name="Image 0" descr="C:\Projecten\eductus-trainingen\BTABOK\figuren\figuur-2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23-2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verandert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Opdrachtblad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Praktijkcharter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 teams, 14 maanden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hele organisatie, geen einddatum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Exitcriteria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oplevering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— blijvend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onderscheid als deel 19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versus product — nu op de praktijk zelf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Van opdrachtblad naar praktijkcharter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organisatie · zes velden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Rollen en ontwikkelpad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praktijkladder</a:t>
            </a:r>
            <a:endParaRPr lang="en-US" sz="2400" dirty="0"/>
          </a:p>
        </p:txBody>
      </p:sp>
      <p:pic>
        <p:nvPicPr>
          <p:cNvPr id="3" name="Image 0" descr="C:\Projecten\eductus-trainingen\BTABOK\figuren\figuur-2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23-3 — vier treden, gekoppeld aan F/A/S/P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rollen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Certificering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Beginnend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Senior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Principal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cursus is zelf een praktijkladder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niveaus, oplopend in certificering — geen toeval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praktijkladder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vakgebied · concreet criterium per overgang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praktijkcharter voor Wtp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keuzemenu aan Bart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 (4 architecten): goedkoper, hoger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Groot (8-10): duurder, hogere dekkingsgraad (deel 16)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Bart kiest — het is een onderhandeling, geen eis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keuzemenu voor praktijkomvang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opties · prijs en risico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praktijkcharter als opdrachtblad op organisatieniveau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Project- versus productpraktijk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praktijkladder, gekoppeld aan F/A/S/P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opbouw van de praktijk voor de Wtp-overgang vervolgt.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2026-08-17T16:44:38Z</dcterms:created>
  <dcterms:modified xsi:type="dcterms:W3CDTF">2026-08-17T16:44:38Z</dcterms:modified>
</cp:coreProperties>
</file>