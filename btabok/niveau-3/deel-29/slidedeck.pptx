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Gedragscode voor senior architecten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29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vraag van de communicatieafdeling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canon, herhaald op het hoogste niveau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afwegingskader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Eerlijk zonder onnodig alarmerend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vraag van de communicatieafdeling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Planning naast dekkingsgraad</a:t>
            </a:r>
            <a:endParaRPr lang="en-US" sz="2400" dirty="0"/>
          </a:p>
        </p:txBody>
      </p:sp>
      <p:pic>
        <p:nvPicPr>
          <p:cNvPr id="3" name="Image 0" descr="C:\Projecten\eductus-trainingen\BTABOK\figuren\figuur-2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"Kun je het advies zo formuleren dat we niet meteen naar de raad hoeven met een probleem?"</a:t>
            </a:r>
            <a:endParaRPr lang="en-US" sz="2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feiten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op deze werkstroom: 72%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Streefwaarde: 90%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Externe communicatie al gepland richting deelnemers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De canon, herhaald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"Niet roekeloos of opzettelijk misleiden over wat is bereikt."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canon uit deel 1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Sterker naarmate het besluit groter en onomkeerbaarder 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Dezelfde regel — scherpere consequenties</a:t>
            </a:r>
            <a:endParaRPr lang="en-US" sz="1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Het afwegingskader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</a:t>
            </a:r>
            <a:endParaRPr lang="en-US" sz="2400" dirty="0"/>
          </a:p>
        </p:txBody>
      </p:sp>
      <p:pic>
        <p:nvPicPr>
          <p:cNvPr id="3" name="Image 0" descr="C:\Projecten\eductus-trainingen\BTABOK\figuren\figuur-2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29-3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Toegepast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Antwoord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 beslist, wat als onvolledig?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 raad, over een externe belofte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Wiens belang, wiens gemak?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gemak van communicatie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kost eerlijkheid nu vs. later?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ongemak nu, vs. een gebroken belofte later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Het afwegingskader toepassen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situatie · zou het kader tot een ander antwoord hebben geleid?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Eerlijk zonder alarmerend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versies van hetzelfde advies</a:t>
            </a:r>
            <a:endParaRPr lang="en-US" sz="2400" dirty="0"/>
          </a:p>
        </p:txBody>
      </p:sp>
      <p:pic>
        <p:nvPicPr>
          <p:cNvPr id="3" name="Image 0" descr="C:\Projecten\eductus-trainingen\BTABOK\figuren\figuur-29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29-4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"72%, onder onze streefwaarde van 90. Ik adviseer zes weken uitstel, in die tijd naar 85%, en dan communiceren."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Claudette's advies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alarmbericht zonder oplossing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gerustgestelde vaagheid zonder de kern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Herschrijven: eerlijk zonder alarmerend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Twee overdrijvingen, dan de balans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Wiens belang, wiens gemak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Het go/no-go-advies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groepen van 3-4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Probleem, kosten, weg vooruit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de raad besluit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weken uitstel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Dekkingsgraad stijgt naar 87%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mijlpaal wordt gehaald zoals nu daadwerkelijk aangekondigd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30 — De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complete board-dossier voor CITA-S/P, samengesteld en verdedigd. De afsluiting van de hele cursus.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2026-08-17T16:28:09Z</dcterms:created>
  <dcterms:modified xsi:type="dcterms:W3CDTF">2026-08-17T16:28:09Z</dcterms:modified>
</cp:coreProperties>
</file>