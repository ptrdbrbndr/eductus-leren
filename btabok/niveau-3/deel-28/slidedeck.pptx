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Risicobeheer en continuïteit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dagen onbereikbaar, midden in een incident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crisisprotocol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Beheersen versus oorzaak wegnemen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vervangingsplan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Twee dagen onbereikbaar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48 uur, niemand met mandaat</a:t>
            </a:r>
            <a:endParaRPr lang="en-US" sz="2400" dirty="0"/>
          </a:p>
        </p:txBody>
      </p:sp>
      <p:pic>
        <p:nvPicPr>
          <p:cNvPr id="3" name="Image 0" descr="C:\Projecten\eductus-trainingen\BTABOK\figuren\figuur-2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28-1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Ontdekt 3 weken voor een wettelijke deadline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het ongedekte deel van het risico (deel 16)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2 dagen onbereikbaar — geen vervanger, geen protocol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 tijd opgelost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onnodige vertraging — niet door complexiteit, door onduidelijk mandaat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Het crisisprotocol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velden</a:t>
            </a:r>
            <a:endParaRPr lang="en-US" sz="2400" dirty="0"/>
          </a:p>
        </p:txBody>
      </p:sp>
      <p:pic>
        <p:nvPicPr>
          <p:cNvPr id="3" name="Image 0" descr="C:\Projecten\eductus-trainingen\BTABOK\figuren\figuur-28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28-2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kaart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Triggercriteria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wanneer is dit een crisis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Informatieketen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wie, binnen welke 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Tijdelijk beslismandaat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beslist bij afwezigheid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Afsluitcriterium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wanneer is het voorbij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Het crisisprotocol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team · vier velden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Beheersen versus oorzaak wegnemen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reacties op dezelfde fout</a:t>
            </a:r>
            <a:endParaRPr lang="en-US" sz="2400" dirty="0"/>
          </a:p>
        </p:txBody>
      </p:sp>
      <p:pic>
        <p:nvPicPr>
          <p:cNvPr id="3" name="Image 0" descr="C:\Projecten\eductus-trainingen\BTABOK\figuren\figuur-28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28-3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incident is opgelost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onderliggende oorzaak blijft, tenzij je het risicoregister expliciet raadpleegt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Beheersen of wegnemen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incident · wat zou een terugkoppeling opleveren?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Het vervangingsplan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Legacytriage, nu op een persoon</a:t>
            </a:r>
            <a:endParaRPr lang="en-US" sz="2400" dirty="0"/>
          </a:p>
        </p:txBody>
      </p:sp>
      <p:pic>
        <p:nvPicPr>
          <p:cNvPr id="3" name="Image 0" descr="C:\Projecten\eductus-trainingen\BTABOK\figuren\figuur-28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28-4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eigen knelpunt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Enige houder van het volledige overzicht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velden: vervanger, toegang, kennisoverdracht, toetsmoment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ongetoetst plan is een document, geen voorziening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Het vervangingsplan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knelpunt identificeren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De geoefende test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Klein, laagdrempelig, geen echte crisis nodig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Zes maanden later: de geplande oefening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een dag "onbereikbaar"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Vervanger handelt een gesimuleerde crisis af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48 uur vertraging naar minder dan 3 uur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29 — Gedragscode voor senior architecten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Eerlijke rapportage versus politieke druk, op het hoogste niveau.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2026-08-17T16:44:38Z</dcterms:created>
  <dcterms:modified xsi:type="dcterms:W3CDTF">2026-08-17T16:44:38Z</dcterms:modified>
</cp:coreProperties>
</file>