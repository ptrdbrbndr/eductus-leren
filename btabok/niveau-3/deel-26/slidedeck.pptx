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Board-communicatie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eerste kwartaalrapportage aan de raad van bestuur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boodschap, drie onderbouwingen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Risico communiceren zonder techniek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onderliggende zorg beantwoorden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eerste kwartaalrapportage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40 slides, 10 minuten</a:t>
            </a:r>
            <a:endParaRPr lang="en-US" sz="2400" dirty="0"/>
          </a:p>
        </p:txBody>
      </p:sp>
      <p:pic>
        <p:nvPicPr>
          <p:cNvPr id="3" name="Image 0" descr="C:\Projecten\eductus-trainingen\BTABOK\figuren\figuur-2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26-1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"Als je bij slide vijf nog niet klaar bent met de kernboodschap, ben je de raad al kwijt."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Bart Hoekstra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Eén boodschap, drie onderbouwingen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structuur</a:t>
            </a:r>
            <a:endParaRPr lang="en-US" sz="2400" dirty="0"/>
          </a:p>
        </p:txBody>
      </p:sp>
      <p:pic>
        <p:nvPicPr>
          <p:cNvPr id="3" name="Image 0" descr="C:\Projecten\eductus-trainingen\BTABOK\figuren\figuur-26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26-2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Tien minuten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Onderdeel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Boodschap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Voortgang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2-3 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Risico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2-3 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de raad moet weten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2-3 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omgekeerde piramide van deel 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onder nog hogere druk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boardpresentatie in vijf slides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boodschap · drie onderbouwingen · elk één cijfer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Risico zonder techniek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dekkingsgraad, één getal</a:t>
            </a:r>
            <a:endParaRPr lang="en-US" sz="2400" dirty="0"/>
          </a:p>
        </p:txBody>
      </p:sp>
      <p:pic>
        <p:nvPicPr>
          <p:cNvPr id="3" name="Image 0" descr="C:\Projecten\eductus-trainingen\BTABOK\figuren\figuur-26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26-3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"32% nog niet expliciet afgedekt. Vergelijkbaar met een dekkingsgraad onder de streefwaarde — een signaal om nu bij te sturen, geen reden tot paniek."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getal eerst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betekenis in gewone taal. De techniek pas op verzoek.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Risico zonder techniek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Herschrijf een technische risicobeschrijving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De onderliggende zorg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"Kan het niet gewoon fout gaan met de berekening, zoals bij Mutatieplatform destijds?"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een bestuurslid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reacties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Fout: de technische onnauwkeurigheid corrigeren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Goed: de terechte zorg erkennen, uitleggen wat er is geleerd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De onderliggende zorg beantwoorden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vragen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Rollenspel: de vragenronde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groepen van 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Presenteren · twee onnauwkeurige, oprechte vragen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uitkomst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Presentatie: 8 minuten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vraag beantwoord met de onderliggende zorg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raad maakt budget vrij om de dekkingsgraad te verhogen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27 — Strategische breedte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Wtp als meerdere parallelle werkstromen — samenhang op portefeuilleniveau.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2026-08-17T16:41:13Z</dcterms:created>
  <dcterms:modified xsi:type="dcterms:W3CDTF">2026-08-17T16:41:13Z</dcterms:modified>
</cp:coreProperties>
</file>