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Strategische breedte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27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Vandaag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Vijf roadmaps, geen overzicht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portefeuillekaart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Afhankelijkheden vroeg herkennen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Prioriteren tussen werkstromen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Vijf roadmaps, geen overzicht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Een verborgen afhankelijkheid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371600" y="1280160"/>
            <a:ext cx="9418320" cy="4389120"/>
          </a:xfrm>
          <a:prstGeom prst="rect">
            <a:avLst/>
          </a:prstGeom>
          <a:solidFill>
            <a:srgbClr val="F4F2EC"/>
          </a:solidFill>
          <a:ln w="12700">
            <a:solidFill>
              <a:srgbClr val="DFDCD3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1554480" y="1280160"/>
            <a:ext cx="905256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27-1
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wordt toegevoegd bij de interactieve versie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Hetzelfde probleem als deel 12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Nu tussen complete programma's, niet tussen twee schermen</a:t>
            </a:r>
            <a:endParaRPr lang="en-US" sz="1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De portefeuillekaart</a:t>
            </a:r>
            <a:endParaRPr lang="en-US" sz="3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Vijf roadmaps, één tijdlijn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371600" y="1280160"/>
            <a:ext cx="9418320" cy="4389120"/>
          </a:xfrm>
          <a:prstGeom prst="rect">
            <a:avLst/>
          </a:prstGeom>
          <a:solidFill>
            <a:srgbClr val="F4F2EC"/>
          </a:solidFill>
          <a:ln w="12700">
            <a:solidFill>
              <a:srgbClr val="DFDCD3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1554480" y="1280160"/>
            <a:ext cx="905256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27-2 — afhankelijkheidspijlen
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wordt toegevoegd bij de interactieve versie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Geen nieuwe informatie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Eén extra laag — de pijlen ertussen</a:t>
            </a:r>
            <a:endParaRPr lang="en-US" sz="1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Bij Wtp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Zes afhankelijkheden gevonden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Vier daarvan nieuw aan het licht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Drie kwartalen eerder gezien dan op het moment zelf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1 — De portefeuillekaart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25 minuten, tweetallen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Drie werkstromen · minstens één afhankelijkheid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Afhankelijkheden vroeg herkennen</a:t>
            </a:r>
            <a:endParaRPr lang="en-US" sz="3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"Heeft dit item iets nodig van een andere werkstroom, en weet die werkstroom dat?"</a:t>
            </a:r>
            <a:endParaRPr lang="en-US" sz="2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tweede deel is net zo belangrijk als het eerste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onherkende afhankelijkheid sluimert tot het te laat is</a:t>
            </a:r>
            <a:endParaRPr lang="en-US" sz="1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2 — De afhankelijkheidsvraag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Drie initiatieven · geverifieerd, niet aangenomen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Prioriteren tussen werkstromen</a:t>
            </a:r>
            <a:endParaRPr lang="en-US" sz="3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Dezelfde schaarse capaciteit, twee aanvragen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371600" y="1280160"/>
            <a:ext cx="9418320" cy="4389120"/>
          </a:xfrm>
          <a:prstGeom prst="rect">
            <a:avLst/>
          </a:prstGeom>
          <a:solidFill>
            <a:srgbClr val="F4F2EC"/>
          </a:solidFill>
          <a:ln w="12700">
            <a:solidFill>
              <a:srgbClr val="DFDCD3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1554480" y="1280160"/>
            <a:ext cx="905256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27-4
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wordt toegevoegd bij de interactieve versie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kader, in volgorde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#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Vraag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Is een van de twee verplicht?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Welke beschermt tegen het grootste risico?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3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Welke levert het meeste rendement op?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Bij Wtp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"Toezichtrapportage": wettelijke deadline → verplicht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Voorrang boven "Herberekening" — voelt urgenter, is niet verplicht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Vastgelegd in het besluitenlogboek, motivering expliciet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3 — Prioriteren tussen werkstromen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Eigen schaarse resource · drie vragen in volgorde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4 — Het besluit vastleggen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groepen van 3-4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Besluitenlogboek-stijl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Niet vijf gezonde delen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gezond geheel — dat is strategische breedte</a:t>
            </a:r>
            <a:endParaRPr lang="en-US" sz="1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Niveau 3 vervolgt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Risicobeheer op praktijkschaal, gedragscode, en de CITA-S/P-capstone.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2026-08-17T11:48:26Z</dcterms:created>
  <dcterms:modified xsi:type="dcterms:W3CDTF">2026-08-17T11:48:26Z</dcterms:modified>
</cp:coreProperties>
</file>