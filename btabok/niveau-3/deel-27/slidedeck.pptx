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Strategische breedte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roadmaps, geen overzicht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portefeuillekaart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Afhankelijkheden vroeg herkennen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Prioriteren tussen werkstromen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Vijf roadmaps, geen overzicht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verborgen afhankelijkheid</a:t>
            </a:r>
            <a:endParaRPr lang="en-US" sz="2400" dirty="0"/>
          </a:p>
        </p:txBody>
      </p:sp>
      <p:pic>
        <p:nvPicPr>
          <p:cNvPr id="3" name="Image 0" descr="C:\Projecten\eductus-trainingen\BTABOK\figuren\figuur-27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27-1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Hetzelfde probleem als deel 12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tussen complete programma's, niet tussen twee schermen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De portefeuillekaart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roadmaps, één tijdlijn</a:t>
            </a:r>
            <a:endParaRPr lang="en-US" sz="2400" dirty="0"/>
          </a:p>
        </p:txBody>
      </p:sp>
      <p:pic>
        <p:nvPicPr>
          <p:cNvPr id="3" name="Image 0" descr="C:\Projecten\eductus-trainingen\BTABOK\figuren\figuur-27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27-2 — afhankelijkheidspijlen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nieuwe informatie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extra laag — de pijlen ertussen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 Wtp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Zes afhankelijkheden gevonden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daarvan nieuw aan het licht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kwartalen eerder gezien dan op het moment zelf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De portefeuillekaart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werkstromen · minstens één afhankelijkheid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Afhankelijkheden vroeg herkennen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"Heeft dit item iets nodig van een andere werkstroom, en weet die werkstroom dat?"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tweede deel is net zo belangrijk als het eerste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onherkende afhankelijkheid sluimert tot het te laat is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De afhankelijkheidsvraag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initiatieven · geverifieerd, niet aangenomen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Prioriteren tussen werkstromen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Dezelfde schaarse capaciteit, twee aanvragen</a:t>
            </a:r>
            <a:endParaRPr lang="en-US" sz="2400" dirty="0"/>
          </a:p>
        </p:txBody>
      </p:sp>
      <p:pic>
        <p:nvPicPr>
          <p:cNvPr id="3" name="Image 0" descr="C:\Projecten\eductus-trainingen\BTABOK\figuren\figuur-27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27-4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kader, in volgorde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#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Is een van de twee verplicht?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Welke beschermt tegen het grootste risico?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Welke levert het meeste rendement op?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 Wtp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"Toezichtrapportage": wettelijke deadline → verplicht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Voorrang boven "Herberekening" — voelt urgenter, is niet verplicht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Vastgelegd in het besluitenlogboek, motivering expliciet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Prioriteren tussen werkstromen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schaarse resource · drie vragen in volgorde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Het besluit vastleggen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Besluitenlogboek-stijl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vijf gezonde delen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gezond geheel — dat is strategische breedte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Niveau 3 vervolgt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Risicobeheer op praktijkschaal, gedragscode, en de CITA-S/P-capstone.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2026-08-17T16:47:15Z</dcterms:created>
  <dcterms:modified xsi:type="dcterms:W3CDTF">2026-08-17T16:47:15Z</dcterms:modified>
</cp:coreProperties>
</file>