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Mentoring en ontwikkeling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Vandaag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fout van een beginnend architect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mentorafspraak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Fouten als leermateriaal, op praktijkschaal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feedbackritme dat past bij de schaal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De fout van een beginnend architect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Bijna identiek, drie maanden ertussen</a:t>
            </a:r>
            <a:endParaRPr lang="en-US" sz="2400" dirty="0"/>
          </a:p>
        </p:txBody>
      </p:sp>
      <p:pic>
        <p:nvPicPr>
          <p:cNvPr id="3" name="Image 0" descr="C:\Projecten\eductus-trainingen\BTABOK\figuren\figuur-24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24-1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er echt gebeurde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introductietraject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Niemand vertelde over het besluitenlogboek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mentor toegewezen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Twee weken herbouw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Geen onzorgvuldigheid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ontbrekende structuur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De mentorafspraak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Vijf velden</a:t>
            </a:r>
            <a:endParaRPr lang="en-US" sz="2400" dirty="0"/>
          </a:p>
        </p:txBody>
      </p:sp>
      <p:pic>
        <p:nvPicPr>
          <p:cNvPr id="3" name="Image 0" descr="C:\Projecten\eductus-trainingen\BTABOK\figuren\figuur-24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24-2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kern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Veld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Mentor/mentee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Cadans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hoe vaak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Focus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welke competenties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Introductiepunten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eerste maand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Wat mag hier misgaan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veilige ruimte om te oefenen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De mentorafspraak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Vijf velden, inclusief "wat mag hier misgaan"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Fouten als leermateriaal</a:t>
            </a:r>
            <a:endParaRPr lang="en-US" sz="3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Afrekenend versus lerend</a:t>
            </a:r>
            <a:endParaRPr lang="en-US" sz="2400" dirty="0"/>
          </a:p>
        </p:txBody>
      </p:sp>
      <p:pic>
        <p:nvPicPr>
          <p:cNvPr id="3" name="Image 0" descr="C:\Projecten\eductus-trainingen\BTABOK\figuren\figuur-24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24-3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Claudette's keuze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Fout niet individueel besproken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Wel: een gezamenlijke sessie, zonder naam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Systeemfout totdat het tegendeel blijkt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Bij één architect: een probleem in één relatie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Bij acht tot tien: een systeemeigenschap</a:t>
            </a:r>
            <a:endParaRPr lang="en-US" sz="1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Systeemfout of persoonlijke tekortkoming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ervaring · wat had een systeemgerichte reactie opgeleverd?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Een feedbackritme op schaal</a:t>
            </a:r>
            <a:endParaRPr lang="en-US" sz="3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ritme-kalender</a:t>
            </a:r>
            <a:endParaRPr lang="en-US" sz="2400" dirty="0"/>
          </a:p>
        </p:txBody>
      </p:sp>
      <p:pic>
        <p:nvPicPr>
          <p:cNvPr id="3" name="Image 0" descr="C:\Projecten\eductus-trainingen\BTABOK\figuren\figuur-24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24-4 — gesynchroniseerd met het kwartaalritme uit deel 19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Niet elk mentorkoppel apart plannen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Eén gedeeld kwartaalmoment, geen aparte afspraak</a:t>
            </a:r>
            <a:endParaRPr lang="en-US" sz="1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Het feedbackritme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Aan welk bestaand ritme koppel je het?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Het introductietraject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groepen van 3-4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Vijf punten voor de eerste maand · gebeurt het consistent?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Terug naar de beginnend architect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Drie maanden later: eerste zelfstandige ontwerp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Besluitenlogboek geraadpleegd, patroon gevonden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Precies het groeicriterium uit de praktijkladder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25 — Community of practice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Acht tot tien architecten dreigen uiteen te groeien tot losse eilandjes.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2026-08-17T16:28:08Z</dcterms:created>
  <dcterms:modified xsi:type="dcterms:W3CDTF">2026-08-17T16:28:08Z</dcterms:modified>
</cp:coreProperties>
</file>