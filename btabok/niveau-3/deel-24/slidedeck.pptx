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Mentoring en ontwikkeling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van een beginnend architect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mentorafspraak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Fouten als leermateriaal, op praktijkschaal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feedbackritme dat past bij de schaal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fout van een beginnend architect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Bijna identiek, drie maanden ertussen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echt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introductietraject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vertelde over het besluitenlogboek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mentor toegewezen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weken herbouw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ontbrekende structuur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mentorafspraak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24-2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Mentor/mentee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vaak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Focus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competenties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Introductiepunten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eerste maand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hier misgaan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veilige ruimte om te oefenen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mentorafspraak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velden, inclusief "wat mag hier misgaan"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Fouten als leermateriaal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Afrekenend versus lerend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24-3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keuze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 niet individueel besproken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een gezamenlijke sessie, zonder naam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Systeemfout totdat het tegendeel blijkt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één architect: een probleem in één relatie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acht tot tien: een systeemeigenschap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Systeemfout of persoonlijke tekortkoming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ervaring · wat had een systeemgerichte reactie opgeleverd?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Een feedbackritme op schaal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ritme-kalender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24-4 — gesynchroniseerd met het kwartaalritme uit deel 19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elk mentorkoppel apart plannen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gedeeld kwartaalmoment, geen aparte afspraak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feedbackritme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 welk bestaand ritme koppel je het?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introductietraject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punten voor de eerste maand · gebeurt het consistent?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beginnend architect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maanden later: eerste zelfstandige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 geraadpleegd, patroon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groeicriterium uit de praktijkladder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 — Community of practice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 dreigen uiteen te groeien tot losse eilandjes.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2026-08-17T11:48:25Z</dcterms:created>
  <dcterms:modified xsi:type="dcterms:W3CDTF">2026-08-17T11:48:25Z</dcterms:modified>
</cp:coreProperties>
</file>