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board-dossier en de afsluitende verdediging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afsluiting van de hele cursus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uitnodiging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board-dossier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boardinterview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ene verhaal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verdediging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 besluit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uitnodiging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deel 1 tot hier</a:t>
            </a:r>
            <a:endParaRPr lang="en-US" sz="2400" dirty="0"/>
          </a:p>
        </p:txBody>
      </p:sp>
      <p:pic>
        <p:nvPicPr>
          <p:cNvPr id="3" name="Image 0" descr="C:\Projecten\eductus-trainingen\BTABOK\figuren\figuur-30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30-1 — de hele boog van dertig delen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"Drie jaar geleden kon je nauwelijks uitleggen waarvoor je aan tafel zat. Vandaag ga je uitleggen hoe je een praktijk van negen architecten hebt gebouwd."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board wil niet horen wat je allemaal hebt gedaan. Het wil weten of jij, over vijf jaar, hetzelfde nog steeds zou kunnen navertellen."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board-dossier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secties, elk met een brug</a:t>
            </a:r>
            <a:endParaRPr lang="en-US" sz="2400" dirty="0"/>
          </a:p>
        </p:txBody>
      </p:sp>
      <p:pic>
        <p:nvPicPr>
          <p:cNvPr id="3" name="Image 0" descr="C:\Projecten\eductus-trainingen\BTABOK\figuren\figuur-30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secties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Herkomst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praktijk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Samenhang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Overzicht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Weerbaarheid en integriteit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28-29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sectie krijgt een brugzin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het instrument waaruit het ooit is ontstaan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boardinterview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Breedte, geen diepte</a:t>
            </a:r>
            <a:endParaRPr lang="en-US" sz="2400" dirty="0"/>
          </a:p>
        </p:txBody>
      </p:sp>
      <p:pic>
        <p:nvPicPr>
          <p:cNvPr id="3" name="Image 0" descr="C:\Projecten\eductus-trainingen\BTABOK\figuren\figuur-30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30-3 — 5 pijlers × 5 bouwstukken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"U rapporteerde 72% dekkingsgraad en vroeg uitstel. Stel dat de raad had geweigerd, en de communicatie was toch doorgegaan. Wat had u gedaan?"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voorbeeldvraag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vraag met één correct antwoord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Getest: de reflex om terug te grijpen op het instrumentarium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Boardinterview-oefening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van de 8 vragen, elk 5 minuten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vragen springen door de hele cursus heen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ene verhaal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momenten, één rode draad</a:t>
            </a:r>
            <a:endParaRPr lang="en-US" sz="2400" dirty="0"/>
          </a:p>
        </p:txBody>
      </p:sp>
      <p:pic>
        <p:nvPicPr>
          <p:cNvPr id="3" name="Image 0" descr="C:\Projecten\eductus-trainingen\BTABOK\figuren\figuur-30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30-4 — deel 1, deel 11, deel 26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Eigen besluit → eigen dienst → een praktijk die blijft, ook zonder jou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rode draad van drie niveaus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"Dat er nu negen mensen zijn die weten waarvoor ik aan tafel zit — en die het ook nog navertellen als ik er niet ben."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Claudette, op de laatste vraag van het board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verdediging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58 minuten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Vragen springen kriskras door dertig delen heen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Klantreiskaart (deel 12) → prioriteringskader (deel 27) → dekkingsgraad-dilemma (deel 29)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Telkens hetzelfde kleine aantal onderliggende principes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Tot besluit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begon met iemand die niet kon uitleggen waarvoor ze aan tafel zat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eindigt met een praktijk die dat wél kan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de systemen die je bouwt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of de manier waarop je ze bouwt, overdraagbaar is aan wie na je komt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Einde van de cursus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1, 2 en 3 — dertig delen, één doorlopend verhaal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2026-08-17T16:47:15Z</dcterms:created>
  <dcterms:modified xsi:type="dcterms:W3CDTF">2026-08-17T16:47:15Z</dcterms:modified>
</cp:coreProperties>
</file>