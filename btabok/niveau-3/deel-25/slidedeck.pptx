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Community of practice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werkstromen, vijf talen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signalen van uiteenvallende 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kennisdelingsritme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lokaal mag blijven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werkstromen, vijf talen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eilanden</a:t>
            </a:r>
            <a:endParaRPr lang="en-US" sz="2400" dirty="0"/>
          </a:p>
        </p:txBody>
      </p:sp>
      <p:pic>
        <p:nvPicPr>
          <p:cNvPr id="3" name="Image 0" descr="C:\Projecten\eductus-trainingen\BTABOK\figuren\figuur-2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dagen kwijt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architect valt tijdelijk in bij een andere werkstroom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 haar twee dagen om te begrijpen hoe het besluitenlogboek daar werkt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fundamenteel anders — genoeg om te verwarren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signalen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vroege waarschuwingen</a:t>
            </a:r>
            <a:endParaRPr lang="en-US" sz="2400" dirty="0"/>
          </a:p>
        </p:txBody>
      </p:sp>
      <p:pic>
        <p:nvPicPr>
          <p:cNvPr id="3" name="Image 0" descr="C:\Projecten\eductus-trainingen\BTABOK\figuren\figuur-25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signalen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Instrumenten wijken af zonder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 verdwenen, niemand besloot dat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Jargon divergeert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"breukpunt" betekent twee dingen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kent elkaars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weet wat de ander opleverde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drie signalen herkennen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praktijk · welk signaal herken je?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kennisdelingsritme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twee weken, 30-45 minuten</a:t>
            </a:r>
            <a:endParaRPr lang="en-US" sz="2400" dirty="0"/>
          </a:p>
        </p:txBody>
      </p:sp>
      <p:pic>
        <p:nvPicPr>
          <p:cNvPr id="3" name="Image 0" descr="C:\Projecten\eductus-trainingen\BTABOK\figuren\figuur-2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25-3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werkstroom deelt iets geleerd of aangepast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Praktijkbreed, of alleen voor deze werkstroom?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 gaat naar het gedeelde besluitenlogboek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Binnen twee maanden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ontbrekende veld hersteld. Eén betekenis voor "breukpunt."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Het kennisdelingsritme ontwerpen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Frequentie · duur · vorm · slotvraag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Wat lokaal mag blijven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afwijking</a:t>
            </a:r>
            <a:endParaRPr lang="en-US" sz="2400" dirty="0"/>
          </a:p>
        </p:txBody>
      </p:sp>
      <p:pic>
        <p:nvPicPr>
          <p:cNvPr id="3" name="Image 0" descr="C:\Projecten\eductus-trainingen\BTABOK\figuren\figuur-25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Corrigeren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Lokaal legitiem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Raakt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 aanvulling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ontbrekend 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extra view voor één werkstroom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logica als de patroonkaart (deel 17)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"Wanneer het niet past" is geen fout — het is een grens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Praktijkbreed of lokaal legitiem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invalproef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lang tot iemand van buiten operationeel is?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effect na twee maanden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invaller: binnen een halve dag operationeel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Was eerder twee dagen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Gedeeld jargon, gedeeld instrument, gedocumenteerde uitzondering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26 — Board-communicatie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leg je Wtp uit aan een raad van bestuur zonder technische achtergrond?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2026-08-17T16:47:14Z</dcterms:created>
  <dcterms:modified xsi:type="dcterms:W3CDTF">2026-08-17T16:47:14Z</dcterms:modified>
</cp:coreProperties>
</file>