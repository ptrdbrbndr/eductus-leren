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Design II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7 — architectuurbeschrijving en besluitvorming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Vanmorgen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archief dat er niet 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Waarom dit gebeurt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Architectuurbeschrijving: voor wie schrijf je?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besluitenlogboog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Traceerbaarheid door de levenscyclus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Claudette nu doet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Het archief dat er niet is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"Waarom is drie jaar geleden gekozen voor puntsgewijze integratie?"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een nieuwe collega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tijdlijn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7-1 — het besluit, de vertrokken medewerkers, het gebrek aan spoor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Claudette vindt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document. Geen notulen-item.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twee betrokkenen: allebei vertrokken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"Ik dacht dat het met tijdsdruk te maken had, maar ik weet het niet zeker"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Dit patroon herhaalt zich bij vrijwel elk besluit van de afgelopen drie jaar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Observatie O6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geen enkel besluit is vastgelegd waarom het genomen is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Waarom dit gebeurt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link met deel 4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afrekenende cultuur: fouten → schuldige zoeken, niet oorzaak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Vastleggen laat een spoor achter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spoor kan later tegen je gebruikt worden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Niet-vastleggen is dan geen luiheid — het is zelfbescherming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Dit is de eerste observatie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niet van Claudette alleen is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Architectuurbeschrijving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"Verschillende lezers hebben verschillende vragen. Eén document voor iedereen bedient niemand goed."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views, één besluit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7-2 — bestuurlijk, functioneel, technisch, met wat wél en niet is opgenomen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View en viewpoint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View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Voor wie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níet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Bestuurlijk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directie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technische termen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Functioneel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proceseigenaren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implementatiedetails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Technisch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ontwikkelaars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bestuurlijke overwegingen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Eén technisch document "ook" naar de directie sturen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geen bestuurlijke view — het is een verkeerd geadresseerde envelop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Drie views van één besluit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koppelvlak-besluit · max. vier zinnen per view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Het besluitenlogboek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velden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7-3 — context, alternatieven, besluit, motivering, heroverwegingsmoment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veld dat het verschil maakt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 · alternatieven · besluit · motivering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zou dit besluit heroverwegen?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dat veld: een archief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Mét dat veld: een kerkhof wordt een werkend instrument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Je eigen besluitenlogboek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Requirement en scope uit deel 6 · alle vijf velden invullen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Zou dit over twee jaar nog bruikbaar zijn?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Traceerbaarheid door de levenscyclus</a:t>
            </a:r>
            <a:endParaRPr 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keten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7-4 — requirement → alternatieven → besluit → oplevering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Traceerbaarheid is geen document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is een eigenschap van hoe documenten aan elkaar hangen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Waarom leggen we het niet vast?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groepen van 3-4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eigen voorbeelden · zat er gevoeligheid achter?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6. Wat Claudette nu doet</a:t>
            </a:r>
            <a:endParaRPr lang="en-US"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stappen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huidige besluit vastleggen — vijf velden, op het moment zelf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logboek voorstellen als vaste gewoonte, geen apart proces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Reconstructie van het koppelvlak — niet voor de schuldvraag, wel voor het vijfde veld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5 — Het voorstel zelf schrijven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Omgekeerde piramide uit deel 5 · rekening houdend met de weerstand uit opdracht 3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O6 gesloten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vaste, korte vorm — geen apart proces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Alternatieven bewaard, niet alleen de uitkomst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heroverwegingsmoment expliciet benoemd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is nu gesloten — deel 6 en 7 samen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8 — Quality Attributes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Beschikbaarheid, beveiliging en beheersbaarheid komen pas in productie boven water. Dat wordt O7.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2026-08-17T11:48:19Z</dcterms:created>
  <dcterms:modified xsi:type="dcterms:W3CDTF">2026-08-17T11:48:19Z</dcterms:modified>
</cp:coreProperties>
</file>