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Human Dynamics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5 — invloed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eenentwintig pagina's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Schrijven: de omgekeerde piramide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Presenteren voor wie geen tijd heeft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Onderhandelen is niet toegeven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Leiderschap zonder mandaat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document herschreven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eenentwintig pagina's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opbouw van het origineel</a:t>
            </a:r>
            <a:endParaRPr lang="en-US" sz="2400" dirty="0"/>
          </a:p>
        </p:txBody>
      </p:sp>
      <p:pic>
        <p:nvPicPr>
          <p:cNvPr id="3" name="Image 0" descr="C:\Projecten\eductus-trainingen\BTABOK\figuren\figuur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5-1 — inleiding, context, alternatieven... conclusie op pagina 19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slecht geschreven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Verkeerd geordend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Documenten worden niet gelezen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Mondeling komt het niet aan bij niet-technische luisteraars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volgorde van onderzoek ≠ de volgorde van lezen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omgekeerde piramide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Kop, kern, onderbouwing, bijlage</a:t>
            </a:r>
            <a:endParaRPr lang="en-US" sz="2400" dirty="0"/>
          </a:p>
        </p:txBody>
      </p:sp>
      <p:pic>
        <p:nvPicPr>
          <p:cNvPr id="3" name="Image 0" descr="C:\Projecten\eductus-trainingen\BTABOK\figuren\figuur-5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5-2 — piramide naast Claudette's originele opbouw als spiegelbeeld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lagen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erin staat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conclusie + gevraagd besluit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drie redenen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Onderbouwing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analyse, cijfers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Bijlage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volledig onderzoek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Knip de eerste alinea eraf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Staat de conclusie erin?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Herschrijf je document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Kop · kern · markeer wat naar de bijlage verhuist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Vergelijk de lengte met het origineel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Presenteren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regels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Eerste zin is de conclusie, niet de aanleiding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technisch begrip per keer — alleen als het besluit ervan afhangt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Afsluiting herhaalt het besluit, geen samenvatting van alles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Onderhandelen is niet toegeven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tegenovergestelde fouten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Fout 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Fout 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Star vasthouden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 snel toegeven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Voelt integer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Voelt behulpzaam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 eigenlijk: geen onderhandelvaardigheid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 eigenlijk: functie overbodig maken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is de kern?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de vorm?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onderhandelruimte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Vooraf bepalen: wat is niet onderhandelbaar (kern)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wel onderhandelbaar (vorm)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zou je zelf voorstellen als het andere doel net zo zwaar woog?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laatste punt is waar de meeste voorbereiding stopt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Kern of vorm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 · wat is niet onderhandelbaar, wat wel?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Leiderschap zonder mandaat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Niemand is verplicht je te volgen</a:t>
            </a:r>
            <a:endParaRPr lang="en-US" sz="3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bronnen van invloed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Opbouw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Kwetsbaarheid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Vertrouwen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consistent, fouten toegeven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langzaam op, snel kapot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Zichtbaar voordeel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maakt andermans werk makkelijker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verdwijnt met het voordeel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Overtuiging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beste argument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verslaat een beter argument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Voor de meeste mensen weegt vertrouwen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zwaarder dan het beste argument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Wie volgt jou, en waarom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welke bron steunt die invloed? · Bij wie moet jij het nog opbouwen?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Het document herschreven</a:t>
            </a:r>
            <a:endParaRPr lang="en-US" sz="3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pagina's plus bijlage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Pagina 1: voorstel, kern van de onderbouwing, gevraagd besluit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Pagina 2: drie redenen, elk met een cijfer uit deel 3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Bijlage: de volledige 21 pagina's, ongewijzigd — ze verhuizen, ze verdwijnen niet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directielid leest nu ook de bijlage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Omdat hij het zelf wilde, niet omdat het moest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O5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Niets veranderd aan het onderzoek — alles aan de volgorde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Conclusie eerst, detail later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Kern en vorm onderscheiden vóór het gesprek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Invloed via vertrouwen opgebouwd, niet alleen via argumenten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Human Dynamics is nu gesloten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pijler die in deel 1 de telling won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6 — Design I: requirements en scope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je een probleem afbakent voordat je het oplost.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2026-08-17T16:47:10Z</dcterms:created>
  <dcterms:modified xsi:type="dcterms:W3CDTF">2026-08-17T16:47:10Z</dcterms:modified>
</cp:coreProperties>
</file>