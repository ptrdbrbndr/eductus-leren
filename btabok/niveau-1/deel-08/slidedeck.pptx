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Quality Attributes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Ductus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Vanmorgen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piekbelasting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Waarom dit systematisch misgaat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vijf clusters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Van bijvoeglijk naamwoord naar getal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Je kunt niet alles maximaliseren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Kwaliteitsattributen als onderhandelingsinstrument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kwaliteitsprofiel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1. De piekbelasting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Responstijd tijdens de campagneweek</a:t>
            </a:r>
            <a:endParaRPr lang="en-US" sz="2400" dirty="0"/>
          </a:p>
        </p:txBody>
      </p:sp>
      <p:pic>
        <p:nvPicPr>
          <p:cNvPr id="3" name="Image 0" descr="C:\Projecten\eductus-trainingen\BTABOK\figuren\figuur-8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8-1 — vlakke lijn, schiet omhoog op dag 2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Wat er gebeurde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Simulatie: 2 seconden in test → 40 seconden in productie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Aanvragen lopen vast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Klantenservice: deelnemers denken hun gegevens zijn kwijt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Niemand had ooit een getal vastgelegd voor gelijktijdige gebruikers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Observatie O7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Kwaliteitseisen komen pas in productie boven water — meestal als incident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2. Waarom dit systematisch misgaat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blinde vlek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6: uitstekende functionele requirement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Niets over hoeveel, hoe snel, hoe veilig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Niemand vraagt spontaan "hoe snel moet dit zijn?"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Tenzij iemand die vraag actief stelt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3. De vijf clusters</a:t>
            </a:r>
            <a:endParaRPr lang="en-US" sz="3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Vijf clusters</a:t>
            </a:r>
            <a:endParaRPr lang="en-US" sz="2400" dirty="0"/>
          </a:p>
        </p:txBody>
      </p:sp>
      <p:pic>
        <p:nvPicPr>
          <p:cNvPr id="3" name="Image 0" descr="C:\Projecten\eductus-trainingen\BTABOK\figuren\figuur-8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8-2 — schijf met kernvragen per cluster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Kernvragen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Cluster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Kernvraag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Prestatie/beschikbaarheid/schaalbaarheid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hoe snel, hoe vaak, hoeveel tegelijk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Beveiliging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wie mag wat, hoe weet je het zeker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Beheersbaarheid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hoe makkelijk te wijzigen en beheren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Bruikbaarheid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is het te gebruiken door wie het moet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Levering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hoe komt het live, wat dan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4. Van bijvoeglijk naamwoord naar getal</a:t>
            </a:r>
            <a:endParaRPr lang="en-US" sz="3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Een kwaliteitsattribuut zonder getal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is geen eis maar een sfeerbeeld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Sfeerbeeld vs. getal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Sfeerbeeld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Getal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"Moet snel zijn"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90% binnen 2 sec, bij 1.000 gebruikers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"Moet veilig zijn"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geen ongeautoriseerde toegang, jaarlijkse pentest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Een sfeerbeeld kan nooit falen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Niemand kan zeggen wanneer het niet meer waar is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getal wel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vervolgvraag is net zo belangrijk als het getal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1 — Sfeerbeeld naar getal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minuten, individueel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Zes zinnen herschrijven · elk met de vervolgvraag die het getal oproept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5. Je kunt niet alles maximaliseren</a:t>
            </a:r>
            <a:endParaRPr lang="en-US" sz="3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spanningsdriehoek</a:t>
            </a:r>
            <a:endParaRPr lang="en-US" sz="2400" dirty="0"/>
          </a:p>
        </p:txBody>
      </p:sp>
      <p:pic>
        <p:nvPicPr>
          <p:cNvPr id="3" name="Image 0" descr="C:\Projecten\eductus-trainingen\BTABOK\figuren\figuur-8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8-4 — snelheid, beveiliging, beheersbaarheid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Drie bekende spanningen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Snelheid vs. beveiliging — elke verificatiestap kost tijd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Flexibiliteit vs. beheersbaarheid — meer bewegende delen, meer risico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Beschikbaarheid vs. kosten — elke negen achter de komma kost onevenredig meer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vraag is nooit "wat is het beste niveau"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Maar "welk niveau past bij dit systeem"</a:t>
            </a:r>
            <a:endParaRPr lang="en-US" sz="1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3 — De spanningsdriehoek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minuten, tweetallen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Vier situaties · welke twee attributen botsen, wat adviseer je?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6. Onderhandelingsinstrument</a:t>
            </a:r>
            <a:endParaRPr lang="en-US" sz="3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Geen dictaat.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keuzemenu.</a:t>
            </a:r>
            <a:endParaRPr lang="en-US" sz="1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463040"/>
            <a:ext cx="73152" cy="3474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1463040"/>
            <a:ext cx="9418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"99,5% beschikbaarheid kost X. 99,9% kost 3X vanwege de redundantie. Welke past bij hoe kritisch dit is?"</a:t>
            </a:r>
            <a:endParaRPr lang="en-US" sz="2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link met deel 3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Hogere beschikbaarheid = meestal een beschermende investering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Verdient zichzelf niet terug in de gewone zin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Dezelfde denkfout duikt hier opnieuw op — nu bij kwaliteitsattributen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7. Het kwaliteitsprofiel</a:t>
            </a:r>
            <a:endParaRPr lang="en-US" sz="3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Vijf clusters, vier kolommen</a:t>
            </a:r>
            <a:endParaRPr lang="en-US" sz="2400" dirty="0"/>
          </a:p>
        </p:txBody>
      </p:sp>
      <p:pic>
        <p:nvPicPr>
          <p:cNvPr id="3" name="Image 0" descr="C:\Projecten\eductus-trainingen\BTABOK\figuren\figuur-8-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8-5 — doel, getal, wat wordt opgeofferd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4 — Je eigen kwaliteitsprofiel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 minuten, individueel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Vijf clusters · doel · getal · wat offer je op?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Terug naar de campagne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Schaalbaarheid: expliciet getal, 2.000 gebruikers, met wachtrij erboven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Kosten uitgelegd als keuzemenu, niet als dictaat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directeur Uitvoering kiest — met de cijfers van de storing in de hand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O7 gesloten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Getal vóór de bouw, geen sfeerbeeld achteraf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Spanning tussen attributen expliciet gemaakt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Kwaliteitsniveau onderhandeld, niet opgelegd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Zes van de zeven observaties nu gesloten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Volgende keer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9 — IT Environment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Geen nieuwe observatie. Het fundament voor hoe dit alles verankerd wordt.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2026-08-17T16:44:36Z</dcterms:created>
  <dcterms:modified xsi:type="dcterms:W3CDTF">2026-08-17T16:44:36Z</dcterms:modified>
</cp:coreProperties>
</file>