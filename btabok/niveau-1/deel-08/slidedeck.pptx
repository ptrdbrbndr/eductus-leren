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Quality Attributes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piekbelasting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systematisch misgaat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clusters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bijvoeglijk naamwoord naar getal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kunt niet alles maximaliseren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Kwaliteitsattributen als onderhandelingsinstrument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kwaliteitsprofiel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piekbelasting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Responstijd tijdens de campagneweek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8-1 — vlakke lijn, schiet omhoog op dag 2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Simulatie: 2 seconden in test → 40 seconden in productie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Aanvragen lopen vast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Klantenservice: deelnemers denken hun gegevens zijn kwijt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had ooit een getal vastgelegd voor gelijktijdige gebruikers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Kwaliteitseisen komen pas in productie boven water — meestal als incident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systematisch misgaat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blinde vlek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6: uitstekende functionele requirement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Niets over hoeveel, hoe snel, hoe veilig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vraagt spontaan "hoe snel moet dit zijn?"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iemand die vraag actief stelt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vijf clusters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8-2 — schijf met kernvragen per cluster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Kernvragen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Prestatie/beschikbaarheid/schaalbaarheid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snel, hoe vaak, hoeveel tegelijk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Beveiliging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mag wat, hoe weet je het zeker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Beheersbaarheid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makkelijk te wijzigen en beheren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Bruikbaarheid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het te gebruiken door wie het moet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Levering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komt het live, wat dan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Van bijvoeglijk naamwoord naar getal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kwaliteitsattribuut zonder getal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eis maar een sfeerbeeld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Sfeerbeeld vs. getal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Sfeerbeeld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Getal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snel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90% binnen 2 sec, bij 1.000 gebruikers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"Moet veilig zijn"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ongeautoriseerde toegang, jaarlijkse pentest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sfeerbeeld kan nooit falen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kan zeggen wanneer het niet meer waar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getal wel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vervolgvraag is net zo belangrijk als het getal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Sfeerbeeld naar getal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zinnen herschrijven · elk met de vervolgvraag die het getal oproept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Je kunt niet alles maximaliseren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spanningsdriehoek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8-4 — snelheid, beveiliging, beheersbaarheid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bekende spanningen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Snelheid vs. beveiliging — elke verificatiestap kost 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Flexibiliteit vs. beheersbaarheid — meer bewegende delen, meer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vs. kosten — elke negen achter de komma kost onevenredig meer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vraag is nooit "wat is het beste niveau"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"welk niveau past bij dit systeem"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spanningsdriehoek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twee attributen botsen, wat adviseer je?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Onderhandelingsinstrument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dictaat.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keuzemenu.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"99,5% beschikbaarheid kost X. 99,9% kost 3X vanwege de redundantie. Welke past bij hoe kritisch dit is?"</a:t>
            </a:r>
            <a:endParaRPr lang="en-US" sz="2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Hogere beschikbaarheid = meestal een beschermende investering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Verdient zichzelf niet terug in de gewone zin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denkfout duikt hier opnieuw op — nu bij kwaliteitsattributen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kwaliteitsprofiel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clusters, vier kolommen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8-5 — doel, getal, wat wordt opgeofferd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kwaliteitsprofiel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clusters · doel · getal · wat offer je op?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de campagne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Schaalbaarheid: expliciet getal, 2.000 gebruikers, met wachtrij erboven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uitgelegd als keuzemenu, niet als dictaat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directeur Uitvoering kiest — met de cijfers van de storing in de hand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O7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Getal vóór de bouw, geen sfeerbeeld achteraf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Spanning tussen attributen expliciet gemaakt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Kwaliteitsniveau onderhandeld, niet opgelegd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van de zeven observaties nu gesloten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 — IT Environment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nieuwe observatie. Het fundament voor hoe dit alles verankerd wordt.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2026-08-17T11:48:19Z</dcterms:created>
  <dcterms:modified xsi:type="dcterms:W3CDTF">2026-08-17T11:48:19Z</dcterms:modified>
</cp:coreProperties>
</file>