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IT Environment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nieuwe kans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Legacy is de normale toestand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legacytriage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Governance: kaders versus ontwerp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Kennismanagement: het levend archief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due diligence afgerond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nieuwe kans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nieuw fonds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Consolidatietrend uit deel 2, nu concreet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Vraag: kan Meridiaan dit erbij hebben?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Claudette's eerste stap: een lijst, gesorteerd op leeftijd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lijst</a:t>
            </a:r>
            <a:endParaRPr lang="en-US" sz="2400" dirty="0"/>
          </a:p>
        </p:txBody>
      </p:sp>
      <p:pic>
        <p:nvPicPr>
          <p:cNvPr id="3" name="Image 0" descr="C:\Projecten\eductus-trainingen\BTABOK\figuren\figuur-9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9-1 — systemen op leeftijd gesorteerd, 22 jaar naar 2 jaar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"Het oudste systeem op je lijst is onze polisadministratie. Niemand maakt zich daar zorgen over. Waarom staat die dan bovenaan?"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directeur Uitvoering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Legacy is de normale toestand</a:t>
            </a:r>
            <a:endParaRPr lang="en-US" sz="3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Leeftijd is geen risicomaat</a:t>
            </a:r>
            <a:endParaRPr lang="en-US" sz="3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echte assen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gezondheid — kan het nog veilig gewijzigd worden?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Bedrijfskriticaliteit — wat gebeurt er als het uitvalt?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Niet: hoe oud is het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De legacytriage</a:t>
            </a:r>
            <a:endParaRPr lang="en-US" sz="3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Vier kwadranten</a:t>
            </a:r>
            <a:endParaRPr lang="en-US" sz="2400" dirty="0"/>
          </a:p>
        </p:txBody>
      </p:sp>
      <p:pic>
        <p:nvPicPr>
          <p:cNvPr id="3" name="Image 0" descr="C:\Projecten\eductus-trainingen\BTABOK\figuren\figuur-9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9-3 — gezondheid × kriticaliteit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Actie per kwadrant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Kriticaliteit laag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Kriticaliteit hoog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Gezondheid goed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met rust laten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bewaken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Gezondheid slecht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uitfaseren wanneer mogelijk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prioritair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uitkomst bij Meridiaan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Polisadministratie (22 jaar): gezondheid goed, kriticaliteit hoog → met rust laten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koppelvlak van 5 jaar oud: extern gebouwd, documentatie in één hoofd, dat hoofd vertrokken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Jong in leeftijd. Slecht in gezondheid. Dát is het risico.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legacytriage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Minimaal 8 systemen · welk systeem stond hoger of lager dan verwacht?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Kaders versus ontwerp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onderscheid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Kaders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Ontwerp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Voorbeeld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"elk koppelvlak: hetzelfde patroon"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"dit koppelvlak: zo gebouwd"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gremium, vooraf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het projectteam, tijdens de bouw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Gremium ontwerpt mee → vertraging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Niemand stelt kaders → elk team vindt het wiel opnieuw uit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Kaders of ontwerp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uitspraken · herschrijf waar nodig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Kennismanagement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besluitenlogboek uit deel 7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 zoekt het besluit over het koppelvlakpatroon op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Vindt het — inclusief het vijfde veld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"Zodra we een derde fonds aansluiten via hetzelfde patroon"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moment is nu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Niet vastleggen voor de vorm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Vastleggen omdat het je op een dag redt</a:t>
            </a:r>
            <a:endParaRPr lang="en-US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Je eigen logboek raadplegen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Is het vijfde veld specifiek genoeg om te herkennen wanneer het moment daar is?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De due diligence afgerond</a:t>
            </a:r>
            <a:endParaRPr lang="en-US" sz="3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rapport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lijst op leeftijd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kwadranten, twee systemen prioritair — om redenen los van leeftijd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Bestaand kaderbesluit teruggevonden, heroverwegingsmoment bereikt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Gremium stelt het kader vast, projectteam ontwerpt de uitvoering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heeft opgeleverd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Legacy: een diagnose, geen gevoel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Governance: een werkbaar onderscheid, niet de spanning uit deel 1 opgelost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Het besluitenlogboek: bewezen op een echt besluit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10 — Examentraining CITA-F en capstone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Alle zeven observaties komen samen.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2026-08-17T16:44:36Z</dcterms:created>
  <dcterms:modified xsi:type="dcterms:W3CDTF">2026-08-17T16:44:36Z</dcterms:modified>
</cp:coreProperties>
</file>