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IT Environment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kans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 is de normale toestand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legacytriage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kaders versus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Kennismanagement: het levend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due diligence afgerond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kans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nieuw fonds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Consolidatietrend uit deel 2, nu concreet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Vraag: kan Meridiaan dit erbij hebben?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lijst, gesorteerd op leeftijd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9-1 — systemen op leeftijd gesorteerd, 22 jaar naar 2 jaar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oudste systeem op je lijst is onze polisadministratie. Niemand maakt zich daar zorgen over. Waarom staat die dan bovenaan?"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directeur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Legacy is de normale toestand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Leeftijd is geen risicomaat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echte 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gezondheid — kan het nog veilig gewijzigd worden?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Bedrijfskriticaliteit — wat gebeurt er als het uitvalt?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hoe oud is het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legacytriage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400" dirty="0"/>
          </a:p>
        </p:txBody>
      </p:sp>
      <p:pic>
        <p:nvPicPr>
          <p:cNvPr id="3" name="Image 0" descr="C:\Projecten\eductus-trainingen\BTABOK\figuren\figuur-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9-3 — gezondheid × kriticaliteit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Actie per kwadrant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 rust laten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bewaken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slecht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uitfaseren wanneer mogelijk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prioritair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 bij Meridiaan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Polisadministratie (22 jaar): gezondheid goed, kriticaliteit hoog → met rust laten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koppelvlak van 5 jaar oud: extern gebouwd, documentatie in één hoofd, dat hoofd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Jong in leeftijd. Slecht in gezondheid. Dát is het risico.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legacytriage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8 systemen · welk systeem stond hoger of lager dan verwacht?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Kaders versus ontwerp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"elk koppelvlak: hetzelfde patroon"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"dit koppelvlak: zo gebouwd"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gremium, vooraf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projectteam, tijdens de 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Gremium ontwerpt mee → vertraging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stelt kaders → elk team vindt het wiel opnieuw uit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Kaders of ontwerp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uitspraken · herschrijf waar nodig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Kennismanagement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besluitenlogboek uit deel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zoekt het besluit over het koppelvlakpatroon op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Vindt het — inclusief het vijfde 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"Zodra we een derde fonds aansluiten via hetzelfde patroon"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moment is nu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vastleggen voor de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omdat het je op een dag redt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logboek raadplegen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het vijfde veld specifiek genoeg om te herkennen wanneer het moment daar is?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due diligence afgerond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rapport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lijst op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kwadranten, twee systemen prioritair — om redenen los van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 kaderbesluit teruggevonden, heroverwegingsmoment bereikt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Gremium stelt het kader vast, projectteam ontwerpt de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Legacy: een diagnose, geen gevoel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een werkbaar onderscheid, niet de spanning uit deel 1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besluitenlogboek: bewezen op een echt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Examentraining CITA-F en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zeven observaties komen samen.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2026-08-17T16:28:06Z</dcterms:created>
  <dcterms:modified xsi:type="dcterms:W3CDTF">2026-08-17T16:28:06Z</dcterms:modified>
</cp:coreProperties>
</file>