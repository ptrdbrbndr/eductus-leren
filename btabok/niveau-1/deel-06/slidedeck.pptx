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Design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6 — requirements en scope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Vanmorgen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nieuwe opdracht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 of oplossing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Scope en context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Decompositie en hergebruik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Ontwerpmethoden kiezen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Terug naar de opdracht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De nieuwe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Deelnemers laten zien wat hun pensioenkeuze betekent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Claudette's eerste stap: een lijst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Zesendertig punten binnen een uur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lijst</a:t>
            </a:r>
            <a:endParaRPr lang="en-US" sz="2400" dirty="0"/>
          </a:p>
        </p:txBody>
      </p:sp>
      <p:pic>
        <p:nvPicPr>
          <p:cNvPr id="3" name="Image 0" descr="C:\Projecten\eductus-trainingen\BTABOK\figuren\figuur-6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6-1 — 36 punten, ongesorteerd, techniek/wens/eis door elkaar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97280" y="1463040"/>
            <a:ext cx="73152" cy="3474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463040" y="1463040"/>
            <a:ext cx="94183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i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"Wat moet dit systeem eigenlijk kunnen dat het huidige portaal niet kan?"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463040" y="5120640"/>
            <a:ext cx="9418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— de projectmanager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Ze kon het niet in één zin beantwoorden</a:t>
            </a:r>
            <a:endParaRPr lang="en-US" sz="3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Requirement of oplossing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Het onderscheid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Requirement: wat het systeem moet bereiken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Oplossing: hoe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"Moet een grafiek tonen" — dat is een oplossing die zich voordoet als requirement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waarom-toets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3688080"/>
                <a:gridCol w="3688080"/>
                <a:gridCol w="36880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er stond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Waarom → Waarom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Echte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"Grafiek tonen"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ziet effect → weloverwogen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deelnemer kan gevolgen beoordelen vóór de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Zodra de echte requirement op tafel ligt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Ontstaat er ruimte voor meerdere oplossingen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De waarom-toets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Zes requirementspunten · vraag "waarom" tot je bij een gebruikersbehoefte uitkomt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Scope en context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lagen</a:t>
            </a:r>
            <a:endParaRPr lang="en-US" sz="2400" dirty="0"/>
          </a:p>
        </p:txBody>
      </p:sp>
      <p:pic>
        <p:nvPicPr>
          <p:cNvPr id="3" name="Image 0" descr="C:\Projecten\eductus-trainingen\BTABOK\figuren\figuur-6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6-3 — binnen scope, buiten scope/geraakt, expliciet buiten scope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laag die het vaakst ontbreekt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Binnen scope: wat het systeem zelf doet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Buiten scope, geraakt: waarmee het uitwisselt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Expliciet buiten scope: bewust uitgesloten, mét reden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die derde laag: geen afbakening, een wensenlijst met een losse rand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Je eigen scopediagram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lagen invullen voor een eigen systeem · teken het diagram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Decompositie en hergebruik</a:t>
            </a:r>
            <a:endParaRPr lang="en-US" sz="3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Decomponeer langs de lijnen waarlangs dingen apart veranderen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langs hoe ze toevallig gebouwd zijn</a:t>
            </a:r>
            <a:endParaRPr lang="en-US" sz="1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decomposities</a:t>
            </a:r>
            <a:endParaRPr lang="en-US" sz="2400" dirty="0"/>
          </a:p>
        </p:txBody>
      </p:sp>
      <p:pic>
        <p:nvPicPr>
          <p:cNvPr id="3" name="Image 0" descr="C:\Projecten\eductus-trainingen\BTABOK\figuren\figuur-6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6-4 — technische laag (breekt bij wetswijziging) vs. veranderreden (blijft stabiel)</a:t>
            </a:r>
            <a:endParaRPr lang="en-US" sz="13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Bij de simulatievoorziening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Rekenmodel wijzigt door wetgeving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Presentatie wijzigt door gebruikerswensen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Scheid ze langs die lijn — niet langs "rekenmodule / grafiekmodule"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Decomponeren langs veranderreden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Technische opdeling vs. opdeling langs veranderreden · waar wijken ze af?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Ontwerpmethoden kiezen</a:t>
            </a:r>
            <a:endParaRPr lang="en-US" sz="3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situaties</a:t>
            </a:r>
            <a:endParaRPr lang="en-US" sz="26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Aanpak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begrepen, oplossing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verken eerst alternatieven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Oplossing voor de hand liggend, probleem niet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terug naar de 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Probleem in beweging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kleine, snel herzienbare versie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meest gemaakte fout: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situatie 2 behandelen als situatie 1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Welke situatie, welke aanpak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gevallen, waaronder: "iets met AI doen"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6. Terug naar de opdracht</a:t>
            </a:r>
            <a:endParaRPr lang="en-US" sz="36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Claudette's herschreven aanpak</a:t>
            </a:r>
            <a:endParaRPr lang="en-US" sz="26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Requirement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gevolgen beoordelen vóór een onomkeerbare keuze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Scope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rekenen + tonen + bewaren; buiten scope: fiscaal advies, externe potten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Decompositie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rekenlogica los van presentatielogica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Methode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situatie 2 — terug naar de requirement, ondanks tijdsdruk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36 punten naar 1 requirement, 1 diagram, 1 vraag</a:t>
            </a:r>
            <a:endParaRPr lang="en-US" sz="3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Wat dit deel niet afsluit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Er sluit hier geen observatie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Dit is het fundament voor deel 7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Wie legt straks vast waaróm dit besluit is genomen, en niet een ander?</a:t>
            </a:r>
            <a:endParaRPr lang="en-US" sz="16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7 — Design II: architectuurbeschrijving en besluitvorming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Dat wordt O6.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2026-08-17T16:41:11Z</dcterms:created>
  <dcterms:modified xsi:type="dcterms:W3CDTF">2026-08-17T16:41:11Z</dcterms:modified>
</cp:coreProperties>
</file>