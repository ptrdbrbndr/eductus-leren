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Design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6 — requirements en scope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nieuwe opdracht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 of oplossing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Scope en context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Decompositie en hergebruik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Ontwerpmethoden kiezen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de opdracht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nieuwe opdracht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simulatievoorziening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Deelnemers laten zien wat hun pensioenkeuze betekent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Claudette's eerste stap: een lijst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Zesendertig punten binnen een uur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lijst</a:t>
            </a:r>
            <a:endParaRPr lang="en-US" sz="2400" dirty="0"/>
          </a:p>
        </p:txBody>
      </p:sp>
      <p:pic>
        <p:nvPicPr>
          <p:cNvPr id="3" name="Image 0" descr="C:\Projecten\eductus-trainingen\BTABOK\figuren\figuur-6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6-1 — 36 punten, ongesorteerd, techniek/wens/eis door elkaar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"Wat moet dit systeem eigenlijk kunnen dat het huidige portaal niet kan?"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projectmanager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 kon het niet in één zin beantwoorden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Requirement of oplossing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onderscheid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Requirement: wat het systeem moet bereiken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Oplossing: hoe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"Moet een grafiek tonen" — dat is een oplossing die zich voordoet als requirement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waarom-toets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er stond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Waarom → Waarom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Echte requirement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"Grafiek tonen"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ziet effect → weloverwogen keuze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deelnemer kan gevolgen beoordelen vóór de keuze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Zodra de echte requirement op tafel ligt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Ontstaat er ruimte voor meerdere oplossingen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waarom-toets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requirementspunten · vraag "waarom" tot je bij een gebruikersbehoefte uitkomt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Scope en context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lagen</a:t>
            </a:r>
            <a:endParaRPr lang="en-US" sz="2400" dirty="0"/>
          </a:p>
        </p:txBody>
      </p:sp>
      <p:pic>
        <p:nvPicPr>
          <p:cNvPr id="3" name="Image 0" descr="C:\Projecten\eductus-trainingen\BTABOK\figuren\figuur-6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6-3 — binnen scope, buiten scope/geraakt, expliciet buiten scope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laag die het vaakst ontbreekt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Binnen scope: wat het systeem zelf doet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Buiten scope, geraakt: waarmee het uitwisselt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Expliciet buiten scope: bewust uitgesloten, mét reden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die derde laag: geen afbakening, een wensenlijst met een losse rand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scopediagram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lagen invullen voor een eigen systeem · teken het diagram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Decompositie en hergebruik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Decomponeer langs de lijnen waarlangs dingen apart veranderen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langs hoe ze toevallig gebouwd zijn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decomposities</a:t>
            </a:r>
            <a:endParaRPr lang="en-US" sz="2400" dirty="0"/>
          </a:p>
        </p:txBody>
      </p:sp>
      <p:pic>
        <p:nvPicPr>
          <p:cNvPr id="3" name="Image 0" descr="C:\Projecten\eductus-trainingen\BTABOK\figuren\figuur-6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6-4 — technische laag (breekt bij wetswijziging) vs. veranderreden (blijft stabiel)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de simulatievoorziening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Rekenmodel wijzigt door wetgeving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Presentatie wijzigt door gebruikerswensen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Scheid ze langs die lijn — niet langs "rekenmodule / grafiekmodule"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Decomponeren langs veranderreden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opdeling vs. opdeling langs veranderreden · waar wijken ze af?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Ontwerpmethoden kiezen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situaties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Situatie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Aanpak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Probleem begrepen, oplossing 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verken eerst alternatieven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Oplossing voor de hand liggend, probleem 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terug naar de requirement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Probleem in beweging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kleine, snel herzienbare versie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meest gemaakte fout: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situatie 2 behandelen als situatie 1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Welke situatie, welke aanpak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gevallen, waaronder: "iets met AI doen"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Terug naar de opdracht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herschreven aanpak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Requirement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gevolgen beoordelen vóór een onomkeerbare keuze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Scope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rekenen + tonen + bewaren; buiten scope: fiscaal advies, externe potten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Decompositie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rekenlogica los van presentatielogica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Methode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situatie 2 — terug naar de requirement, ondanks tijdsdruk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36 punten naar 1 requirement, 1 diagram, 1 vraag</a:t>
            </a:r>
            <a:endParaRPr lang="en-US" sz="3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niet afsluit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 sluit hier geen observatie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is het fundament voor deel 7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legt straks vast waaróm dit besluit is genomen, en niet een ander?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7 — Design II: architectuurbeschrijving en besluitvorming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wordt O6.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2026-08-17T16:44:35Z</dcterms:created>
  <dcterms:modified xsi:type="dcterms:W3CDTF">2026-08-17T16:44:35Z</dcterms:modified>
</cp:coreProperties>
</file>