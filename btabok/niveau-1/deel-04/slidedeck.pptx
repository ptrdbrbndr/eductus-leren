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Human Dynamics 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4 — stakeholders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vergadering, opnieuw bekeken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een stakeholder?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stakeholderkaart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klant is nooit intern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Cultuur lezen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Peer-interactie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Terug naar de portefeuilleraad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vergadering opnieuw bekeken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Reconstructie</a:t>
            </a:r>
            <a:endParaRPr lang="en-US" sz="2400" dirty="0"/>
          </a:p>
        </p:txBody>
      </p:sp>
      <p:pic>
        <p:nvPicPr>
          <p:cNvPr id="3" name="Image 0" descr="C:\Projecten\eductus-trainingen\BTABOK\figuren\figuur-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4-1 — wie zat er, wie sprak wanneer, wie besliste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""Diverse aandachtspunten genoemd.""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notulen van de portefeuilleraad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er feitelijk gebeurde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Bezwaar inhoudelijk juist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Ingebracht na de samenvatting van de voorzitter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Gericht aan de notulist, niet aan de beslisser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keek op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fout was niet inhoudelijk</a:t>
            </a:r>
            <a:endParaRPr lang="en-US" sz="3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Wat is een stakeholder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"Iemand die invloed heeft op je besluit, of op wie je besluit invloed heeft — ongeacht of hij daar zelf iets van vindt"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stakeholderkaart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Invloed × betrokkenheid</a:t>
            </a:r>
            <a:endParaRPr lang="en-US" sz="2400" dirty="0"/>
          </a:p>
        </p:txBody>
      </p:sp>
      <p:pic>
        <p:nvPicPr>
          <p:cNvPr id="3" name="Image 0" descr="C:\Projecten\eductus-trainingen\BTABOK\figuren\figuur-4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4-2 — kwadranten plus communicatieregister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kwadranten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Betrokkenheid 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Betrokkenheid 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Invloed 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tevreden houden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nauw betrekken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Invloed 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monitoren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informeren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vijfde kolom is het echte werk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wat, in welke vorm, op welk moment — vóór het besluit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stakeholderkaart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Minimaal 6 stakeholders · invloed, betrokkenheid, kwadrant, communicatieregister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stond er niet op je lijst?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De klant is nooit intern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Klant versus stakeholder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Klant: voor wie je werkt — bij Meridiaan: het fondsbestuur, gedragen door de deelnemer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Stakeholder: invloed of belang, maar niet doorslaggevend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collega-afdeling als "klant" behandelen → haar wens wint altijd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Als stakeholder: haar wens weegt mee, wint niet automatisch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Klant of stakeholder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partijen · wat verandert er als je het label omdraait?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Cultuur lezen</a:t>
            </a:r>
            <a:endParaRPr lang="en-US" sz="3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Kijk naar wat er gebeurt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naar wat er wordt gezegd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signalen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Signaal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Onthult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wordt te laat aangekondigd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er echt over gaat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onderbreekt 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status vs. argument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gebeurt er na een fout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afrekenend of lerend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Waarom dit O6 verklaart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Afrekenende cultuur → melden is een persoonlijk risico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Dus: niemand legt vast waarom iets misging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persoonlijk falen — een rationele reactie op de omgeving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Drie signalen bij jullie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Aankondigingen · onderbrekingen · reactie op fouten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Peer-interactie</a:t>
            </a:r>
            <a:endParaRPr lang="en-US" sz="3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tegenovergestelde valkuil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stakeholders: te weinig afstemmen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peers: territoriaal gedrag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architecten die hetzelfde vlak bewaken → dubbele vertraging, geen dubbele kwaliteit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Vuistregel: discussieer je over wie beslist of over wat het beste besluit is?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Terug naar de portefeuilleraad</a:t>
            </a:r>
            <a:endParaRPr lang="en-US" sz="3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weken later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Directeur Uitvoering: kort bericht, twee dagen vooraf, één gevraagd besluit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Manager Klantbediening: apart gesprek, als stakeholder — niet als klant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 de vergadering zelf: bevestiging, geen gevecht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O4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Invloed en betrokkenheid onderscheiden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Collega-afdelingen als stakeholder, niet als klant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Werkelijke cultuur gelezen, timing daarop aangepast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"Te laat betrokken, dan toetser" is geen toeval — het is wat gebeurt als je stakeholders niet vooraf in kaart brengt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5 — Human Dynamics II: invloed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weet nu wie ze moet bereiken. Nu moet het ook aankomen. Dat wordt O5.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2026-08-17T16:47:10Z</dcterms:created>
  <dcterms:modified xsi:type="dcterms:W3CDTF">2026-08-17T16:47:10Z</dcterms:modified>
</cp:coreProperties>
</file>