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Business Technology Strategy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 — hoe verdient dit bedrijf geld?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opdracht die Claudette krijgt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vier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verdienmodelblad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uitgewerkt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Industrieanalyse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verdienmodel naar architectuurgevolg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grens ligt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"Over drie weken heb je twintig minuten in het MT. Je legt uit hoe Meridiaan geld verdient. Geen slide over systemen."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CIO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onverenigbare beelden</a:t>
            </a:r>
            <a:endParaRPr lang="en-US" sz="2400" dirty="0"/>
          </a:p>
        </p:txBody>
      </p:sp>
      <p:pic>
        <p:nvPicPr>
          <p:cNvPr id="3" name="Image 0" descr="C:\Projecten\eductus-trainingen\BTABOK\figuren\figuur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2-1 — systeemlandschap naast geldstroom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organisatie, twee verhalen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"Je hebt me verteld hoe het werkt.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Ik vroeg hoe het betaalt."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kan niet uitleggen hoe Meridiaan geld verdient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kent de markt niet waarin het opereert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weet niet waar de vergunning knelt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Gevolg: elk voorstel dat ze doet, kan niemand wegen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vier vragen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opzoeken te beantwoorden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betaalt ons, en waarvoor precies?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welke eenheid meten we dat?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 zit onze kostenstructuur?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mogen we niet, en van wie niet?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Vraag 2 is de belangrijkste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wordt het vaakst overgeslagen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eenheid van waarde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transactie · per klant per maand · per behandeling · per geleverd 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Meridiaan: uitvoeringskosten per deelnemer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de eenheid niet kent, kan geen weegbaar voorstel doen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"Minder risico" is geen eenheid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verdienmodelblad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Negen vakken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Waardebelofte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lost dit op, voor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Klant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betaalt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Gebruiker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gebruikt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Opdrachtgever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besluit tot afname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Inkomsten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welke stromen, welke eenheid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Kernactiviteiten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moeten we zelf kunnen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Kernmiddelen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mensen, data, vergunningen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Kostenstructuur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 versus meeschalend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Beperkingen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mag niet, van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vakken die het verschil maken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Klant, gebruiker, opdrachtgever — vallen ze samen?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ja: eenvoudige wereld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nee: dat verklaart het merendeel van de politieke wrijving in je werk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Meridiaan zijn het drie verschillende partijen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Meridiaan uitgewerkt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blad van 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2-2 — negen gevulde vakken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 van het model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Klant: zeven fondsen — twee daarvan zijn 60% van de omzet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Gebruiker: de deelnemer; betaalt niet, kiest niet, kan niet weg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Inkomsten: vergoeding per deelnemer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Kosten: vrijwel volledig vast — één deelnemer extra kost bijna niets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Dus: schaal is het hele spel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afgewezen verzoek —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Verstoring raakt de uitkeringsstraat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Uitkeringsfouten → herstelwerk → handwerk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Handwerk is de grootste variabele post in een vaste kostenstructuur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Drukt dus op de uitvoeringskosten per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toezicht: een bekende, niet-verholpen fout is geen technische kwestie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voorstel.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in de eenheid waarin het gewogen kan worden.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blad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Negen vakken · niets opzoeken · bij inkomsten hoort een eenheid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Markeer daarna wat je hebt moeten raden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Industrieanalyse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systemen die je nu ontwerpt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moeten werken in de sector van over vijf jaar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Krachtenveld rond Meridiaan</a:t>
            </a:r>
            <a:endParaRPr lang="en-US" sz="2400" dirty="0"/>
          </a:p>
        </p:txBody>
      </p:sp>
      <p:pic>
        <p:nvPicPr>
          <p:cNvPr id="3" name="Image 0" descr="C:\Projecten\eductus-trainingen\BTABOK\figuren\figuur-2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2-3 — vier krachten met richting en horizon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krachten, vier gevolgen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Kracht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Architectuurgevolg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Consolidatie van fondsen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fondsen aansluiten zonder maatwerk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Stelselwijziging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eenmalige, onomkeerbare conversie met verantwoording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Toezichtsdruk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traceerbaarheid is licentievoorwaarde, geen extra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Leveranciersconcentratie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afhankelijkheid is strategisch, niet inkoop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je dit vandaan haalt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Jaarverslagen van je klanten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Publicaties van de toezichthouder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Brancheverenigingen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verantwoordingsorgaan van je grootste opdrachtgever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middag lezen levert meer op dan een jaar meevergaderen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sector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krachten · met termijn · elk gevolg als ontwerpeis, niet als zorg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"We moeten wendbaarder worden" telt niet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Van kenmerk naar consequentie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ketting</a:t>
            </a:r>
            <a:endParaRPr lang="en-US" sz="2400" dirty="0"/>
          </a:p>
        </p:txBody>
      </p:sp>
      <p:pic>
        <p:nvPicPr>
          <p:cNvPr id="3" name="Image 0" descr="C:\Projecten\eductus-trainingen\BTABOK\figuren\figuur-2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2-4 — kenmerk → economische logica → ontwerpeis → toetsbaar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afleidingen bij Meridiaan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Kenmerk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Volgt 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Nul marginale 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standaardisatie verslaat maatwerk altijd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Vergoeding per deelnemer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automatiseringsgraad is de winstknop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Drie partijen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botsende eisen, gebruiker zonder stem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Decennia verklaarbaar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overschrijven is geen optie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Contract 5-7 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afschrijvingshorizon is contractueel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 die iedereen maakt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middelste schakel overslaan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kenmerk direct naar eis springen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heb je een eis zonder redenering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economische logica wint het gesprek — niet de eis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Drie kettingen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Neem drie kenmerken van Meridiaan · loop alle vier de schakels af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laatste schakel moet waar of onwaar kunnen zijn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Waar de grens ligt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Bedrijfskundetoerisme</a:t>
            </a:r>
            <a:endParaRPr lang="en-US" sz="26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jouw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 jouw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verdienmodel kennen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bepalen welke markten we bedienen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eenheid van waarde gebruiken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bepalen welke klanten we willen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gevolgen voor ontwerp afleiden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over contractverlenging besluiten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signaleren dat een technisch besluit een verdienmodelbesluit 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dan zelf nemen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Jij levert de feiten en de opties.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 ligt bij een ander.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O2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Tweede poging: zeventien minuten, begint bij de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Systemen komen pas in de laatste vier minuten in beeld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financieel directeur stelt een vraag — de eerste in vier maanden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weet het antwoord niet. Dat is niet erg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is niets veranderd aan haar technische kennis. Ze kent nu de eenheid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 — Business Technology Strategy II: waarde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waardeer je iets waarvan niemand de cijfers heeft? Dat wordt O3.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2026-08-17T16:28:05Z</dcterms:created>
  <dcterms:modified xsi:type="dcterms:W3CDTF">2026-08-17T16:28:05Z</dcterms:modified>
</cp:coreProperties>
</file>