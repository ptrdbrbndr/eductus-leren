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waarderen zonder complete cijfers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die bleef hangen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Waarderen is geen rekenen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waarderingsblad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soorten investeringen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Eis, wens of beperking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Compliance als ontwerpinput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Risico: kans én impact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MT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die bleef hangen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"Hoeveel van dat herstelwerk zit in dat ene koppelvlak?"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financieel directeur, deel 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logboek</a:t>
            </a:r>
            <a:endParaRPr lang="en-US" sz="2400" dirty="0"/>
          </a:p>
        </p:txBody>
      </p:sp>
      <p:pic>
        <p:nvPicPr>
          <p:cNvPr id="3" name="Image 0" descr="C:\Projecten\eductus-trainingen\BTABOK\figuren\figuur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3-1 — negen incidenten, vier hard, vijf een vraagteken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Wachten tot de cijfers compleet zijn?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nu al iets zeggen op basis van wat er is?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voorstel strandt op kosten en baten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Haar antwoord: steevast kwalitatief ("minder risico")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de normale toestand van architectuurwerk — niet 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Waarderen is geen rekenen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wat je weet van wat je aanneemt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Geef een bandbreedte, geen punt — "30.000" is verzonnen precisie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Vermeld wat de schatting zou verscherpen — en wat dat kost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waarderingsblad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stappen</a:t>
            </a:r>
            <a:endParaRPr lang="en-US" sz="2400" dirty="0"/>
          </a:p>
        </p:txBody>
      </p:sp>
      <p:pic>
        <p:nvPicPr>
          <p:cNvPr id="3" name="Image 0" descr="C:\Projecten\eductus-trainingen\BTABOK\figuren\figuur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3-2 — stroomschema basislijn → bandbreedte → investering → terugverdientijd ongunstig → wat de onzekerheid wegneemt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Reken altijd het ongunstigste scenario door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alleen het optimistische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Basislijn en bandbreedte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wat weet je zeker, wat is bandbreedte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Benoem de aanname tussen laag en hoog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Vier soorten investeringen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alles is terugverdientijd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kans × impact vs.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deadline + goedkoopste compliant 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optie open houden vs. verlies als ze ontbreekt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van de vier typen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worden systematisch afgekeurd door de verkeerde vraag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Acht voorstellen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elk toe aan een type · welke waarderingslogica hoort erbij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twee typen krijgen bij jullie ten onrechte de terugverdienvraag?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Eis, wens of beperking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schaptoets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Schrap je het →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ongeldig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stelde dit vast, waar staat het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minder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voorkeur, geen doorzettingsmacht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verboden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externe partij legt dit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Voelt hetzelfde, is het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"Uitkering op tijd" → eis, wettelijk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"Moderne gebruikerservaring" → wens, geen meetbare drempel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onderscheid zit in de herkomstvraag — niet in hoe dwingend het klinkt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Eis, wens of beperking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zinnen uit een projectdocument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 de schaptoets toe op elke zin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Compliance als ontwerpinput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tijdlijnen</a:t>
            </a:r>
            <a:endParaRPr lang="en-US" sz="2400" dirty="0"/>
          </a:p>
        </p:txBody>
      </p:sp>
      <p:pic>
        <p:nvPicPr>
          <p:cNvPr id="3" name="Image 0" descr="C:\Projecten\eductus-trainingen\BTABOK\figuren\figuur-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3-4 — compliance achteraf getoetst vs. compliance vooraf als ontwerpinput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die het omdraaien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volgt hieruit, letterlijk?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goedkoopste manier om te voldoen?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ondergrens die niet mag zakken — ook niet onder tijdsdruk?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Compliance vooraf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compliance-eis · drie vragen beantwoorden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sneuvelt het eerst als de planning knelt?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Risico: kans én impact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matrix</a:t>
            </a:r>
            <a:endParaRPr lang="en-US" sz="2400" dirty="0"/>
          </a:p>
        </p:txBody>
      </p:sp>
      <p:pic>
        <p:nvPicPr>
          <p:cNvPr id="3" name="Image 0" descr="C:\Projecten\eductus-trainingen\BTABOK\figuren\figuur-3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3-5 — kans × impact,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"Groot risico" zegt niets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de kans groot, of de impact?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koppelvlak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Kans: aannemelijk hoog — eens per zes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Impact: potentieel hoog — deelnemer merkt de fout niet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kwadrant duldt geen "volgend kwartaal wel"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Zes situaties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Plaats elk in de matrix · benoem de reactie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lage kans + hoge impact wordt structureel onderschat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Terug naar het MT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"Vier verstoringen zijn zeker aan dit koppelvlak toe te schrijven — 18.000 euro per jaar. Als de vijf onbekende gevallen erbij horen, loopt dat op tot 45.000. Ik kan dat verschil in twee dagen wegnemen."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tweede poging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O3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méér cijfers — onzekerheid zichtbaar gemaakt in plaats van verborgen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Weet van aanname gescheiden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Bandbreedte met een reden om hem te versmallen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 en impact apart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FD keurt de twee dagen analyse goed — niet de reparatie. Precies het juiste besluit op het juiste moment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Human Dynamics I: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had gelijk over het koppelvlak. Haar bezwaar haalde de notulen niet. Dat wordt O4.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