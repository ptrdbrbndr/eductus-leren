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beroep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 — BTABoK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en Claudette — zeven observaties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architectuur volgens Iasa?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Beroep of rol?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pijlers,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BoK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en principes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BTABoK staat tussen wat je al 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certificeringspad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casus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Vermeer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33, zeven jaar softwareleverancier, laatste drie als lead developer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maanden Solution Architect bij Meridiaan Pensioen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Functieprofiel: drie A4, waarvan anderhalf technologie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Rest: "verbindt business en IT", "bewaakt de architectuurkaders"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maanden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1-1 — tijdlijn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Onderschrift: van indiensttreding tot assessmentgesprek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Portefeuilleraad — zit erbij, wordt niets gevraagd; bezwaar niet in de notulen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pagina's over de integratielaag — drie reacties, alle drie van ontwikkelaars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"De rem" — aldus de manager Klantbediening. Niet kwaad bedoeld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"Wat levert dat op?" — geen antwoord voorbij "minder risico"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zeven observaties van de CIO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kan uitleggen waarvoor Claudette aan tafel zit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Kent het verdienmodel van Meridiaan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Elk voorstel strandt op kosten en baten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Wordt ervaren als obstakel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Documenten worden niet gelezen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spoor van waarom besluiten genomen zijn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Kwaliteitseisen komen pas in productie boven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van de zeven gaan niet over techniek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architectuur?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"De kunst en de wetenschap van het ontwerpen en leveren van waardevolle technologiestrategie"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Iasa Global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woorden dragen die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Waardevolle — architectuur gaat over waardelevering, niet systeemlevering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systeem dat werkt maar niets oplevert: werk niet gedaan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Strategie — je werkt waar keuzes nog open zijn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Kom je pas als de keuze vastligt, dan ben je toetser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een architect níet 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verzameling technologieën — tools, stijlen en platformen zijn geen competenties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functietitel — je wordt herkend aan wat je weet en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manager — boven een bepaald schaalniveau houd je het proactieve werk niet vast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Beroep, geen rol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Functie: je werkgever bepaalt of je bekwaam bent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Professie: de beroepsgroep bepaalt dat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arts wordt geen arts doordat het ziekenhuis dat vindt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maatstaf is extern, gedeeld en draagbaar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overtuigingen uit het manifest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 is een professie met een eigen body of knowledge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 verwerf je door meesterschap: opleiding én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Meesterschap toon je aan met examen én peer review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professional is ethisch én juridisch verantwoordelijk voor de uitkomst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Jouw ene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zin, max. 40 woorden: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in plaats van activiteiten · geen technologie · navertelbaar door je directie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Daarna: drie dingen die je deed die er niet onder vallen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Vijf pijlers,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competentiemodel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1-2 — vijf pijlers als fundament, vijf specialisaties erop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kernpijlers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Pijler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 Technology Strategy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specialisaties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Business · Information · Infrastructure · Software · Solution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Gedefinieerd door extra competenties — niet door rol, titel of 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bent geen informatiearchitect omdat je bij het datateam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van deze cursus: Solution volledig, de andere vier als delta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staat op gelijke voet met Design</a:t>
            </a:r>
            <a:endParaRPr lang="en-US" sz="3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Observaties naar pijlers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O1 t/m O7 toe aan een primaire en een secundaire pijler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 daarna de primaire toewijzingen. Welke pijler wint?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opbouw van de BoK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bouwstukken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1-3 — bouwstukken met de cursusdelen erin gemerkt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we ze tegenkomen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Competentiemodel — deel 2-9, 21, 23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Engagement model — deel 11-14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 model — deel 15-16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model — deel 17-19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model &amp; practice — deel 20, 23-24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Plus: topic areas (deel 25) en 75+ canvases (doorlopend)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Minimum viable 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kleinste documentatieset die het besluit draagt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Ethiek en principes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verschillende dingen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— leidende waarden voor klant en markt → naar buiten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Principes — interne regels voor hoe je tot oplossingen komt → naar binnen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Aanleiding: producten haastig naar de markt, waarborgen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ziet het vooraf aankomen. Dat schept een verplichting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Code of Standards — vier canons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Canon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Jegens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bekwaam blijven, onafhankelijk oordelen, gevolgen wegen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misleiden, geen verborgen belangen, vertrouwelijkheid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beroepsgroep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valse claims, niet tekenen zonder zeggenschap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collega's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begeleiden en krediet 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"Eerst wat goed is voor de klant. Dan wat goed is voor het bedrijf als geheel. Ten slotte wat goed is voor onze eigen werkgroep."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architecten bij een vliegtuigbouwer, uit de BTABoK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professionele tenets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Just-in-time architecture — beslis op het laatst verantwoorde 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 dingen, bestuur geen dingen — architectuur is scheppend, geen toezicht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Versterk partnerrollen — geen concurrentie met andere professionals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 — anders blijf je orderopnemer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6 — De vertraagde melding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vier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canons raken dit? · Wat moet, mag en mag niet? · Maakt anciënniteit verschil?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 de melding — max. 150 woorden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BTABoK staat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instrumenten, vijf vragen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Beantwoordt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TOGAF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richt ik het proces 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organisatie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ArchiMate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leg ik het vast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BIZBOK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beschrijf ik de 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onderneming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iSAQB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ontwerp ik een 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BTABoK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 de architect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persoon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concurrent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BoK vervangt frameworks niet — hij maakt ze werkbaar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Toolneutraal per principe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het wél botst: "bestuur geen dingen" versus het architectuurgremium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meningsverschil lossen we niet op. We werken het uit in deel 19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Het certificeringspad</a:t>
            </a:r>
            <a:endParaRPr lang="en-US" sz="3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CITA-trap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Ervaring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kennisexamen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scenario-examen, één specialisatie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3-5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 van een uur +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5+ jaar, diepte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boardinterview + uitgebreid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8-10 jaar, breedte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hoogste board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loopbaan + bijdrage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Vanaf CITA-S win je met bewijs, niet met kennis</a:t>
            </a:r>
            <a:endParaRPr lang="en-US" sz="3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draden door dertig 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Titel is geen competentie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is een bewering die je moet kunnen dragen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Minimum viable architecture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O1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het profiel: technologie is geen competentie → het beschrijft een ontwikkelaar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de verwachting: geen niveau per pijler, geen specialisatie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ontbrekende zin: technologiestrategie omzetten in aantoonbare waarde, en de besluiten daarover navolgbaar maken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Business Technology Strategy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moet uitleggen hoe Meridiaan geld verdient. Dat wordt O2.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2026-08-17T11:48:16Z</dcterms:created>
  <dcterms:modified xsi:type="dcterms:W3CDTF">2026-08-17T11:48:16Z</dcterms:modified>
</cp:coreProperties>
</file>