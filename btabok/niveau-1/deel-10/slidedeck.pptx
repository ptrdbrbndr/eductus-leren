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Examentraining CITA-F &amp; Capstone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10 — de afsluiting van niveau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zeven observaties, teruggeblikt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proefexamen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minimum viable architecture-dossier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Drie rollen, drie vragen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het panel niet wil horen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verdediging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De zeven observaties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hele boog van niveau 1</a:t>
            </a:r>
            <a:endParaRPr lang="en-US" sz="2400" dirty="0"/>
          </a:p>
        </p:txBody>
      </p:sp>
      <p:pic>
        <p:nvPicPr>
          <p:cNvPr id="3" name="Image 0" descr="C:\Projecten\eductus-trainingen\BTABOK\figuren\figuur-10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10-1 — tijdlijn, elke O met het instrument dat hem sloot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 probleem naar instrument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Instrument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 ene zin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verdienmodelblad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waarderingsblad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stakeholderkaart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omgekeerde piramide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besluitenlogboek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O7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kwaliteitsprofiel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Negen delen. Zeven observaties. Eén instrumentarium.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Het proefexamen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CITA-F, echt en op schaal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Echt: 75 vragen, 2,5 uur, 70% om te slagen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Proef vandaag: 40 vragen, 90 minuten, dezelfde grens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Verdeeld naar rato van competenties per pijler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examen toetst begrippen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of je een instrument uit je hoofd kunt tekenen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Het dossier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"Niet het volledige archief van het afgelopen jaar. De kleinste, best gekozen selectie die het besluit draagt."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dossierstructuur</a:t>
            </a:r>
            <a:endParaRPr lang="en-US" sz="2400" dirty="0"/>
          </a:p>
        </p:txBody>
      </p:sp>
      <p:pic>
        <p:nvPicPr>
          <p:cNvPr id="3" name="Image 0" descr="C:\Projecten\eductus-trainingen\BTABOK\figuren\figuur-10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10-2 — zeven observaties, elk met dezelfde driedeling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Per observatie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misging — één zin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Instrument + concreet voorbeeld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structureel is veranderd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drie rode draden horen in de inleiding en de afsluiting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verspreid door de zeven observaties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Drie rollen, drie vragen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Eén panel, drie belangen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Rol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Let op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Vraag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CIO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herhaalbaarheid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"Wat als jij weggaat?"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Financieel directeur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terugverdiening, type investering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"Wat heeft dit bespaard?"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Directeur Uitvoering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snelheid vs. vertraging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"Wordt mijn team hier sneller van?"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Eén antwoord voor alle drie werkt niet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kern. Drie registers.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Wat het panel niet wil horen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fouten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Chronologisch verhaal i.p.v. driedeling per observatie — de fout uit deel 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Technische details die het besluit niet dragen — hoort in de bijlage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Beweringen zonder bewijs — de kwalitatieve risicoformulering van O3, terug van weggeweest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6. De verdediging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"Een jaar geleden kon niemand in deze kamer uitleggen waarvoor ik aan tafel zat. Vandaag laat ik zien wat er is veranderd — en waarom dat niet van mij persoonlijk afhangt."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opening van de verdediging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"Als ik nu aan iemand in dit bedrijf zou vragen waarvoor jij aan tafel zit, wat zouden ze zeggen?"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Bart Hoekstra, slotvraag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"Ik zorg dat Meridiaan zijn technologiegeld uitgeeft aan de dingen die de deelnemer merkt, en dat we over vijf jaar nog kunnen uitleggen waarom we die keuzes maakten."</a:t>
            </a:r>
            <a:endParaRPr lang="en-US" sz="3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Niveau 1 afgesloten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Zeven observaties gesloten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Negen instrumenten geleerd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kernpijlers doorlopen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níet is afgesloten: de spanning rond governance — dat komt terug in niveau 2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Niveau 2 begint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11 — Het engagement model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Claudette krijgt haar eerste formele opdracht binnen een transformatieprogramma.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2026-08-17T16:28:06Z</dcterms:created>
  <dcterms:modified xsi:type="dcterms:W3CDTF">2026-08-17T16:28:06Z</dcterms:modified>
</cp:coreProperties>
</file>