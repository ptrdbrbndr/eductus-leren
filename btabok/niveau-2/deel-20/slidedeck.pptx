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Architectuurvolwassenheid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20 — los aanbiedbaar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van het bestuur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dimensies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niveaus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rooster ingevuld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de volgende investering het meeste oplevert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vraag van het bestuur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"Hoe volwassen is deze praktijk eigenlijk, en waar zitten de zwakke plekken?"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het bestuur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Intuïtief weten waar het zwak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gedeeld, herhaalbaar instrument om het te onderbouwen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Vijf dimensies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vijf pijlers, hergebruikt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20-2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Kernvraag per dimensie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Dimensie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 structureel gemeten, of beweerd?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Human Dynamics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Vast onderdeel, of toeval?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Design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Traceerbaar, of in iemands hoofd?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IT Environment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Beheerst, of jaarlijkse verrassing?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Quality Attributes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Expliciet, of pas bij een incident?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Vijf niveaus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trap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20-3 — toevallig tot zelfversterkend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ladder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Toevallig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Vastgelegd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Gemeten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Zelfversterkend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sprong van 3 naar 4 is de moeilijkste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instrument bestaat — wordt het ook gebruikt?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Het rooster invullen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organisatie · vijf dimensies, vijf niveaus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Het rooster ingevuld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Meridiaan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20-4 — 5×5-rooster, huidige positie gemarkeerd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uitkomst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Dimensie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 — Gemeten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Human Dynamics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— Vastgelegd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Design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 — Gemeten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IT Environment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— Vastgelegd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Quality Attributes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— Herkend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overal even volwassen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dat is normaal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De sprong van 3 naar 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zou het concreet vergen? Wie, hoe vaak?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Gerichte investering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pijlen, verschillende lengte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20-5 — Quality Attributes als langste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wedstrijd om niveau 5 op alles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levert de volgende stap het meeste op?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 gerichte investering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dimensie? Wat doe je bewust NIET?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antwoord aan het bestuur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rapportcijfer — een investeringsvoorstel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Attributes: niveau 2 → 3, binnen 2 kwartalen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logica als een pensioenfonds dat gericht investeert waar het tekort het grootst is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antwoord aan het bestuur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Dimensie · beoogd niveau · termijn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21 — Specialisatiekeuze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vier andere specialisaties naast Solution.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2026-08-17T11:48:24Z</dcterms:created>
  <dcterms:modified xsi:type="dcterms:W3CDTF">2026-08-17T11:48:24Z</dcterms:modified>
</cp:coreProperties>
</file>