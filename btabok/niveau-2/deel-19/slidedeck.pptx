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Governance en roadmap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640080" y="338328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 19 — twee dagdelen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Ductus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Deze twee dagdelen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Wat gebeurt er als het programma stopt?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Product versus project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roadmap: drie horizonnen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Experimenten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Het nieuwe governancemodel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1. Wat gebeurt er als het programma stopt?</a:t>
            </a:r>
            <a:endParaRPr lang="en-US" sz="3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Programma-einde, vraagteken erna</a:t>
            </a:r>
            <a:endParaRPr lang="en-US" sz="2400" dirty="0"/>
          </a:p>
        </p:txBody>
      </p:sp>
      <p:pic>
        <p:nvPicPr>
          <p:cNvPr id="3" name="Image 0" descr="C:\Projecten\eductus-trainingen\BTABOK\figuren\figuur-19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19-1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" y="1463040"/>
            <a:ext cx="73152" cy="3474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1463040"/>
            <a:ext cx="941832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"We zijn geen bestuursorgaan. Als Mutatieplatform klaar is, is onze taak voorbij."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463040" y="5120640"/>
            <a:ext cx="9418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 kamp één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" y="1463040"/>
            <a:ext cx="73152" cy="3474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1463040"/>
            <a:ext cx="941832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"Zonder doorlopende aandacht verwatert dit binnen een jaar."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463040" y="5120640"/>
            <a:ext cx="9418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 kamp twee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Beide kampen hebben gelijk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Ze hebben het over twee verschillende dingen</a:t>
            </a:r>
            <a:endParaRPr lang="en-US" sz="1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2. Product versus project</a:t>
            </a:r>
            <a:endParaRPr lang="en-US" sz="3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Een blok met een einde, een pijl zonder</a:t>
            </a:r>
            <a:endParaRPr lang="en-US" sz="2400" dirty="0"/>
          </a:p>
        </p:txBody>
      </p:sp>
      <p:pic>
        <p:nvPicPr>
          <p:cNvPr id="3" name="Image 0" descr="C:\Projecten\eductus-trainingen\BTABOK\figuren\figuur-19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19-2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Twee soorten governance</a:t>
            </a:r>
            <a:endParaRPr lang="en-US" sz="26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3688080"/>
                <a:gridCol w="3688080"/>
                <a:gridCol w="36880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Project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Product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Duur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tijdelijk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doorlopend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Vraag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goede ding, op tijd?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blijft het gezond?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Het gremium ontbindt niet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Het charter verandert</a:t>
            </a:r>
            <a:endParaRPr lang="en-US" sz="1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Dit lost deel 1 definitief op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Niet door één kant gelijk te geven — door de tijdshorizon te scheiden</a:t>
            </a:r>
            <a:endParaRPr lang="en-US" sz="1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1 — Product of project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 minuten, individueel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Drie eigen initiatieven · doorlopende governance, of meegestopt?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3. De roadmap</a:t>
            </a:r>
            <a:endParaRPr lang="en-US" sz="3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Drie horizonnen</a:t>
            </a:r>
            <a:endParaRPr lang="en-US" sz="2400" dirty="0"/>
          </a:p>
        </p:txBody>
      </p:sp>
      <p:pic>
        <p:nvPicPr>
          <p:cNvPr id="3" name="Image 0" descr="C:\Projecten\eductus-trainingen\BTABOK\figuren\figuur-19-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19-3 — vastgelegd, richtinggevend, denkbaar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Zekerheid neemt af</a:t>
            </a:r>
            <a:endParaRPr lang="en-US" sz="26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Horizon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Koppeling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Vastgelegd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investeringsportefeuille (deel 16)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Richtinggevend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transformatiefasen (deel 13)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Denkbaar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optiescheppend (deel 3, 16)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Alleen vastgelegd = planning, geen roadmap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Alleen denkbaar = visie zonder houvast</a:t>
            </a:r>
            <a:endParaRPr lang="en-US" sz="1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2 — De roadmapkaart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25 minuten, tweetallen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Drie horizonnen · welk item hoort waar, en waarom?</a:t>
            </a:r>
            <a:endParaRPr lang="en-US" sz="1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4. Experimenten</a:t>
            </a:r>
            <a:endParaRPr lang="en-US" sz="3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experimentkaart</a:t>
            </a:r>
            <a:endParaRPr lang="en-US" sz="2400" dirty="0"/>
          </a:p>
        </p:txBody>
      </p:sp>
      <p:pic>
        <p:nvPicPr>
          <p:cNvPr id="3" name="Image 0" descr="C:\Projecten\eductus-trainingen\BTABOK\figuren\figuur-19-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19-4 — hypothese, tijdvak, succescriterium, besluitmoment</a:t>
            </a:r>
            <a:endParaRPr lang="en-US" sz="13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Het chatbotidee, opnieuw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Hypothese: -15% telefonische vragen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Tijdvak: 6 weken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Uitkomst: -11%. Niet opgeschaald — niet als mislukking behandeld</a:t>
            </a:r>
            <a:endParaRPr lang="en-US" sz="16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Vooraf een stoppunt afspreken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Voorkomt dat een idee stilzwijgend permanent wordt</a:t>
            </a:r>
            <a:endParaRPr lang="en-US" sz="1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3 — De experimentkaart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20 minuten, individueel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Eigen onzeker idee · vier velden</a:t>
            </a:r>
            <a:endParaRPr lang="en-US" sz="16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5. Het nieuwe governancemodel</a:t>
            </a:r>
            <a:endParaRPr lang="en-US" sz="36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Het charter op één pagina</a:t>
            </a:r>
            <a:endParaRPr lang="en-US" sz="2400" dirty="0"/>
          </a:p>
        </p:txBody>
      </p:sp>
      <p:pic>
        <p:nvPicPr>
          <p:cNvPr id="3" name="Image 0" descr="C:\Projecten\eductus-trainingen\BTABOK\figuren\figuur-19-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19-5</a:t>
            </a:r>
            <a:endParaRPr lang="en-US" sz="13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Wel en niet</a:t>
            </a:r>
            <a:endParaRPr lang="en-US" sz="26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Wel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Niet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Roadmap bijwerken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Individuele ontwerpen goedkeuren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Dekkingsgraad beoordelen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—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Experimenten naar denkbare horizon besluiten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—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Eén kwartaalritme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Zelfde moment als de klantreiskaart (deel 12)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Zelfde moment als de stakeholderkaart (deel 17)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Eén terugkerend moment, geen aparte afspraak</a:t>
            </a:r>
            <a:endParaRPr lang="en-US" sz="16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4 — Het lichte charter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25 minuten, groepen van 3-4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Frequentie · wel · niet</a:t>
            </a:r>
            <a:endParaRPr lang="en-US" sz="16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Wat deze twee dagdelen hebben opgeleverd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spanning uit deel 1 definitief opgelost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roadmap als instrument met drie horizonnen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experimentkaart als derde weg naast wel/niet besluiten</a:t>
            </a:r>
            <a:endParaRPr lang="en-US" sz="16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Volgende keer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 20 — Architectuurvolwassenheid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Los aanbiedbaar. Vijf niveaus, vijf dimensies.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2026-08-17T16:44:37Z</dcterms:created>
  <dcterms:modified xsi:type="dcterms:W3CDTF">2026-08-17T16:44:37Z</dcterms:modified>
</cp:coreProperties>
</file>