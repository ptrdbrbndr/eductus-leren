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Governance en roadmap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19 — twee dagdelen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Deze twee dagdelen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het programma stopt?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 versus project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roadmap: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Experimenten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nieuwe governancemodel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Wat gebeurt er als het programma stopt?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Programma-einde, vraagteken erna</a:t>
            </a:r>
            <a:endParaRPr lang="en-US" sz="2400" dirty="0"/>
          </a:p>
        </p:txBody>
      </p:sp>
      <p:pic>
        <p:nvPicPr>
          <p:cNvPr id="3" name="Image 0" descr="C:\Projecten\eductus-trainingen\BTABOK\figuren\figuur-1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"We zijn geen bestuursorgaan. Als Mutatieplatform klaar is, is onze taak voorbij."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één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"Zonder doorlopende aandacht verwatert dit binnen een jaar."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kamp twee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Beide kampen hebben gelijk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hebben het over twee verschillende dingen</a:t>
            </a:r>
            <a:endParaRPr lang="en-US" sz="1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Product versus project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blok met een einde, een pijl zonder</a:t>
            </a:r>
            <a:endParaRPr lang="en-US" sz="2400" dirty="0"/>
          </a:p>
        </p:txBody>
      </p:sp>
      <p:pic>
        <p:nvPicPr>
          <p:cNvPr id="3" name="Image 0" descr="C:\Projecten\eductus-trainingen\BTABOK\figuren\figuur-19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19-2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soorten governance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Project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Product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Duur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tijdelijk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doorlopend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goede ding, op tijd?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blijft het gezond?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gremium ontbindt niet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charter verandert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Dit lost deel 1 definitief op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door één kant gelijk te geven — door de tijdshorizon te scheiden</a:t>
            </a:r>
            <a:endParaRPr lang="en-US" sz="1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Product of project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eigen initiatieven · doorlopende governance, of meegestopt?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roadmap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horizonnen</a:t>
            </a:r>
            <a:endParaRPr lang="en-US" sz="2400" dirty="0"/>
          </a:p>
        </p:txBody>
      </p:sp>
      <p:pic>
        <p:nvPicPr>
          <p:cNvPr id="3" name="Image 0" descr="C:\Projecten\eductus-trainingen\BTABOK\figuren\figuur-1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19-3 — vastgelegd, richtinggevend, denkbaar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Zekerheid neemt af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Horizon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Koppeling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Vastgelegd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investeringsportefeuille (deel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Richtinggevend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transformatiefasen (deel 13)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Denkbaar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optiescheppend (deel 3, 16)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Alleen vastgelegd = planning, geen roadmap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Alleen denkbaar = visie zonder houvast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De roadmapkaart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horizonnen · welk item hoort waar, en waarom?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Experimenten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experimentkaart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19-4 — hypothese, tijdvak, succescriterium, besluitmoment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chatbotidee, opnieuw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Hypothese: -15% telefonische vragen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Tijdvak: 6 weken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Uitkomst: -11%. Niet opgeschaald — niet als mislukking behandeld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Vooraf een stoppunt afspreken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Voorkomt dat een idee stilzwijgend permanent wordt</a:t>
            </a:r>
            <a:endParaRPr lang="en-US" sz="1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 experimentkaart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onzeker idee · vier velden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Het nieuwe governancemodel</a:t>
            </a:r>
            <a:endParaRPr lang="en-US" sz="3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charter op één pagina</a:t>
            </a:r>
            <a:endParaRPr lang="en-US" sz="2400" dirty="0"/>
          </a:p>
        </p:txBody>
      </p:sp>
      <p:pic>
        <p:nvPicPr>
          <p:cNvPr id="3" name="Image 0" descr="C:\Projecten\eductus-trainingen\BTABOK\figuren\figuur-19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19-5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Wel en niet</a:t>
            </a:r>
            <a:endParaRPr lang="en-US" sz="26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Roadmap bijwerken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Individuele ontwerpen goedkeuren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Dekkingsgraad beoordelen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Experimenten naar denkbare horizon besluiten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—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kwartaalritme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(deel 12)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stakeholderkaart (deel 17)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Eén terugkerend moment, geen aparte afspraak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lichte charter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Frequentie · wel · niet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deze twee dagdelen hebben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spanning uit deel 1 definitief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roadmap als instrument met drie horizonnen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experimentkaart als derde weg naast wel/niet besluiten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20 — Architectuurvolwassenheid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 aanbiedbaar. Vijf niveaus, vijf dimensies.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2026-08-17T16:47:14Z</dcterms:created>
  <dcterms:modified xsi:type="dcterms:W3CDTF">2026-08-17T16:47:14Z</dcterms:modified>
</cp:coreProperties>
</file>