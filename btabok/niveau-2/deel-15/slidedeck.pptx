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stuurgroep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van ambitie naar toetsbaar doel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Waardemethoden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antwoord aan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stuurgroep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"Zeven maanden, drie architecten fulltime. Wat heeft dat opgeleverd, in euro's of in aantoonbaar risico dat niet is opgetreden?"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Budget naast een lege kolom</a:t>
            </a:r>
            <a:endParaRPr lang="en-US" sz="2400" dirty="0"/>
          </a:p>
        </p:txBody>
      </p:sp>
      <p:pic>
        <p:nvPicPr>
          <p:cNvPr id="3" name="Image 0" descr="C:\Projecten\eductus-trainingen\BTABOK\figuren\figuur-1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15-1 — zeven maanden budget, "aantoonbare opbrengst" leeg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Losse antwoorden bestaan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heeft ze ooit opgeteld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Objectives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Ambitie naar objective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Ambitie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Objective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"Soepele klantervaring"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 kritieke breukpunten, volgende kwartaalmeting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"Minder technische schuld"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zonder test: 35% → &lt;15%, 2 kwartalen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meetinstrumenten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Bestaande instrumenten verbonden aan een datum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Ambitie naar objective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ambities herschrijven · elk met een meetdatum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waardestroom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trigger tot uitkering</a:t>
            </a:r>
            <a:endParaRPr lang="en-US" sz="2400" dirty="0"/>
          </a:p>
        </p:txBody>
      </p:sp>
      <p:pic>
        <p:nvPicPr>
          <p:cNvPr id="3" name="Image 0" descr="C:\Projecten\eductus-trainingen\BTABOK\figuren\figuur-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15-3 — vijf stappen, doorlooptijd en wachttijd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Minder dan 20% is daadwerkelijke verwerkingstijd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rest is wachten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architectuurwerk het meeste oplevert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interne verwerking versnellen (2 dagen)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de handmatige controle wegnemen (tot 10 dagen wachttijd)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waardestroom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Doorlooptijd én wachttijd · waar zit het meeste van de tijd?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Batenrealisatie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Belofte, drie meetmomenten, werkelijkheid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1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15-4 — batenrealisatieplan als tijdlijn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Waarderen vooraf voelt verplicht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Toetsen achteraf voelt vrijblijvend — en gebeurt daarom bijna nooit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koppelvlak, drie maanden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Belofte: 18.000-45.000 euro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Meting: herstelwerk naar nul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Bevestigd, met een cijfer — niet met een aanname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batenrealisatieplan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investering · als je geen meting hebt: dat IS de bevinding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Waardemethoden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rekenmethoden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van uitstel — elk kwartaal wachten heeft een prijs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Cumulatieve versus eenmalige baten — terugkerende baten wegen zwaarder over tijd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Kosten van uitstel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uitgestelde investering · wat kost elk kwartaal wachten?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Architect Value-benadering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cyclus</a:t>
            </a:r>
            <a:endParaRPr lang="en-US" sz="2400" dirty="0"/>
          </a:p>
        </p:txBody>
      </p:sp>
      <p:pic>
        <p:nvPicPr>
          <p:cNvPr id="3" name="Image 0" descr="C:\Projecten\eductus-trainingen\BTABOK\figuren\figuur-15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15-5 — waarderen → uitvoeren → meten → terugkoppelen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perfecte voorspellingen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leercyclus die elke volgende voorspelling scherper maakt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antwoord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investeringen, vijf uitkomsten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Bevestigde besparing overtreft het architectuurbudget ruim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vijf beloftes niet volledig uitgekomen — niet verzwegen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één: een foute aanname blootgelegd, meegenomen in de volgende waardering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antwoord aan de stuurgroep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investeringen · wees eerlijk over wat niet uitkwam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toetsbaar, met datum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waardestroom: waar de tijd echt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Batenrealisatie: de zelden gezette, cruciale stap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 als doorlopende cyclus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— Value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begrip. De dekkingsgraad van de architectuurpraktijk zelf.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