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Value model I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15 — twee dagdelen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Ductus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Deze twee dagdelen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vraag van de stuurgroep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Objectives: van ambitie naar toetsbaar doel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waardestroom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Batenrealisatie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Waardemethoden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Architect Value-benadering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antwoord aan de stuurgroep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1. De vraag van de stuurgroep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"Zeven maanden, drie architecten fulltime. Wat heeft dat opgeleverd, in euro's of in aantoonbaar risico dat niet is opgetreden?"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de stuurgroep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Budget naast een lege kolom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15-1 — zeven maanden budget, "aantoonbare opbrengst" leeg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Losse antwoorden bestaan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Niemand heeft ze ooit opgeteld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2. Objectives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Ambitie naar objective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Ambitie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Objective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"Soepele klantervaring"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 kritieke breukpunten, volgende kwartaalmeting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"Minder technische schuld"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% zonder test: 35% → &lt;15%, 2 kwartalen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Geen nieuwe meetinstrumenten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Bestaande instrumenten verbonden aan een datum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1 — Ambitie naar objective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Vier ambities herschrijven · elk met een meetdatum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3. De waardestroom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 trigger tot uitkering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15-3 — vijf stappen, doorlooptijd en wachttijd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Minder dan 20% is daadwerkelijke verwerkingstijd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rest is wachten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Waar architectuurwerk het meeste oplevert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Niet: interne verwerking versnellen (2 dagen)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Wel: de handmatige controle wegnemen (tot 10 dagen wachttijd)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2 — Je eigen waardestroom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 minuten, tweetallen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Doorlooptijd én wachttijd · waar zit het meeste van de tijd?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4. Batenrealisatie</a:t>
            </a:r>
            <a:endParaRPr lang="en-US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Belofte, drie meetmomenten, werkelijkheid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15-4 — batenrealisatieplan als tijdlijn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Waarderen vooraf voelt verplicht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Toetsen achteraf voelt vrijblijvend — en gebeurt daarom bijna nooit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koppelvlak, drie maanden later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Belofte: 18.000-45.000 euro per jaar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Meting: herstelwerk naar nul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Bevestigd, met een cijfer — niet met een aanname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3 — Het batenrealisatieplan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Eigen investering · als je geen meting hebt: dat IS de bevinding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5. Waardemethoden</a:t>
            </a:r>
            <a:endParaRPr lang="en-US" sz="3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Twee rekenmethoden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Kosten van uitstel — elk kwartaal wachten heeft een prijs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Cumulatieve versus eenmalige baten — terugkerende baten wegen zwaarder over tijd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4 — Kosten van uitstel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Eigen uitgestelde investering · wat kost elk kwartaal wachten?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6. De Architect Value-benadering</a:t>
            </a:r>
            <a:endParaRPr lang="en-US" sz="3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cyclus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15-5 — waarderen → uitvoeren → meten → terugkoppelen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Geen perfecte voorspellingen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leercyclus die elke volgende voorspelling scherper maakt</a:t>
            </a:r>
            <a:endParaRPr lang="en-US" sz="1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7. Het antwoord</a:t>
            </a:r>
            <a:endParaRPr lang="en-US" sz="3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Vijf investeringen, vijf uitkomsten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Bevestigde besparing overtreft het architectuurbudget ruim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Twee van de vijf beloftes niet volledig uitgekomen — niet verzwegen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Bij één: een foute aanname blootgelegd, meegenomen in de volgende waardering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5 — Het antwoord aan de stuurgroep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 minuten, groepen van 3-4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Minstens 3 investeringen · wees eerlijk over wat niet uitkwam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Wat deze twee dagdelen hebben opgeleverd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Objectives: toetsbaar, met datum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waardestroom: waar de tijd echt zit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Batenrealisatie: de zelden gezette, cruciale stap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Architect Value-benadering als doorlopende cyclus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Volgende keer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16 — Value model II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Technische schuld als financieel begrip. De dekkingsgraad van de architectuurpraktijk zelf.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2026-08-17T11:48:23Z</dcterms:created>
  <dcterms:modified xsi:type="dcterms:W3CDTF">2026-08-17T11:48:23Z</dcterms:modified>
</cp:coreProperties>
</file>