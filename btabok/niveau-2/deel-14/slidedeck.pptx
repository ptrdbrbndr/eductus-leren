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Digital Employee &amp; Digital Operations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teams, vijf ritmes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je meet is wat je krijgt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Benutting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soorten snelheid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Meetbaarheid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Vijf teams, vijf ritmes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ritmes op een tijdlijn</a:t>
            </a:r>
            <a:endParaRPr lang="en-US" sz="2400" dirty="0"/>
          </a:p>
        </p:txBody>
      </p:sp>
      <p:pic>
        <p:nvPicPr>
          <p:cNvPr id="3" name="Image 0" descr="C:\Projecten\eductus-trainingen\BTABOK\figuren\figuur-1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14-1 — frictiepunten gemarkeerd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wrijving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Portaal: dagelijks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Toezichthouderteam: cycli van 6 weken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Portaal wacht op een koppelvlak — voelt traag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Toezichthouderteam voelt de druk als onzorgvuldig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van beide werkt fout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had het ritmeverschil ooit expliciet gemaakt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Ritmes naast elkaar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teams · waar ontstaat wrijving door wachten?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Wat je meet is wat je krijgt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maatstaven, één gedeelde</a:t>
            </a:r>
            <a:endParaRPr lang="en-US" sz="2400" dirty="0"/>
          </a:p>
        </p:txBody>
      </p:sp>
      <p:pic>
        <p:nvPicPr>
          <p:cNvPr id="3" name="Image 0" descr="C:\Projecten\eductus-trainingen\BTABOK\figuren\figuur-14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14-2 — eigen maatstaf per team + een derde die verbindt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 team optimaliseert rationeel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 wat het zelf gemeten ziet worden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correctie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teambuildingsdag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derde, gedeelde maatstaf naast de eigen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"Tijd tussen aanvraag en levering van een cross-team koppelvlak"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Niet-uitgelijnde maatstaven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teams · welke gedeelde maatstaf vermindert de wrijving?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Benutting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Schaarse kennis × huidige inzet</a:t>
            </a:r>
            <a:endParaRPr lang="en-US" sz="2400" dirty="0"/>
          </a:p>
        </p:txBody>
      </p:sp>
      <p:pic>
        <p:nvPicPr>
          <p:cNvPr id="3" name="Image 0" descr="C:\Projecten\eductus-trainingen\BTABOK\figuren\figuur-14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14-3 — matrix met de uitschieter gemarkeerd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blinde vlek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Enige kenner van het oude polissysteem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Fulltime ingezet op werk dat drie anderen ook kunnen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Schaarse kennis eerst op werk dat alleen zij kan doen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Twee soorten snelheid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Identiek van buiten</a:t>
            </a:r>
            <a:endParaRPr lang="en-US" sz="2400" dirty="0"/>
          </a:p>
        </p:txBody>
      </p:sp>
      <p:pic>
        <p:nvPicPr>
          <p:cNvPr id="3" name="Image 0" descr="C:\Projecten\eductus-trainingen\BTABOK\figuren\figuur-14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14-4 — eenvoud vs. risico, zelfde uitkomst zichtbaar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verschil zit eronder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Eenvoud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Risico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Van buiten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Eronder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geautomatiseerd getest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stappen overgeslagen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 een fout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 hersteld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duur, laat ontdekt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gebeurt er als deze wijziging morgen een fout blijkt te bevatten?</a:t>
            </a:r>
            <a:endParaRPr lang="en-US" sz="3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Welk type snelheid?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team · binnen een uur gedetecteerd, of na weken?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Meetbaarheid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30 metrieken vs. 4</a:t>
            </a:r>
            <a:endParaRPr lang="en-US" sz="2400" dirty="0"/>
          </a:p>
        </p:txBody>
      </p:sp>
      <p:pic>
        <p:nvPicPr>
          <p:cNvPr id="3" name="Image 0" descr="C:\Projecten\eductus-trainingen\BTABOK\figuren\figuur-14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14-5 — welk besluit heeft elke metriek ooit gestuurd?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Voor elke metriek: welk besluit heeft hij ooit veranderd?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 niet — dan is het controle-theater, geen sturing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metrieken voor Mutatieplatform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Metriek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Stuurt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Tijd tot levering cross-team koppelvlak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capaciteitsbesluit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Openstaande breukpunten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volgende transformatiefase?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% wijzigingen zonder test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afglijden naar risicovolle snelheid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Vastgelegde besluiten per kwartaal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beklijft het besluitenlogboek?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metriektoets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dashboard · schrap wat de toets niet doorstaat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Werkritmes expliciet naast elkaar gelegd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gedeelde maatstaf naast de eigen maatstaf per team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Snelheid: eenvoud versus risico, onderscheidbaar via één vraag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metrieken in plaats van een dashboard vol ruis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15 — Value model 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dagdelen. De waarde van architectuur voor het hele programma, expliciet gemaakt.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2026-08-17T16:47:13Z</dcterms:created>
  <dcterms:modified xsi:type="dcterms:W3CDTF">2026-08-17T16:47:13Z</dcterms:modified>
</cp:coreProperties>
</file>