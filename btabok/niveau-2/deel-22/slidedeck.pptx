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Examentraining CITA-A &amp; Portfoliobeoordeling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22 — de afsluiting van niveau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Ductus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Vandaag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CITA-F versus CITA-A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portfolio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Scenario-oefeningen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Zelfbeoordeling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Afronding niveau 2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1. CITA-F versus CITA-A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Twee examenvormen</a:t>
            </a:r>
            <a:endParaRPr lang="en-US" sz="2400" dirty="0"/>
          </a:p>
        </p:txBody>
      </p:sp>
      <p:pic>
        <p:nvPicPr>
          <p:cNvPr id="3" name="Image 0" descr="C:\Projecten\eductus-trainingen\BTABOK\figuren\figuur-22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22-1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verschil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CITA-F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CITA-A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Vorm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75 vragen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portfolio + scenario's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Toetst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kennis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toegepast oordeel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Horizon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2,5 uur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jaren werk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Niet wat je weet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Wat je hebt toegepast, en hoe je oordeelt onder nieuwe omstandigheden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2. Het portfolio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Vijf mappen</a:t>
            </a:r>
            <a:endParaRPr lang="en-US" sz="2400" dirty="0"/>
          </a:p>
        </p:txBody>
      </p:sp>
      <p:pic>
        <p:nvPicPr>
          <p:cNvPr id="3" name="Image 0" descr="C:\Projecten\eductus-trainingen\BTABOK\figuren\figuur-22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22-2 — gekoppeld aan delen 11-19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mappen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Map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Delen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Engagement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11-13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Cultuur en operatie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14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Waarde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15-16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Uitvoering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17-18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Governance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19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Geen verzameling van alles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gerichte selectie, elk item met een toelichting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3. Scenario-oefeningen</a:t>
            </a:r>
            <a:endParaRPr lang="en-US" sz="3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463040"/>
            <a:ext cx="73152" cy="3474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1463040"/>
            <a:ext cx="9418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"Een nieuw team sluit zich over drie maanden aan, met een dienst die op twee bestaande systemen moet aansluiten. Geen bestaand patroon. Hoe pak je dit aan?"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51206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voorbeeldscenario, Solution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Verwachte denkstappen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#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Stap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Zoek eerst in het besluitenlogboek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Scope- en contextdiagram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3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Stakeholderkaart bijwerken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4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Binnen kaders, of naar het gremium?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Geen "juist" antwoord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Beoordeeld op systematisch, herkenbaar oordeel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Scenario-oefeningen per spoor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 per scenario, individueel + kleine groep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Solution · Information · Infrastructure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4. Zelfbeoordeling</a:t>
            </a:r>
            <a:endParaRPr lang="en-US" sz="3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rooster, nu op jezelf</a:t>
            </a:r>
            <a:endParaRPr lang="en-US" sz="2400" dirty="0"/>
          </a:p>
        </p:txBody>
      </p:sp>
      <p:pic>
        <p:nvPicPr>
          <p:cNvPr id="3" name="Image 0" descr="C:\Projecten\eductus-trainingen\BTABOK\figuren\figuur-22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22-4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Claudette op zichzelf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Design, BTS: niveau 4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Human Dynamics: niveau 4 — een automatisme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Quality Attributes: niveau 3 — niet altijd systematisch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Eerlijke zelfreflectie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CITA-A waardeert zelfkennis boven perfecte zelfpresentatie</a:t>
            </a:r>
            <a:endParaRPr lang="en-US"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5. Afronding niveau 2</a:t>
            </a:r>
            <a:endParaRPr lang="en-US" sz="3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verhaal van het portfolio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Van "sluit je gewoon aan" zonder opdrachtblad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Naar een compleet, aantoonbaar instrumentarium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Gedragen door cijfers, niet door beweringen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Niveau 2 afgesloten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Twaalf delen, van engagement tot governance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Portfolio, scenario's, zelfbeoordeling compleet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feitelijke CITA-A-beoordeling gebeurt extern, via Iasa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Niveau 3 begint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23 — De architectuurpraktijk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overgang naar het nieuwe pensioenstelsel.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2026-08-17T16:41:13Z</dcterms:created>
  <dcterms:modified xsi:type="dcterms:W3CDTF">2026-08-17T16:41:13Z</dcterms:modified>
</cp:coreProperties>
</file>