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Digital Business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idee van Team Communicatie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capability-kaart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Wendbaarheid versus stuurloosheid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Transformatie in fasen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gesprek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Het idee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chatbot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Goed uitgewerkt, technisch haalbaar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 wil volgende sprint beginnen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Claudette's vraag: "Welke capability versterkt dit?"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antwoord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Ontstaan uit enthousiasme over technologie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uit een bedrijfsbehoefte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capability-kaart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Fragment van Meridiaans kaart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13-2 — met drie mogelijke landingsplekken voor het voorstel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vragen, in volgorde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#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Versterkt dit een bestaande capability?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Breidt dit een bestaande capability uit?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Creëert dit een nieuwe capability?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Categorie 3 hoort niet bij één team te worden besloten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Ongeacht hoe goed het idee is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capability-fit-toets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voorstellen · welke categorie?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Wendbaarheid versus stuurloosheid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organisaties, allebei "agile"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13-3 — met richting vs. zonder richting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Wendbaarheid: snel bewegen binnen een richting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Zonder richting is snelheid stuurloosheid — en het ziet er hetzelfde uit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Wendbaar of stuurloos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eigen voorbeeld · ontbrak de richting, of de snelheid?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Transformatie in fasen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fasen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554480" y="1280160"/>
            <a:ext cx="90525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13-4 — stabiliseren, uitbreiden, optimaliseren
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wordt toegevoegd bij de interactieve versie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Welk besluit past waar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Fase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Toegestaan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Stabiliseren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kleine, laag-risico verbeteringen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Uitbreiden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categorie 2-voorstellen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Optimaliseren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categorie 1 + nieuwe capabilities na heroverweging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Mutatieplatform nu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Nog in stabiliseren — het rekendatumprobleem uit deel 12 bewijst het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chatbot past beter in uitbreiden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njet — een timingvraag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In welke fase zitten wij?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transformatie · welk voorstel hoort bij een andere fase?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Het gesprek</a:t>
            </a:r>
            <a:endParaRPr lang="en-US" sz="3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afwijzen — vastleggen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Legitieme categorie-2-uitbreiding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Programma zit nog in stabiliseren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Trigger: zodra de twee resterende breukpunten zijn gesloten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Zelfde patroon als het besluitenlogboek uit niveau 1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Vastleggen in plaats van afwijzen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Max. 90 woorden · concreet heroverwegingsmoment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capability-fit-toets: drie vragen, in volgorde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Wendbaarheid vereist een richting — anders is het stuurloosheid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Transformatie in fasen, elk met een eigen soort besluit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14 — Digital Employee en Digital Operations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teams, vijf culturen. Hoe snel, eenvoudig en meetbaar levert het programma echt?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2026-08-17T11:48:22Z</dcterms:created>
  <dcterms:modified xsi:type="dcterms:W3CDTF">2026-08-17T11:48:22Z</dcterms:modified>
</cp:coreProperties>
</file>