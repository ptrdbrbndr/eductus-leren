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Specialisatiekeuze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architecten, drie sporen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vijf specialisaties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specialisatie-fit-toets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Wanneer de keuze niet vanzelf spreekt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keuzes van de drie architecten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Drie architecten, drie sporen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Zelfde titel, ander werk</a:t>
            </a:r>
            <a:endParaRPr lang="en-US" sz="2400" dirty="0"/>
          </a:p>
        </p:txBody>
      </p:sp>
      <p:pic>
        <p:nvPicPr>
          <p:cNvPr id="3" name="Image 0" descr="C:\Projecten\eductus-trainingen\BTABOK\figuren\figuur-21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21-1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Veertien maanden, drie patronen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Claudette: klantreizen, koppelvlakken, waardestromen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 1: datamodellen, gegevenskwaliteit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 2: infrastructuur, schaalbaarheid, deployment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Niemand deed iets fout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deden alle drie waardevol werk — alleen ander werk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vijf specialisaties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wiel, vijf accenten</a:t>
            </a:r>
            <a:endParaRPr lang="en-US" sz="2400" dirty="0"/>
          </a:p>
        </p:txBody>
      </p:sp>
      <p:pic>
        <p:nvPicPr>
          <p:cNvPr id="3" name="Image 0" descr="C:\Projecten\eductus-trainingen\BTABOK\figuren\figuur-2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21-2 — vijf pijlers als gedeelde kern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Kort gekarakteriseerd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Spoor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Accent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Solution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verbindend, cross-team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Business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strategie-aansluiting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Information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data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Infrastructure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platform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Software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componenten, code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Zelfde vijf pijlers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verschil zit in waar je ze het diepst toepast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specialisatie-fit-toets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toets</a:t>
            </a:r>
            <a:endParaRPr lang="en-US" sz="2400" dirty="0"/>
          </a:p>
        </p:txBody>
      </p:sp>
      <p:pic>
        <p:nvPicPr>
          <p:cNvPr id="3" name="Image 0" descr="C:\Projecten\eductus-trainingen\BTABOK\figuren\figuur-2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21-3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Claudette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Solution 55% · Business 20%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Information 10% · Infrastructure 10% · Software 5%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Eenduidig antwoord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specialisatie-fit-toets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percentages · optellen tot 100%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Wanneer de keuze niet vanzelf spreekt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Ervaring × richting</a:t>
            </a:r>
            <a:endParaRPr lang="en-US" sz="2400" dirty="0"/>
          </a:p>
        </p:txBody>
      </p:sp>
      <p:pic>
        <p:nvPicPr>
          <p:cNvPr id="3" name="Image 0" descr="C:\Projecten\eductus-trainingen\BTABOK\figuren\figuur-21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21-4 — vier kwadranten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CITA-A is geen beloning voor wat je al deed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investering in een richting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Ervaring versus richting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 kwadrant? Wat betekent dat?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Twee specialisaties naast elkaar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Concrete voorbeelden, geen definities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De keuzes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architecten, drie besluiten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→ Solution (bevestiging)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 1 → Information (bewuste keuze, niet toeval)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 2 → Infrastructure (bevestiging)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kiest Business of Software — niet minder waard, gewoon niet passend hier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keuze onderbouwen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Max. 100 woorden, in besluitenlogboek-stijl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22 — Examentraining CITA-A en portfoliobeoordeling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afsluiting van niveau 2.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2026-08-17T16:47:14Z</dcterms:created>
  <dcterms:modified xsi:type="dcterms:W3CDTF">2026-08-17T16:47:14Z</dcterms:modified>
</cp:coreProperties>
</file>