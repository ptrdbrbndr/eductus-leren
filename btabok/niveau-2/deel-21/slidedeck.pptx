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Specialisatiekeuze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sporen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specialisatie-fit-toets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 de keuze niet vanzelf spreekt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keuzes van de drie architecten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sporen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titel, ander werk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Veertien maanden, drie patronen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klantreizen, koppelvlakken, waardestromen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1: datamodellen, gegevenskwaliteit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2: infrastructuur, schaalbaarheid, deployment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deed iets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deden alle drie waardevol werk — alleen ander werk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wiel, vijf accenten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21-2 — vijf pijlers als gedeelde kern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Kort gekarakteriseerd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Spoor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Solution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verbindend, cross-team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strategie-aansluiting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Infrastructure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platform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Software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componenten, code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vijf pijlers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verschil zit in waar je ze het diepst toepast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specialisatie-fit-toets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toets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Claudette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55% · Business 20%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10% · Infrastructure 10% · Software 5%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Eenduidig antwoord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specialisatie-fit-toets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percentages · optellen tot 100%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Wanneer de keuze niet vanzelf spreekt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Ervaring × richting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21-4 — vier kwadranten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CITA-A is geen beloning voor wat je al deed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investering in een richting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Ervaring versus richting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kwadrant? Wat betekent dat?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Twee specialisaties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Concrete voorbeelden, geen definities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keuzes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besluiten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→ Solution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 → Information (bewuste keuze, niet toeval)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 → Infrastructure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kiest Business of Software — niet minder waard, gewoon niet passend hier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keuze onderbouwen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woorden, in 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Examentraining CITA-A en portfoliobeoordeling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afsluiting van niveau 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2026-08-17T11:48:24Z</dcterms:created>
  <dcterms:modified xsi:type="dcterms:W3CDTF">2026-08-17T11:48:24Z</dcterms:modified>
</cp:coreProperties>
</file>