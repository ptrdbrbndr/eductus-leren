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engagement model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11 — start van niveau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Niveau 1: wat een architect moet kunnen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2: hoe je dat aanbiedt als dienst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"Sluit je gewoon aan"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dienst is geen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 met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Nieuwe casusfase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Anderhalf jaar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 start transformatieprogramma Mutatieplatform ↗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 nu, niet meer alleen Claudette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wordt gevraagd zich aan te sluiten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"Sluit je gewoon aan"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"Jij bent onze architectuurexpert, dus waar nodig schuif je aan."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programmadirecteur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weken, vijf teams</a:t>
            </a:r>
            <a:endParaRPr lang="en-US" sz="2400" dirty="0"/>
          </a:p>
        </p:txBody>
      </p:sp>
      <p:pic>
        <p:nvPicPr>
          <p:cNvPr id="3" name="Image 0" descr="C:\Projecten\eductus-trainingen\BTABOK\figuren\figuur-1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11-1 — vijf compleet verschillende verzoeken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Zestig uur per week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idee of ze iets heeft bijgedragen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Een dienst is geen taak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dienst heeft een omschreven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taak niet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Vijf verzoeken, hergroepeerd</a:t>
            </a:r>
            <a:endParaRPr lang="en-US" sz="2400" dirty="0"/>
          </a:p>
        </p:txBody>
      </p:sp>
      <p:pic>
        <p:nvPicPr>
          <p:cNvPr id="3" name="Image 0" descr="C:\Projecten\eductus-trainingen\BTABOK\figuren\figuur-1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11-2 — drie diensten + één aanwezigheidsverzoek dat vervalt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taak naar dienst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"Review deze API"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Architectuurreview, 2 werkdagen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"Ontwerp het datamodel"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Ontwerpbegeleiding, apart traject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"Beslecht dit conflict"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Technische escalatie, vastgelegd besluit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"Wees er gewoon bij"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Geen dienst — geweigerd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Taak of dienst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verzoeken · dienst, taak-tot-hergroeperen, of aanwezigheidsverzoek?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opdrachtblad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Zeven velden</a:t>
            </a:r>
            <a:endParaRPr lang="en-US" sz="2400" dirty="0"/>
          </a:p>
        </p:txBody>
      </p:sp>
      <p:pic>
        <p:nvPicPr>
          <p:cNvPr id="3" name="Image 0" descr="C:\Projecten\eductus-trainingen\BTABOK\figuren\figuur-1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11-3 — ingevuld voor Claudette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kern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Claudette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Type dienst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 afgebakende diensten, geen "bouw"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 mandaat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niets — adviseert, team beslist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Exitcriteria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bij oplevering, of eerder bij herziening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Zonder exitmoment wordt tijdelijk stilzwijgend permanent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als bij het besluitenlogboek uit deel 7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opdrachtblad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velden · welk veld kon je niet invullen zonder aannames?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architectuurlevenscyclus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Zes fasen</a:t>
            </a:r>
            <a:endParaRPr lang="en-US" sz="2400" dirty="0"/>
          </a:p>
        </p:txBody>
      </p:sp>
      <p:pic>
        <p:nvPicPr>
          <p:cNvPr id="3" name="Image 0" descr="C:\Projecten\eductus-trainingen\BTABOK\figuren\figuur-11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11-4 — instroom, verkenning, definitie, levering, borging, evaluatie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probleem, opnieuw bekeken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Instroom: ja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Verkenning: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Definitie: overgeslagen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 de leveringsfase in — vijf losse taken, geen opdrachtblad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we?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 · welke fase ontbreekt, wat is het risico?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afgebakende diensten: 60 uur per week, geen meetbaar effect. Met drie diensten: aantoonbare bijdrage aan minder herstelwerk, voorspelbare tijdsbesteding."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keuzemenu, deel 8-stijl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van de drie diensten direct akkoord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derde (escalatie) apart besproken met de teamleads — hun mandaat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eenzijdig opgelegd — een gespreksstarter, onderhandelbaar (deel 5)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Dienst versus taak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opdrachtblad, met exitcriteria als kernveld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architectuurlevenscyclus als diagnose-instrument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12 — Digital Customer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zijn de mensen aan het eind van het Mutatieplatform?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2026-08-17T16:47:12Z</dcterms:created>
  <dcterms:modified xsi:type="dcterms:W3CDTF">2026-08-17T16:47:12Z</dcterms:modified>
</cp:coreProperties>
</file>