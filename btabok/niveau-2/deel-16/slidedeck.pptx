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Value model II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portefeuillevraag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schuld als financieel begrip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Investeringsplanning op portefeuilleniveau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Structurele complexiteit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architectuur-dekkingsgraad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Risicomethoden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portefeuillevraag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"Vijfendertig punten op de lijst. Waar geven we volgend kwartaal ons geld aan uit?"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lijst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16-1 — 35 ongesorteerde punten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15: wat is bewezen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deel: hoe kies je uit wat nog moet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Technische schuld als lening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Hoofdsom, rente, aflossing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16-2 — de schuldmetafoor uitgewerkt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het koppelvlak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Hoofdsom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kosten van een tussenlaag destijds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Rente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18.000-45.000/jaar herstelwerk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Aflossing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uiteindelijke reparatie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alle schuld is slecht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probleem: niemand weet dat de lening bestaat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schuldmetafoor toepassen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voorbeeld · hoofdsom, rente, aflossing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Investeringsplanning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typen, vijfendertig punten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16-3 — hergroepeerd met streefverhouding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Mutatieplatform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Type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Aantal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Renderend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Beschermend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Verplicht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Optiescheppend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Zonder indeling gaat het budget naar renderend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drie verplichte punten blijven buiten beeld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De investeringsportefeuille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Tien punten indelen · welk type is ondervertegenwoordigd?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Structurele complexiteit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Groot maar eenvoudig, klein maar verbonden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16-4 — twee systemen naast elkaar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Als je één ding wijzigt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Hoeveel andere dingen moet je meenemen?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Structurele complexiteit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eigen systemen · klopt je intuïtie?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De architectuur-dekkingsgraad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pensioenanalogie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16-5 — bezit/verplichtingen naast gedekt risico/totaal risico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dekkingsgraden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Pensioen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Architectuur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Bezit ÷ verplichtingen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Gedekt risico ÷ totaal risico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 100%: tekort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 streefwaarde: risico op vertrouwen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Mutatieplatform: 60%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van de 5 breukpunten gedekt, 2 draaien op vertrouwen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Je eigen dekkingsgraad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risicogebied · gedekt vs. op vertrouwen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Risicomethoden</a:t>
            </a:r>
            <a:endParaRPr lang="en-US" sz="3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risicoregister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16-6 — alle risico's, kans × impact, dekkingsgraad als kolom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antwoord aan Bart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categorieën, niet 35 losse punten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"Nu kan ik hier iets mee"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omdat het minder is — omdat het zijn eigen taal spreekt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schuld: een lening, geen morele categorie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investeringsportefeuille voorkomt verdringing door het makkelijkste type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architectuur-dekkingsgraad maakt risico net zo serieus als financiën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17 — Operating model 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Besluiten, ontwerp en stakeholders als doorlopend ritme.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2026-08-17T11:48:23Z</dcterms:created>
  <dcterms:modified xsi:type="dcterms:W3CDTF">2026-08-17T11:48:23Z</dcterms:modified>
</cp:coreProperties>
</file>