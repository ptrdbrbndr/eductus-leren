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Operating model I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architecten, drie logboeken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Besluiten: één gedeeld logboek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Patronen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Requirements in uitvoering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Stakeholders in uitvoering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Drie architecten, drie logboeken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bijna identieke patronen</a:t>
            </a:r>
            <a:endParaRPr lang="en-US" sz="2400" dirty="0"/>
          </a:p>
        </p:txBody>
      </p:sp>
      <p:pic>
        <p:nvPicPr>
          <p:cNvPr id="3" name="Image 0" descr="C:\Projecten\eductus-trainingen\BTABOK\figuren\figuur-17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17-1 — onafhankelijk ontstaan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Geen falen van het idee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gebeurt er als één-persoons-gereedschap meerdere gebruikers krijgt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Eén gedeeld logboek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 drie bestanden naar één register</a:t>
            </a:r>
            <a:endParaRPr lang="en-US" sz="2400" dirty="0"/>
          </a:p>
        </p:txBody>
      </p:sp>
      <p:pic>
        <p:nvPicPr>
          <p:cNvPr id="3" name="Image 0" descr="C:\Projecten\eductus-trainingen\BTABOK\figuren\figuur-17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17-2 — dezelfde 5 velden, plus auteur, doorzoekbaar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Zoek eerst. Beslis dan.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goedkeuringsproces — twee minuten zoeken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Patronen</a:t>
            </a:r>
            <a:endParaRPr lang="en-US" sz="3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patroonkaart</a:t>
            </a:r>
            <a:endParaRPr lang="en-US" sz="2400" dirty="0"/>
          </a:p>
        </p:txBody>
      </p:sp>
      <p:pic>
        <p:nvPicPr>
          <p:cNvPr id="3" name="Image 0" descr="C:\Projecten\eductus-trainingen\BTABOK\figuren\figuur-17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17-3 — naam, probleem, wanneer wel, wanneer niet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"Wanneer het niet past"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Zonder dat veld wordt een patroon een dogma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Een patroonkaart schrijven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oplossing die je meer dan één keer hebt toegepast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Zoek eerst, beslis dan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eigen voorbeeld van onafhankelijk hetzelfde opgelost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Requirements in uitvoering</a:t>
            </a:r>
            <a:endParaRPr lang="en-US" sz="3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requirement die drie keer wijzigt</a:t>
            </a:r>
            <a:endParaRPr lang="en-US" sz="2400" dirty="0"/>
          </a:p>
        </p:txBody>
      </p:sp>
      <p:pic>
        <p:nvPicPr>
          <p:cNvPr id="3" name="Image 0" descr="C:\Projecten\eductus-trainingen\BTABOK\figuren\figuur-17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17-4 — reden en effect op eerder werk per wijziging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vragen bij elke wijziging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#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Vraag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is er veranderd, en waarom?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Welk eerder werk is geraakt?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Wijziging, of een nieuwe requirement naast de oude?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Vraag 3 is de subtielste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Bepaalt of je aanpast, of opnieuw begint</a:t>
            </a:r>
            <a:endParaRPr lang="en-US" sz="1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Wijziging of nieuwe requirement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situaties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Stakeholders in uitvoering</a:t>
            </a:r>
            <a:endParaRPr lang="en-US" sz="3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kaart veroudert</a:t>
            </a:r>
            <a:endParaRPr lang="en-US" sz="2400" dirty="0"/>
          </a:p>
        </p:txBody>
      </p:sp>
      <p:pic>
        <p:nvPicPr>
          <p:cNvPr id="3" name="Image 0" descr="C:\Projecten\eductus-trainingen\BTABOK\figuren\figuur-17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17-5 — twee versies, zes maanden ertussen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levend document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alleen bij de start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Vast hercontrolemoment — gekoppeld aan de kwartaalcyclus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Zelfde moment als de klantreiskaart uit deel 12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De stakeholderkaart hercontroleren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kaart · wie is van kwadrant veranderd?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Terug naar het dubbele patroon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Samengevoegd tot één patroonkaart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overbodig werk — bevestiging dat het patroon robuust is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verschillen leveren input voor een betere, gecombineerde kaart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18 — Operating model II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Views, kwaliteitsborging, deliverables en repository.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2026-08-17T16:41:12Z</dcterms:created>
  <dcterms:modified xsi:type="dcterms:W3CDTF">2026-08-17T16:41:12Z</dcterms:modified>
</cp:coreProperties>
</file>