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Operating model II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architect die vertrekt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Views: een consistente set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Kwaliteitsborging van documenten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Deliverables: één standaard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Repository: wie bewaakt het geheel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architect die vertrekt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overdrachtslijst</a:t>
            </a:r>
            <a:endParaRPr lang="en-US" sz="2400" dirty="0"/>
          </a:p>
        </p:txBody>
      </p:sp>
      <p:pic>
        <p:nvPicPr>
          <p:cNvPr id="3" name="Image 0" descr="C:\Projecten\eductus-trainingen\BTABOK\figuren\figuur-18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18-1 — 40 punten, een derde onduidelijk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slordigheid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Werk dat nooit in overdraagbare vorm stond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Views: een consistente set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architecten, drie invullingen</a:t>
            </a:r>
            <a:endParaRPr lang="en-US" sz="2400" dirty="0"/>
          </a:p>
        </p:txBody>
      </p:sp>
      <p:pic>
        <p:nvPicPr>
          <p:cNvPr id="3" name="Image 0" descr="C:\Projecten\eductus-trainingen\BTABOK\figuren\figuur-18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18-2 — "de technische view", geen twee hetzelfde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Vaste vragen per view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View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Moet beantwoorden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Bestuurlijk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Besluit? Kosten? Bij uitstel?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Functioneel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verandert, voor wie, vanaf wanneer?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Technisch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Onderdelen? Aannames? Niet getest?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Kwaliteitsborging van documenten</a:t>
            </a:r>
            <a:endParaRPr lang="en-US" sz="3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vragen</a:t>
            </a:r>
            <a:endParaRPr lang="en-US" sz="2400" dirty="0"/>
          </a:p>
        </p:txBody>
      </p:sp>
      <p:pic>
        <p:nvPicPr>
          <p:cNvPr id="3" name="Image 0" descr="C:\Projecten\eductus-trainingen\BTABOK\figuren\figuur-18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18-3 — checklist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Kan iemand die er niet bij was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Dit gebruiken zonder de auteur te bellen?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vertrokken collega, achteraf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 van 36 documenten falen op vraag 2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"Bij gelegenheid" in plaats van een concrete trigger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Onzichtbaar zolang de auteur er nog was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De kwaliteitsborgingtoets op je eigen werk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vragen · welke scoort het zwakst?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De vaste vragen per view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document · herschrijf tot de vragen beantwoord zijn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Deliverables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Type werk → verwachte deliverable</a:t>
            </a:r>
            <a:endParaRPr lang="en-US" sz="2400" dirty="0"/>
          </a:p>
        </p:txBody>
      </p:sp>
      <p:pic>
        <p:nvPicPr>
          <p:cNvPr id="3" name="Image 0" descr="C:\Projecten\eductus-trainingen\BTABOK\figuren\figuur-18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18-4 — vier rijen, vaste onderdelen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Dezelfde beweging als deze cursus zelf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Reader, werkboek, slidedeck, docentenhandleiding — elk deel, elke keer</a:t>
            </a:r>
            <a:endParaRPr lang="en-US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Je eigen deliverable-standaard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Minstens 3 soorten werk · vaste onderdelen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Repository</a:t>
            </a:r>
            <a:endParaRPr lang="en-US" sz="3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Eén plek, één bewaker</a:t>
            </a:r>
            <a:endParaRPr lang="en-US" sz="2400" dirty="0"/>
          </a:p>
        </p:txBody>
      </p:sp>
      <p:pic>
        <p:nvPicPr>
          <p:cNvPr id="3" name="Image 0" descr="C:\Projecten\eductus-trainingen\BTABOK\figuren\figuur-18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18-5 — instrumenten rond een centrale repository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Elk instrument had een gebruiker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Niemand had het geheel</a:t>
            </a:r>
            <a:endParaRPr lang="en-US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oplossing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nieuwe fulltime functie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architect per maand, één uur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Kwaliteitsborgingtoets op nieuwe documenten — signaleren, niet oplossen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De repository-rol invoeren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Bestaat het al? Wie bewaakt het geheel?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dit deel heeft opgeleverd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Consistente views, ongeacht wie ze invult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Documentkwaliteitsborging: dezelfde toets als op het systeem, nu op de documenten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Deliverable-standaard en repository-eigenaarschap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19 — Governance en roadmap (twee dagdelen)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spanning tussen kaders stellen en ontwerpen, definitief uitgewerkt.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2026-08-17T16:41:12Z</dcterms:created>
  <dcterms:modified xsi:type="dcterms:W3CDTF">2026-08-17T16:41:12Z</dcterms:modified>
</cp:coreProperties>
</file>