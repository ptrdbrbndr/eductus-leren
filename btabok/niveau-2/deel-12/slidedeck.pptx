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Customer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schermen, twee verhalen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ecosysteem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klantreis over teamgrenzen heen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Innoveren binnen en buiten de kaders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het breukpunt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Twee schermen, twee verhalen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incident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Portaal toont bedrag A, uitlegpagina toont bedrag B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Portaal: rekendatum van vandaag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Communicatie: rekendatum ververst 's nachts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Beide correct volgens hun eigen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breukpunt</a:t>
            </a:r>
            <a:endParaRPr lang="en-US" sz="2400" dirty="0"/>
          </a:p>
        </p:txBody>
      </p:sp>
      <p:pic>
        <p:nvPicPr>
          <p:cNvPr id="3" name="Image 0" descr="C:\Projecten\eductus-trainingen\BTABOK\figuren\figuur-1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12-1 — deelnemersreis met breukpunt tussen twee teams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onzorgvuldigheid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de rol om over de teamgrens heen te kijken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ecosysteem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Rond de deelnemer</a:t>
            </a:r>
            <a:endParaRPr lang="en-US" sz="2400" dirty="0"/>
          </a:p>
        </p:txBody>
      </p:sp>
      <p:pic>
        <p:nvPicPr>
          <p:cNvPr id="3" name="Image 0" descr="C:\Projecten\eductus-trainingen\BTABOK\figuren\figuur-1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12-2 — werkgever, adviseur, toezichthouder, verantwoordingsorgaan, nabestaanden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Partijen zonder klantrelatie, mét invloed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Werkgever · financieel adviseur · toezichthouder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Verantwoordingsorgaan · nabestaanden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financieel adviseur: nooit als stakeholder benoemd, ondanks een groot deel van het gebruik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ecosysteem in 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5 partijen zonder directe klantrelatie · ooit benoemd als stakeholder?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klantreis over teamgrenzen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klantreiskaart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2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12-3 — tijdlijn boven, teams eronder gelaagd, breukpunten op de kruisingen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breukpunten bij Mutatieplatform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al opgetreden. Drie nog niet.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je bij elk breukpunt vastlegt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technische specificatie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zorgt voor consistentie op deze overgang, en hoe wordt dat getoetst?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het rekendatumprobleem: geen van beide teams fout — niemand had de vraag gesteld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klantreiskaart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Teken de reis · markeer teamgrenzen · welk breukpunt is al opgetreden?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Innoveren binnen en buiten kaders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innovatie</a:t>
            </a:r>
            <a:endParaRPr lang="en-US" sz="2400" dirty="0"/>
          </a:p>
        </p:txBody>
      </p:sp>
      <p:pic>
        <p:nvPicPr>
          <p:cNvPr id="3" name="Image 0" descr="C:\Projecten\eductus-trainingen\BTABOK\figuren\figuur-1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12-4 — binnen kaders vs. buiten kaders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beslist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Binnen 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Buiten 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eigen laadtijd verbeteren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hele intake herzien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team zelf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programma als geheel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logica als deel 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Kaders stellen vs. ontwerpen — nu toegepast op innovatie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Binnen of buiten de kaders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 · wie beslist?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Terug naar het breukpunt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oplossing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governancelaag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vier weken een half uur: klantreiskaart samen bijwerken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precies in het opdrachtblad uit deel 11 — de derde dienst, nu concreet ingevuld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lichte governance-voorstel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100 woorden · geen nieuwe goedkeuringslaag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ecosysteem is groter dan de directe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klantreiskaart maakt breukpunten zichtbaar vóórdat ze incidenten worden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Innovatie: binnen kaders (team) versus buiten kaders (programma)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 — Digital Business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Past deze functie op de capability-kaart, of is het een afleiding?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2026-08-17T16:47:12Z</dcterms:created>
  <dcterms:modified xsi:type="dcterms:W3CDTF">2026-08-17T16:47:12Z</dcterms:modified>
</cp:coreProperties>
</file>