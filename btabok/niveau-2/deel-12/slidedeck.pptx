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Digital Customer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Ductus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Vandaag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Twee schermen, twee verhalen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ecosysteem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klantreis over teamgrenzen heen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Innoveren binnen en buiten de kaders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Terug naar het breukpunt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Twee schermen, twee verhalen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incident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Portaal toont bedrag A, uitlegpagina toont bedrag B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Portaal: rekendatum van vandaag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Communicatie: rekendatum ververst 's nachts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Beide correct volgens hun eigen requirement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breukpunt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12-1 — deelnemersreis met breukpunt tussen twee teams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Niet onzorgvuldigheid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Niemand had de rol om over de teamgrens heen te kijken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2. Het ecosysteem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Rond de deelnemer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12-2 — werkgever, adviseur, toezichthouder, verantwoordingsorgaan, nabestaanden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Partijen zonder klantrelatie, mét invloed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Werkgever · financieel adviseur · toezichthouder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Verantwoordingsorgaan · nabestaanden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financieel adviseur: nooit als stakeholder benoemd, ondanks een groot deel van het gebruik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1 — Het ecosysteem in kaart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Minimaal 5 partijen zonder directe klantrelatie · ooit benoemd als stakeholder?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3. De klantreis over teamgrenzen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klantreiskaart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12-3 — tijdlijn boven, teams eronder gelaagd, breukpunten op de kruisingen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Vijf breukpunten bij Mutatieplatform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Twee al opgetreden. Drie nog niet.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Wat je bij elk breukpunt vastlegt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technische specificatie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Wie zorgt voor consistentie op deze overgang, en hoe wordt dat getoetst?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Bij het rekendatumprobleem: geen van beide teams fout — niemand had de vraag gesteld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2 — Je eigen klantreiskaart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minuten, tweetallen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Teken de reis · markeer teamgrenzen · welk breukpunt is al opgetreden?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4. Innoveren binnen en buiten kaders</a:t>
            </a:r>
            <a:endParaRPr lang="en-US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Twee soorten innovatie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554480" y="1280160"/>
            <a:ext cx="90525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12-4 — binnen kaders vs. buiten kaders
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Wie beslist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Binnen kaders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Buiten kaders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Voorbeeld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eigen laadtijd verbeteren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hele intake herzien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Wie beslist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het team zelf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het programma als geheel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Dezelfde logica als deel 9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Kaders stellen vs. ontwerpen — nu toegepast op innovatie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3 — Binnen of buiten de kaders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Vijf voorstellen · wie beslist?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5. Terug naar het breukpunt</a:t>
            </a:r>
            <a:endParaRPr lang="en-US" sz="3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Claudette's oplossing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nieuwe governancelaag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Elke vier weken een half uur: klantreiskaart samen bijwerken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Past precies in het opdrachtblad uit deel 11 — de derde dienst, nu concreet ingevuld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4 — Het lichte governance-voorstel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Max. 100 woorden · geen nieuwe goedkeuringslaag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Wat dit deel heeft opgeleverd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ecosysteem is groter dan de directe klant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klantreiskaart maakt breukpunten zichtbaar vóórdat ze incidenten worden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Innovatie: binnen kaders (team) versus buiten kaders (programma)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Volgende keer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13 — Digital Business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Past deze functie op de capability-kaart, of is het een afleiding?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2026-08-17T11:48:22Z</dcterms:created>
  <dcterms:modified xsi:type="dcterms:W3CDTF">2026-08-17T11:48:22Z</dcterms:modified>
</cp:coreProperties>
</file>