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gevorderd — Deel 15, Dagdeel 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deze twee dagdelen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Vandaag: decompositie, FEEL, boxed expressions, iterators, BKM's.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dan vijf tot zeven kolommen, of je overziet de volledigheid niet meer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tabel met te veel kolommen, doorgestreept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het signaal uit niveau 1, deel 6, §6.5.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grote beslissing, meerdere kleinere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1-drd-decomposi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129" y="1234440"/>
            <a:ext cx="595269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DRD wordt architectuur, geen plaatje.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Kortingspercentage als tussenliggende decision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1-drd-decomposi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129" y="1234440"/>
            <a:ext cx="595269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de Meridiaan-casus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Casusfragment §15.1 — waarom hier splitsen.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Decomponeer de vervroegde-uittredingberekening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Motiveer de snijlijnen.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contexts, lists, temporele expressies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categorieën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vóór de details.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Peildatums, ingangsdatums, periodes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datumberekening met een duration-uitkomst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komt in vrijwel elke pensioenberekening terug — extra aandacht.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Tekst, lijsten, datums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korte referentietabel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Ken de meest gebruikte uit het hoofd, de rest zoek je op.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FEEL-expressies, oplopend in complexiteit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met ruimte voor vragen. Expressie 5, 9 en 10 (temporeel) verdienen extra tijd.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expressions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2-boxed-expre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774" y="1234440"/>
            <a:ext cx="681540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beslistabel is er maar één van zes.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· context · invocation · relation · function · iterator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2-boxed-expre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774" y="1234440"/>
            <a:ext cx="681540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korte voorbeelden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Wanneer een tabel niet meer de juiste vorm is.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boxed expression — zes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kort klassikaal 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· every · some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3-ite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636" y="1234440"/>
            <a:ext cx="7637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15.3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Transformeren, of toetsen — het verschil in één zin.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toepassen — en ontwerp een herbruikbare BKM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+ 30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Opdracht 5 mag doorlopen naar dagdeel 2 indien nodig. Einde dagdeel 1.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gevorderd — Deel 15, Dagdeel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Beeldmerk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Korte terugblik: decompositie, FEEL, boxed expressions, BKM's.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blijven hangen, wat niet?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korte expressies om te beantwoorden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Peil de zaal voordat je verdergaat — dit bepaalt het tempo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BKM-ontwerp, indien nog niet klaar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Kort, alleen als nodig.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Subsumptie en onbereikbare regels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4-tabelanaly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586" y="1234440"/>
            <a:ext cx="673177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 nieuwe begrippen naast de bekende drie uit niveau 1.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regel opgeslokt door een bredere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4-tabelanaly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586" y="1234440"/>
            <a:ext cx="673177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altijd zichtbaar zonder de ranges naast elkaar te leggen.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 zichzelf, nooit aan de beurt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4-tabelanaly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586" y="1234440"/>
            <a:ext cx="673177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— een First-hit-policy tabel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volgorde-probleem, geen overlap-probleem.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ja. Subsumptie: soms. Bedoeld of fout: nooit.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 van detectie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blijft mensenwerk — de businessbetekenis kent alleen een mens.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de fout in vier tabellen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Onderscheid subsumptie/onbereikbaarheid wordt vaak verward — expliciet 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testen geen bijzaak 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Testen is een deliverable, geen restpost.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gevallen, grenzen, foutgevoelige combinaties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5-testset-dekkings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soorten testgevallen, niet alleen de voor de hand liggende.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van de tabel wordt geraakt?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5\figuur-15-5-testset-dekkings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een dekkingsmatrix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parallel met codedekking in softwaretesten.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verandert er als de regel wijzigt?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Voor/na van een testrun bij een gewijzigde staffel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Vooruitwijzing naar deel 16 — regelbeheer.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de volledige testset op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ruim de tijd. Verbind expliciet met de tabelanalyse uit opdracht 6.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beoordelaar hier zoekt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deel is de directe voorbereiding op de beoordeelde modelleeropdracht in deel 22.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rekenregels zijn nu gedecomponeerd, getest en herbruikbaar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de programmadeliverables tot nu toe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 — beslismanagement en regelbeheer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testset van vandaag is de basis voor het regressietesten dat daar centraal staat.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2026-08-17T15:44:29Z</dcterms:created>
  <dcterms:modified xsi:type="dcterms:W3CDTF">2026-08-17T15:44:29Z</dcterms:modified>
</cp:coreProperties>
</file>