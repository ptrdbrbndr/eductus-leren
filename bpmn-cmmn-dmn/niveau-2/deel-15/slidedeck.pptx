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15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gevorderd — Deel 15, Dagdeel 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BPMN, CMMN &amp; DMN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deze twee dagdelen kun je…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leerdoelen uit de reader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Vandaag: decompositie, FEEL, boxed expressions, iterators, BKM's.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Meer dan vijf tot zeven kolommen, of je overziet de volledigheid niet meer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tabel met te veel kolommen, doorgestreept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Herhaling van het signaal uit niveau 1, deel 6, §6.5.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grote beslissing, meerdere kleinere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1-drd-decomposi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8129" y="1234440"/>
            <a:ext cx="595269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DRD wordt architectuur, geen plaatje.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Kortingspercentage als tussenliggende decision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1-drd-decomposi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8129" y="1234440"/>
            <a:ext cx="595269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de Meridiaan-casus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Casusfragment §15.1 — waarom hier splitsen.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Decomponeer de vervroegde-uittredingberekening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Motiveer de snijlijnen.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Types, contexts, lists, temporele expressies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categorieën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Introductie vóór de details.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Peildatums, ingangsdatums, periodes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datumberekening met een duration-uitkomst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komt in vrijwel elke pensioenberekening terug — extra aandacht.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Tekst, lijsten, datums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korte referentietabel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Ken de meest gebruikte uit het hoofd, de rest zoek je op.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Twaalf FEEL-expressies, oplopend in complexiteit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met ruimte voor vragen. Expressie 5, 9 en 10 (temporeel) verdienen extra tijd.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Boxed expressions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2-boxed-expr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774" y="1234440"/>
            <a:ext cx="681540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beslistabel is er maar één van zes.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· context · invocation · relation · function · iterator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2-boxed-expres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6774" y="1234440"/>
            <a:ext cx="6815404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korte voorbeelden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Wanneer een tabel niet meer de juiste vorm is.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Kies de boxed expression — zes situaties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kort klassikaal 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· every · some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3-itera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5636" y="1234440"/>
            <a:ext cx="7637680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Figuur 15.3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Transformeren, of toetsen — het verschil in één zin.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Iterator toepassen — en ontwerp een herbruikbare BKM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15 + 30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Opdracht 5 mag doorlopen naar dagdeel 2 indien nodig. Einde dagdeel 1.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DMN gevorderd — Deel 15, Dagdeel 2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Beeldmerk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Korte terugblik: decompositie, FEEL, boxed expressions, BKM's.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blijven hangen, wat niet?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korte expressies om te beantwoorden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Peil de zaal voordat je verdergaat — dit bepaalt het tempo van vandaag.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BKM-ontwerp, indien nog niet klaar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Kort, alleen als nodig.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Subsumptie en onbereikbare regels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4-tabelanaly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8586" y="1234440"/>
            <a:ext cx="673177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Twee nieuwe begrippen naast de bekende drie uit niveau 1.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regel opgeslokt door een bredere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4-tabelanaly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8586" y="1234440"/>
            <a:ext cx="673177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Niet altijd zichtbaar zonder de ranges naast elkaar te leggen.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op zichzelf, nooit aan de beurt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4-tabelanaly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8586" y="1234440"/>
            <a:ext cx="6731779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2 — een First-hit-policy tabel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volgorde-probleem, geen overlap-probleem.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Overlap: ja. Subsumptie: soms. Bedoeld of fout: nooit.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niveaus van detectie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blijft mensenwerk — de businessbetekenis kent alleen een mens.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Vind de fout in vier tabellen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timer 40 minuten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Individueel. Onderscheid subsumptie/onbereikbaarheid wordt vaak verward — expliciet bespreken.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 testen geen bijzaak is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Testen is een deliverable, geen restpost.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Duidelijke gevallen, grenzen, foutgevoelige combinaties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5-testset-dekkings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leeg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Drie soorten testgevallen, niet alleen de voor de hand liggende.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Welk deel van de tabel wordt geraakt?</a:t>
            </a:r>
            <a:endParaRPr lang="en-US" sz="2400" dirty="0"/>
          </a:p>
        </p:txBody>
      </p:sp>
      <p:pic>
        <p:nvPicPr>
          <p:cNvPr id="3" name="Image 0" descr="C:\Projecten\eductus-trainingen\CMMN_BPMN_DMN\cursus-bpmn-cmmn-dmn\build\png\deel-15\figuur-15-5-testset-dekkings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2496" y="1234440"/>
            <a:ext cx="7163961" cy="4114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4406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ingevuld met een dekkingsmatrix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Een parallel met codedekking in softwaretesten.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verandert er als de regel wijzigt?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Voor/na van een testrun bij een gewijzigde staffel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Vooruitwijzing naar deel 16 — regelbeheer.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 de volledige testset op — de kerndeliverable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Werkboekverwijzing, eisen op een rij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Individueel, ruim de tijd. Verbind expliciet met de tabelanalyse uit opdracht 6.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een beoordelaar hier zoekt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Korte tekstslide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Dit deel is de directe voorbereiding op de beoordeelde modelleeropdracht in deel 22.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rekenregels zijn nu gedecomponeerd, getest en herbruikbaar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Overzicht van de programmadeliverables tot nu toe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Kort.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Stellingen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10515600" cy="4206240"/>
          </a:xfrm>
          <a:prstGeom prst="roundRect">
            <a:avLst>
              <a:gd name="adj" fmla="val 1304"/>
            </a:avLst>
          </a:prstGeom>
          <a:solidFill>
            <a:srgbClr val="EEF1F6"/>
          </a:solidFill>
          <a:ln w="12700">
            <a:solidFill>
              <a:srgbClr val="D7DCE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8872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BEELD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2103120"/>
            <a:ext cx="97840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stellingen uit het werkboek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Plenair.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65176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Deel 16 — beslismanagement en regelbeheer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0" y="6172200"/>
            <a:ext cx="12188952" cy="685800"/>
          </a:xfrm>
          <a:prstGeom prst="rect">
            <a:avLst/>
          </a:prstGeom>
          <a:solidFill>
            <a:srgbClr val="EEF1F6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21792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Spreeknotitie: De testset van vandaag is de basis voor het regressietesten dat daar centraal staat.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2026-08-17T15:51:48Z</dcterms:created>
  <dcterms:modified xsi:type="dcterms:W3CDTF">2026-08-17T15:51:48Z</dcterms:modified>
</cp:coreProperties>
</file>