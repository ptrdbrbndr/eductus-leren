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9202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null · DEEL 12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40080" y="2377440"/>
            <a:ext cx="108813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Procesanalyse en -ontwerp — Deel 12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41148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BPMN, CMMN &amp; DMN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6263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8D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BPMN, CMMN &amp; DMN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vandaag kun je…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Vijf leerdoelen uit de reader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Kort.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rode draad van vandaag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Eén tekstslide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Herhaal dit bij elke techniek en elk principe — dat is de kern van het deel.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Workshops · interviews · observatie · documentanalyse · systeemanalyse</a:t>
            </a:r>
            <a:endParaRPr lang="en-US" sz="2400" dirty="0"/>
          </a:p>
        </p:txBody>
      </p:sp>
      <p:pic>
        <p:nvPicPr>
          <p:cNvPr id="3" name="Image 0" descr="C:\Projecten\eductus-trainingen\CMMN_BPMN_DMN\cursus-bpmn-cmmn-dmn\build\png\deel-12\figuur-12-1-discovery-technieken-ass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86774" y="1234440"/>
            <a:ext cx="6815404" cy="4114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54406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Figuur 12.1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Elke techniek heeft een blinde vlek.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WI-114 zoals opgeschreven, versus WI-114 zoals uitgevoerd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Twee kolommen naast elkaar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Dit is waarom je meerdere technieken combineert.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Kies de techniek — acht situaties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Werkboekverwijzing, timer 20 minuten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Individueel, plenair nabespreken. Situatie 6 (uiteenlopende belangen) levert de meeste discussie op.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events, geen volgorde vooraf</a:t>
            </a:r>
            <a:endParaRPr lang="en-US" sz="2400" dirty="0"/>
          </a:p>
        </p:txBody>
      </p:sp>
      <p:pic>
        <p:nvPicPr>
          <p:cNvPr id="3" name="Image 0" descr="C:\Projecten\eductus-trainingen\CMMN_BPMN_DMN\cursus-bpmn-cmmn-dmn\build\png\deel-12\figuur-12-2-event-storming-naar-bpm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62556" y="1234440"/>
            <a:ext cx="7863840" cy="37353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5061204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leeg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De voltooide vorm — net als BPMN-events.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Chaotic exploration, dan ordenen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Tijdlijn van een typische sessie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Wie je uitnodigt bepaalt wat je ophaalt — niet alleen leidinggevenden.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Bereid een event storming voor — Werkgevermutaties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Werkboekverwijzing, timer 25 minuten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Individueel. Let op de rolverdeling in de deelnemerslijst.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Geen mechanische stap</a:t>
            </a:r>
            <a:endParaRPr lang="en-US" sz="2400" dirty="0"/>
          </a:p>
        </p:txBody>
      </p:sp>
      <p:pic>
        <p:nvPicPr>
          <p:cNvPr id="3" name="Image 0" descr="C:\Projecten\eductus-trainingen\CMMN_BPMN_DMN\cursus-bpmn-cmmn-dmn\build\png\deel-12\figuur-12-2-event-storming-naar-bpm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62556" y="1234440"/>
            <a:ext cx="7863840" cy="37353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5061204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vertaalslag naar BPMN-fragment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De sessie laat bewust ruimte voor onduidelijkheid; BPMN dwingt een keuze af.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Rol, volgorde, grenzen — de sessie legt het niet allemaal vast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Drie voorbeeldbeslissingen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Dit documenteren is het eigenlijke leerpunt van de volgende opdracht.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Vertaal een event storming-opbrengst naar BPMN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Werkboekverwijzing, timer 35 minuten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Tweetallen. Documenteer minstens drie eigen beslissingen.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adviesmoment, geen automatisme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§12.3, kernvraag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Terug naar de vraag uit niveau 1, deel 1 — nu met een echte afweging.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Migratie · nulmeting · verborgen uitzonderingen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Drie iconen met korte toelichting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Drie concrete redenen, niet "voor de zekerheid".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directeur die tijd wil besparen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Korte tekstslide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De vaardigheid is het beargumenteren, niet het automatisch uitvoeren.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As-is beslissing voor drie afdelingen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Werkboekverwijzing, timer 20 minuten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Individueel, kort klassikaal bespreken.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Doorlooptijd · wachttijd · overdrachten · herbewerking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Herhaling uit niveau 1, deel 2, nu op een procesmodel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Elke overdracht is een kans op vertraging — tel ze.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Wachten op perfecte data levert nooit een advies op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Korte tekstslide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Wees expliciet over onzekerheid in plaats van de analyse uit te stellen.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andere plaat, een andere vraag</a:t>
            </a:r>
            <a:endParaRPr lang="en-US" sz="2400" dirty="0"/>
          </a:p>
        </p:txBody>
      </p:sp>
      <p:pic>
        <p:nvPicPr>
          <p:cNvPr id="3" name="Image 0" descr="C:\Projecten\eductus-trainingen\CMMN_BPMN_DMN\cursus-bpmn-cmmn-dmn\build\png\deel-12\figuur-12-4-vsm-naast-bpm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62556" y="1234440"/>
            <a:ext cx="7863840" cy="383362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5159502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Figuur 12.4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Niet "wat is de volgorde" maar "waar zit waarde, waar zit verspilling".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Knelpuntanalyse op Deelnemermutaties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Werkboekverwijzing, timer 20 minuten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Individueel. Verwacht de bottleneck bij een overdracht, niet bij een enkele bewerkingsstap.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Overdrachten minimaliseren · first-time-right · uitzonderingen scheiden · beslissingen naar voren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§12.6 als overzicht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Elk met een prijs — herhaal de rode draad van vandaag.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First-time-right wil meer tijd vooraan; overdrachten minimaliseren wil minder specialisatie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Twee principes tegenover elkaar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Kiezen welk principe je opgeeft, is het eigenlijke ontwerpwerk.</a:t>
            </a:r>
            <a:endParaRPr lang="en-US" sz="10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Herontwerp Waardeoverdrachten — de kerndeliverable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Werkboekverwijzing, eisen op een rij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Start nu, afronden buiten de les. Minstens drie principes zichtbaar toegepast, met prijs benoemd.</a:t>
            </a:r>
            <a:endParaRPr lang="en-US" sz="10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651760"/>
            <a:ext cx="10332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Stellingen — en dan verder naar BPMN gevorderd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Deel 13 werkt verder op het to-be ontwerp van vandaag: samenwerking en foutafhandeling.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2026-08-17T15:51:45Z</dcterms:created>
  <dcterms:modified xsi:type="dcterms:W3CDTF">2026-08-17T15:51:45Z</dcterms:modified>
</cp:coreProperties>
</file>