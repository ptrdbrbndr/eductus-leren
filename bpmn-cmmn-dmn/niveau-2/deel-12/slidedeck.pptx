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Procesanalyse en -ontwerp — Deel 12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rode draad van vandaag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Herhaal dit bij elke techniek en elk principe — dat is de kern van het deel.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· interviews · observatie · documentanalyse · systeemanalyse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2\figuur-12-1-discovery-technieken-as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6774" y="1234440"/>
            <a:ext cx="681540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12.1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Elke techniek heeft een blinde vlek.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WI-114 zoals opgeschreven, versus WI-114 zoals uitgevoerd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waarom je meerdere technieken combineert.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de techniek — acht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Situatie 6 (uiteenlopende belangen) levert de meeste discussie op.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events, geen volgorde vooraf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2\figuur-12-2-event-storming-naar-bp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7353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061204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voltooide vorm — net als BPMN-events.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exploration, dan ordenen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Tijdlijn van een typische sessie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Wie je uitnodigt bepaalt wat je ophaalt — niet alleen leidinggevenden.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Bereid een event storming voor — Werkgevermutaties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Let op de rolverdeling in de deelnemerslijst.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mechanische stap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2\figuur-12-2-event-storming-naar-bp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7353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061204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vertaalslag naar BPMN-fragment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sessie laat bewust ruimte voor onduidelijkheid; BPMN dwingt een keuze af.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Rol, volgorde, grenzen — de sessie legt het niet allemaal vast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voorbeeldbeslissingen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documenteren is het eigenlijke leerpunt van de volgende opdracht.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Vertaal een event storming-opbrengst naar BPMN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Documenteer minstens drie eigen beslissingen.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adviesmoment, geen automatisme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§12.3, kernvraag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Terug naar de vraag uit niveau 1, deel 1 — nu met een echte afweging.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Migratie · nulmeting · verborgen uitzonderingen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iconen met korte toelichting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concrete redenen, niet "voor de zekerheid".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directeur die tijd wil besparen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vaardigheid is het beargumenteren, niet het automatisch uitvoeren.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beslissing voor drie afdelingen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kort klassikaal 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Doorlooptijd · wachttijd · overdrachten · herbewerking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uit niveau 1, deel 2, nu op een procesmodel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Elke overdracht is een kans op vertraging — tel ze.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Wachten op perfecte data levert nooit een advies op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Wees expliciet over onzekerheid in plaats van de analyse uit te stellen.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andere plaat, een andere vraag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2\figuur-12-4-vsm-naast-bpm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8336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5950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12.4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"wat is de volgorde" maar "waar zit waarde, waar zit verspilling".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Knelpuntanalyse op Deelnemermutaties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Verwacht de bottleneck bij een overdracht, niet bij een enkele bewerkingsstap.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Overdrachten minimaliseren · first-time-right · uitzonderingen scheiden · beslissingen naar voren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§12.6 als overzicht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met een prijs — herhaal de rode draad van vandaag.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First-time-right wil meer tijd vooraan; overdrachten minimaliseren wil minder specialisatie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principes tegenover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Kiezen welk principe je opgeeft, is het eigenlijke ontwerpwerk.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Herontwerp Waardeoverdrachten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Start nu, afronden buiten de les. Minstens drie principes zichtbaar toegepast, met prijs benoemd.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 — en dan verder naar BPMN gevorderd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Deel 13 werkt verder op het to-be ontwerp van vandaag: samenwerking en foutafhandeling.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2026-08-17T15:44:26Z</dcterms:created>
  <dcterms:modified xsi:type="dcterms:W3CDTF">2026-08-17T15:44:26Z</dcterms:modified>
</cp:coreProperties>
</file>