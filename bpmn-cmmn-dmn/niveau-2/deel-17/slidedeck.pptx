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CMMN gevorderd — Deel 17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in één zin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Terugverwijzing naar niveau 1, deel 7, §7.1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CMMN-reflex moet weer wakker worden.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· stage · task · case file item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1-levenscyc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094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199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element heeft zijn eigen toestanden.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sentry reageert op een moment, niet op een stand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1-levenscyc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094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199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één transitie uitgelicht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onderscheid is subtiel en cruciaal — herhaal het.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 de levenscyclus door een reeks gebeurtenissen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on-parts, een samengestelde if-part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2-sentry-ti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Hoe meer elementen gecombineerd, hoe lastiger te doorzien.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vuurt · te vroeg vuurt · te vaak vuurt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2-sentry-ti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voorbeelden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met een andere onderliggende oorzaak.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vier sentries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Situatie 4 vraagt om de valkuil expliciet op te lossen.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 de fout in drie casemodellen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Drie verschillende oorzaken: referentiefout, te ruime if-part, ontbrekende beperking.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herbruikbaar blok discretionair werk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3-plan-frag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 één keer meerdere samenhangende taken activeren.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planner-autorisatie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3-plan-frag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rollen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elke discretionaire optie hoort voor elke behandelaar beschikbaar.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leg je vast?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Scherper gesteld dan in niveau 1 — dit is het hart van vandaag.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keurslijf dat wordt omzeild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buiten het systeem, geïllustreerd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antipatroon uit niveau 1, deel 8 — nu met de praktijkconsequentie.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sturing, geen verantwoording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proceseigenaar die niets kan zien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andere kant van dezelfde balans.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varianten — strak en ruim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drie vragen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Reserveer hier ruim de tijd — dit is het belangrijkste gesprek van vandaag.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 in uitvoering — versus streng in vastlegging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assenstelsel met de twee dimensies apart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Toon dit pas ná de opdracht, als reflectie op wat de zaal heeft gevonden.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Aanvraag met uitzonderingen · klachtdossier · letselzaak · complexe mutatie · onderzoek met open einde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4-casepatr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17.4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Herkennen versnelt het ontwerp — begin bij een patroon, pas het aan.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mutatie — een hybride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vooruitwijzen naar deel 18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BPMN-kern met een CMMN-stage voor het afwijkende deel.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Doorlooptijd tot milestone · workload · escalatie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7\figuur-17-5-caseperformanc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17.5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Anders dan bij BPMN — geen stappen om tegen te meten.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Capaciteit en discretie-gebruik — niet individuele stappen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volledige casemodel, en de indicatoren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inleverdatum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Beide als vervolgwerk na dit dagdeel — geen tijd meer vandaag, wel voldoende voorbereid.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indien tijd — anders schriftelijk als onderdeel van het vervolgwerk.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 — BPMN en CMMN formeel gecombineerd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complexe-mutatiepatroon van vandaag wordt daar volledig uitgewerkt.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2026-08-17T15:51:50Z</dcterms:created>
  <dcterms:modified xsi:type="dcterms:W3CDTF">2026-08-17T15:51:50Z</dcterms:modified>
</cp:coreProperties>
</file>