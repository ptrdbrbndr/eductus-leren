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13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gevorderd I: samenwerking en uitzonderingen — Deel 13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"hoe teken ik dit" — "waarom deze keuze, en niet een andere"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Zet dit neer vóór de inhoud.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· choreography · conversation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3\figuur-13-1-drie-diagramty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40597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385587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Introductie.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meeste organisaties willen ook het interne proces tonen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met collapsed pool naast choreography — bijna hetzelfde resultaat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Choreography is zuiver voor een smal geval; leg uit welk.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het diagramtype — vijf situaties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plenair nabespreken. Maar twee van de vijf zijn echt choreography.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naar buiten zichtbaar is, versus het interne verloop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gelaagde tekeningen: intern proces met een publieke schil eromheen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eindigt onze verantwoordelijkheid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uit niveau 1, deel 3 — nu als architectuurkeuze geframed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Niet een tekortkoming — een expliciete grens.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bericht hoort bij welke instantie?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3\figuur-13-2-correla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2496" y="1234440"/>
            <a:ext cx="7163961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Introductie van het probleem vóór de oplossing.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gegeven dat in beide berichten voorkomt en uniek genoeg is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3\figuur-13-2-correla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2496" y="1234440"/>
            <a:ext cx="7163961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ingevuld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Polisnummer plus dossiernummer als voorbeeld.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dossier dat zijn eigen bevestiging niet herkent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Casusfragment §13.3 — Waardeoverdrachten met de ketenpartner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Weerstand tegen de framing "te technisch" — dit is een businessgevolg.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Modelleer het ketenmodel — met correlatiesleutel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40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Conductus. De motivatie van de sleutelkeuze telt net zo zwaar als de tekening.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storing — of geaccepteerd businessscenario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3\figuur-13-3-error-vs-esca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8586" y="1234440"/>
            <a:ext cx="673177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beslisboom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Bepaalt wie er geïnformeerd wordt.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organisatie die fouten en escalaties door elkaar telt, kan niet sturen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rapportages naast elkaar: vermengd versus gescheiden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Meer dan semantiek — het is een meetvraagstuk.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 scenario's — fout of businessuitkomst?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klassikaal enkele bespreken. Situatie 3, 7 en 10 zijn bewuste valstrikken.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Alles-of-niets, en wat er gebeurt als het misgaat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3\figuur-13-4-transactie-compensa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0972" y="1234440"/>
            <a:ext cx="6007007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Herhaling van de definitie uit niveau 1, deel 4.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Compensatie is geen technische undo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3\figuur-13-4-transactie-compensa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0972" y="1234440"/>
            <a:ext cx="6007007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 verstuurde-brief-casus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businesshandeling die het effect rechtzet, niet ongedaan maakt.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statusveld — of externe communicatie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voorbeelden naast elkaar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onderscheid moet in het ontwerp zichtbaar zijn.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compensatie voor een afgebroken waardeoverdracht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eisen op een rij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Minstens twee compensatiehandlers, één ervan de lastige (de brief).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verleiding om alles te tonen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overvol modelfragment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Met alles uit dit deel erbij, wordt de verleiding groter dan in niveau 1.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Vijftien uitzonderingspaden is zelden nog één goed model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3\figuur-13-5-voor-na-opsplit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244" y="1234440"/>
            <a:ext cx="7056463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en na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Soms is de "uitzondering" eigenlijk een CMMN-signaal — terugverwijzing naar deel 8 van niveau 1.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Herontwerp een overvol model voor leesbaarheid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 (of huiswerk)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 Motiveer het splitsingscriterium.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dit deel landt in de doorlopende deliverableset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ketenmodel en de compensatielogica als toevoeging aan de programma-architectuur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 overzicht van wat er nu ligt: architectuur, richtlijn, to-be ontwerp, ketenmodel, foutafhandeling.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Plenair. Stelling 4 verdient stevige weerlegging.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 — data, resources en semantiek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Voor het eerst confronteert het 35 jaar oude systeem je ontwerp direct.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2026-08-17T15:44:27Z</dcterms:created>
  <dcterms:modified xsi:type="dcterms:W3CDTF">2026-08-17T15:44:27Z</dcterms:modified>
</cp:coreProperties>
</file>