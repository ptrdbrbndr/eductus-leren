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22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Examentraining en capstone — Deel 22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dit deel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Elf delen, één programma, één casus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Tijdlijn deel 11-21, alle gemarkeerd als voltooid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Korte terugblik, geen inhoudelijke herhaling.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Zeven onderdelen — directe koppeling aan deel 11-21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uit §22.1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Merkbaar toegepaster dan Fundamental — meer scenario's.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vragen, 60 minuten, examencondities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geen overleg. Start na deze slide.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vraag kort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Antwoordsleutel zichtbaar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Extra tijd voor vraag 3, 12 en 20 — vragen om risico-herkenning, niet reproductie.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vragen, 60 minuten, examencondities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op de vragen met de meeste foute antwoorden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Antwoordsleutel zichtbaar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Vraag 6, 7, 11 zijn geherformuleerde niveau-1-stof — een lage score hier is een signaal om terug te grijpen vóór de capstone.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"herken je het" — "kun je het toepassen zodat een beoordelaar het accepteert"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§22.2, kernpunten op een rij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Een ander soort toets dan meerkeuze.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Naamgeving, happy path, condities, granulariteit, hit policy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criteria op een rij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Het geheel van het model, niet losse elementen.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Modelleer Bijzondere Situaties: intake en triage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start nu, afronden buiten de les.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Modelleer de classificatie-decision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Let op: meerdere classificaties kunnen tegelijk gelden — welke hit policy past daarbij?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DMN, CMMN als één geheel getoetst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§22.3, vergelijking met OCEB 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Precies wat deel 18 al oefende.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Bundel het Programma Mutatieplatform tot één ontwerp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§22.6, negen op te leveren onderdelen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Grotendeels al gemaakt — de opgave is nu: samenhang.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Klopt de samenvatting met de deelmodellen?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tekstslide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Gebruik de bundeling om inconsistenties tussen eerdere delen te herstellen.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minuten presenteren, dan een vragenronde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acht vaste vragen op een rij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Vooraf gedeeld — het gaat om onderbouwing, niet improvisatie.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ongescripte doorvraag bij elk antwoord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tekstslide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Het gaat om begrip van je eigen argument.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Onderbouwing · alternatieven · risicobewustzijn · standvastigheid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rubric uit de docentenhandleiding, samengevat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Standvastigheid: vasthouden waar het argument staat, bijstellen waar de vraag een echt gat blootlegt.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procesarchitectuur tot een verdedigd programma-ontwerp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Terugblik: deel 11's opening naast het capstone-resultaat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Vier de afronding kort, voordat je vooruitkijkt.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"bruikbaar programma" naar "ondernemingsarchitectuur en transformatie leiden"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Meridiaan loopt door — niet langer één programma, maar de hele organisatie.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2026-08-17T15:51:54Z</dcterms:created>
  <dcterms:modified xsi:type="dcterms:W3CDTF">2026-08-17T15:51:54Z</dcterms:modified>
</cp:coreProperties>
</file>