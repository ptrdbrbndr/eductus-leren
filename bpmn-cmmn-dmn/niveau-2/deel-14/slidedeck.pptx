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gevorderd II: data, resources en semantiek — Deel 14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Item-aware elements, data in/output, transformaties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1-data-elementen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659" y="1234440"/>
            <a:ext cx="698163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14.1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Verdieping van niveau 1, deel 3 — nu als specificatiemiddel.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Meridiaan's format is niet het koppelvlak-format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data association met een transformatie-expressie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Vooruitwijzing naar §14.7.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Verrijk je to-be ontwerp met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Documenteer wat je weglaat, niet alleen wat je toevoegt.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verheldert het, wanneer vervuilt het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2-data-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943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2018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14.2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vuistregel: alleen waar de toestand zelf het aandachtspunt 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fragmenten — verheldert of vervuilt de state?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scheiding van zorgen, nu voor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lagen: procesmodel boven, informatiemodel eronder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Terugverwijzing naar niveau 1, deel 1, §1.2.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"Openstaande mutatie" — welke telt mee?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definities naast elkaar met verschillende aantallen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Hetzelfde patroon als "actieve deelnemer" uit niveau 1 — nieuw woord, zelfde valkuil.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notitie over "openstaande mutatie"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Wie zou dit moeten vaststellen? Verwijs naar de rollen uit deel 11.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 wat voert de activiteit uit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activiteit met een resource-toewijzing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misgaat bij een discrepantie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scenario's: een controle die niet wordt afgedwongen, een medewerker die terecht vastloopt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geen theoretisch risico.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Invoeren en goedkeuren door verschillende personen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lanes met verschillende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Vooruitwijzing naar deel 26 in niveau 3 (compliance en control).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Cardinaliteit · completion condition · instantiedata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4-multi-in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79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05247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14.4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en verdieping van niveau 1, deel 4.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de resterende twee?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comitéleden, drie akkoorden, twee "hangende" instanties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vraag die opdracht 4 vraagt om expliciet te maken.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comitégoedkeuring volledig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Mensproces versus systeemorchestratie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5-mensproces-vs-systeemorchestr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458" y="1234440"/>
            <a:ext cx="7456036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Granulariteit · foutafhandeling · naamgeving · zichtbaarheid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5-mensproces-vs-systeemorchestr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6458" y="1234440"/>
            <a:ext cx="7456036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taak, twee volledig andere modellen.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afdelingen, twee stijlen nodig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afdelingen verdeeld over het spectrum mensproces–systeemorchestratie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Eén richtlijn die geen ruimte laat voor dit verschil, faalt voor de helft van het programma.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hetzelfde werk in twee stijlen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legacy-koppelvlak wel en niet toestaat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technische schets: batchverwerking, beperkte aanroepen, onvolledige foutrespons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eerste keer dat het legacy-systeem het ontwerp direct raakt.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elegant ontwerp, en het compromis dat nodig is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4\figuur-14-6-legacy-batchverwer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943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2018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14.6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weggooien — aanpassen, en dat aanpassen verantwoorden.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legacy-compromis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nu, afronden buiten de les. Neem de tijd om de technische notitie goed te lezen.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het zwaarste deel van niveau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 dagdelen: FEEL en boxed expressions eerst, tabelanalyse en testen daarna.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2026-08-17T15:51:47Z</dcterms:created>
  <dcterms:modified xsi:type="dcterms:W3CDTF">2026-08-17T15:51:47Z</dcterms:modified>
</cp:coreProperties>
</file>