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18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Combineren in architectuurpatronen — Deel 18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Casemodel en indicatoren uit deel 17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Inleveren aan het eind van dit blok — niet vrijblijvend.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1, deel 8 — nu op programmaniveau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domein (toen) naast vijf afdelingen (nu)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Dezelfde vraag, grotere schaal.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Proces-beslissing · case-proces · proces-case · case-case · beslissing-in-case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8\figuur-18-1-combinatiepatro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18.1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koppelpunt is een plek waar twee modellen synchroon moeten blijven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patronen met een oplopende "onderhoudskosten"-balk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Kies het eenvoudigste patroon dat nog klopt — niet het meest indrukwekkende.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het patroon — acht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 Situatie 3 en 8 zijn bewust bijna identiek.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BPMN-skelet met een CMMN-stage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8\figuur-18-2-bpmn-cmmn-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Meestal standaard, soms niet.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levenscyclus? Meerdere behandelaars over tijd?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vuistregel uit §18.2 als beslisboom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Terugverwijzing naar niveau 1, deel 8, §8.3.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Werkgevermutaties als gestuurd traject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CMMN-skelet met BPMN-taken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8\figuur-18-3-cmmn-bpmn-ta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9057" y="1234440"/>
            <a:ext cx="5810838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spiegelbeeld — meestal maatwerk, met standaardblokken.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dan drie stappen? Overweeg human task.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voorbeelden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Granulariteit is de vraag, niet "kan het technisch".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Klachten &amp; Bezwaren als dossier met deelprocessen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bron van waarheid bij dubbele bijhouding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8\figuur-18-4-bron-van-waarhe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 modellen die hetzelfde bijhouden, lopen uit de pas.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model wijzigt, de rest leest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8\figuur-18-4-bron-van-waarhe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met een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Bij "case bevat processen": het proces is leidend voor zijn eigen status.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Bepaal de bron van waarheid voor zes gegevens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Benoem het concrete risico bij minstens twee gevallen.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hybride referentiemodel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8\figuur-18-5-hybride-referentie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2006" y="1234440"/>
            <a:ext cx="572493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vijf keer opnieuw uitvinden.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Ontvangst en classificatie — versus de vertakking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8\figuur-18-5-hybride-referentie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2006" y="1234440"/>
            <a:ext cx="572493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classificatie-decision bepaalt zelf welke afdeling welk pad volgt.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het hybride referentiemodel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eisen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start nu, afronden buiten de les. Minstens één afdeling met een ander patroon dan het simpelste.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Impactanalyse over modelgrenzen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DMN-decision met meerdere aanroepers, één wijziging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Zonder registratie: een handmatige zoektocht.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je zou willen dat er was vastgelegd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Deel 19, §19.3 maakt dit concreet.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Impactanalyse voor een gewijzigde classificatie-decision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er nu ligt: architectuur, richtlijn, ontwerpen, ketens, regels, cases, en nu het combinatiepatroon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Overzicht van de programmadeliverables tot nu toe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 — dit is bijna het volledige plaatje vóór de capstone.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Plenair, of schriftelijk meegeven bij tijdsdruk.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19 — van model naar uitvoering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hybride referentiemodel van vandaag is wat je daar gaat deployen.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2026-08-17T15:44:32Z</dcterms:created>
  <dcterms:modified xsi:type="dcterms:W3CDTF">2026-08-17T15:44:32Z</dcterms:modified>
</cp:coreProperties>
</file>