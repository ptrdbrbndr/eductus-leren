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Procesarchitectuur en modelleerconventies — Deel 11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"correct volgens de regels" naar "bruikbaar voor een opdrachtgever"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 naast elkaar: niveau 1 versus niveau 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Zet dit hard neer — dit is de belangrijkste boodschap van vandaag, belangrijker dan elke paragraaf.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modelleerrichtlijn heeft geen "juist" antwoord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voorbeeldrichtlijnen naast elkaar, allebei verdedigbaar, verschillend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Wees hier expliciet over voordat de vragen komen.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casus voor heel niveau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afdelingen op een rij, met het legacy-systeem eronder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Neem de tijd — onduidelijkheid hier plant zich voort door de rest van niveau 2.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deel voegt iets toe, de capstone bundelt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deel 11 tot en met 22 met de bijbehorende deliverable per deel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Vandaag: procesarchitectuur en modelleerrichtlijn — de basis voor alles wat volgt.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lagen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1\figuur-11-1-procesarchitectuur-vier-la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Domein, procesfamilie, proces, subproces.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Mutatieverwerking als domein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1\figuur-11-1-procesarchitectuur-vier-la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gevuld met de vijf afdelingen op procesfamilieniveau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vuistregel: een laag toevoegen bij twintig tot dertig elementen.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procesplaat — hoofdproces, ondersteunend, besturend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Verwacht dat overlap wordt gevonden — dat is de opzet.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Adreswijziging of e-mailmutatie — of allebei?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uit niveau 1, deel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Bij het Mutatieplatform is dit structureel, niet incidenteel.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 · trigger · uitkomst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§11.2 als genummerde lijst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 aflopende volgorde van gewicht — maar ze wegen soms tegenstrijdig.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snijvarianten — per afdeling, of per procesfamilie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dan klassikaal vergelijken. Er is geen winnaar — laat de zaal verdeeld zijn.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document dat een organisatie vaststelt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1\figuur-11-3-opbouw-modelleerrichtlij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opbouw van het document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dertig pagina's — kort genoeg om in één zitting te lezen.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 · de motivatie · goed en fout voorbeeld · status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voorbeeldregel volledig uitgewerkt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het format dat opdracht 3 vraagt.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Machinaal toetsbaar — of een kwestie van oordeel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 met voorbeeldregels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Structurele regels (poolgrenzen, splitsing/samenkomst) horen bijna altijd bij verplicht.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verplicht — of alles aanbevolen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scenario's: eindeloze reviewdiscussies, versus een richtlijn zonder tanden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balans hiertussen is de belangrijkste ontwerpkeuze van dit deel.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modelleerrichtlijn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Start nu in de les, afronden buiten de les. Neem de tijd door te lopen en vragen te beantwoorden.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· inhoudelijke 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rollen naast elkaar met wat elk toetst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Structuur en stijl versus "klopt het met de werkelijkheid".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machinaal, dan inhoudelijk, dan — spaarzaam — stijl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lagen van een review, in volgorde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Vermenging van deze drie is waar reviews verzanden.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Snel, voorspelbaar, constructief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eisen aan een werkend reviewproces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je eigen reviewprotocol — in BPMN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bewuste toepassing van je eigen vak op je eigen proces.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foutloos — herbruikbaar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criteria: begrijpelijk zonder de maker, past in de architectuur, heeft een eigenaar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Verwijzing naar de Meridiaan-bibliotheek uit niveau 1, deel 2 — nuttig bij oplevering, waardeloos zonder onderhoud.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van je richtlijn — en 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Tweetallen, dan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 — procesanalyse en -ontwerp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procesarchitectuur en richtlijn van vandaag zijn het kader voor de rest van niveau 2 — bewaar 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2026-08-17T15:51:44Z</dcterms:created>
  <dcterms:modified xsi:type="dcterms:W3CDTF">2026-08-17T15:51:44Z</dcterms:modified>
</cp:coreProperties>
</file>