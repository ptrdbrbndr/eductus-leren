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Procesmining: model versus werkelijkheid — Deel 20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Onderdeel van een driedelige BPMN/CMMN/DMN-cursus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overzicht van de drie niveaus, dit deel gemarkeerd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Alleen tonen bij een volledige-programma-afname.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Retroductus — inloggen, een log uploaden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Schermafbeelding van het startscherm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10 minuten begeleid, net als bij de eerste modelleeromgeving in dit programma.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· conformance checking · enhancement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1-drie-soorten-m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79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05247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20.1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 uitsluitend conformance checking.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Case-ID · activiteit · tijdstempel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2-anatomie-event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0547" y="1234440"/>
            <a:ext cx="7347857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20.2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verplichte kolommen, de rest is aanvullend.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events · onjuiste tijdstempels · naamgevingsverschillen · grensoverschrijdende cases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3-logkwaliteitsproble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2636" y="1234440"/>
            <a:ext cx="65836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20.3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controleer je vóórdat je iets concludeert.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Precieze getallen uit slechte data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belangrijkste beroepsfout in dit vak — zet dit hard neer.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Beoordeel een event log op vier ingebouwde problemen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Niet overslaan, ook niet bij tijdsdruk.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checking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4-conformance-uitkom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Ontbrekende stappen · toegevoegde stappen · afwijkende volgorde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4-conformance-uitkom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244" y="1234440"/>
            <a:ext cx="705646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score, geen absoluut oordeel.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Clusteren op frequentie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Honderd losse afwijkingen versus drie patronen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vaardigheid zit in het patroon zien, niet in elk geval apart bekijken.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Eerste conformance-run — Deelnemermutaties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Retroductus.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Jouw eigen to-be model tegen de werkelijkheid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Waarschuw vooraf: een lage score is de bedoeling van deze opdracht, geen falen.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— de uitvoering — of geen van beide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5-wie-heeft-gelijk-beslis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081" y="1234440"/>
            <a:ext cx="743079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mogelijke verklaringen voor elke afwijking.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legitieme, nooit vastgelegde variant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5-wie-heeft-gelijk-beslis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081" y="1234440"/>
            <a:ext cx="743079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derde tak uitgelicht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fout, niet verouderd — gewoon nooit opgeschreven.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 vijf afwijkingen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Let op de reflex om automatisch naar "verouderd model" te grijpen.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uitkomsten: wijzig het model, stuur bij, of doe bewust niets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0\figuur-20-6-bevindingenrapport-opbou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279" y="1234440"/>
            <a:ext cx="782839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20.6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rapport zonder voorstel is geen resultaat.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Wát er gebeurde, niet waarom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 het waarom heb je deel 12's technieken nog steeds nodig.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bevindingenrapport, en de grenzen van mining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inleverdatum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Opdracht 5 als huiswerk; opdracht 6 kort zelfstandig.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21 — governance van modellen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eenmalig onderzoek — een terugkerend onderdeel van het beheerritme.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2026-08-17T15:51:52Z</dcterms:created>
  <dcterms:modified xsi:type="dcterms:W3CDTF">2026-08-17T15:51:52Z</dcterms:modified>
</cp:coreProperties>
</file>