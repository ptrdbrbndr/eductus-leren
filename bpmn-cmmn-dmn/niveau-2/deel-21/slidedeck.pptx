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null · DEEL 21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van modellen — Deel 21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BPMN, CMMN &amp; DMN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BPMN, CMMN &amp; DMN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bevinding — of een structuur die bevindingen laat landen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Herinnering aan de eigen conformance-uitkomst uit deel 20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Herhaal kort wat de zaal daar vond, voordat je verdergaat.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vandaag kun je…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Vijf leerdoelen uit de reader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Kort.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Proceseigenaar · procesbeheerder · modelleur · architect · business engineer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21\figuur-21-1-operating-mod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6244" y="1234440"/>
            <a:ext cx="7056463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Rollen die tot nu toe impliciet bleven.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is eigenaar van het hybride referentiemodel?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Terugverwijzing naar deel 18 — vijf afdelingen, één gedeeld model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Een reëel, nog onopgelost eigenaarschapsprobleem.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Wijs de rollen toe — en vind het gat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25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Individueel, plenair nabespreken.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· in review · vastgesteld · vervallen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21\figuur-21-2-statusmod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65476" y="1234440"/>
            <a:ext cx="6858000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Introductie.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Zelf ook een BPMN-proces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21\figuur-21-3-publicatiestraat-bpm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92901" y="1234440"/>
            <a:ext cx="7203151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Figuur 21.3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Het vak toegepast op zichzelf — vaak verhelderend.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Meestal alleen de vastgestelde — soms een oudere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Herhaling van deel 16, §16.3, nu voor modellen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Dezelfde reden: een historisch geval correct kunnen beoordelen.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Ontwerp het statusmodel — de deliverable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30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Individueel. Notatie naar keuze — ook een CMMN-milestone-structuur is een geldige, bewuste toepassing.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Machinaal · in review · losgelaten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Drie kolommen met voorbeelden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Structureel automatisch, semantisch en stilistisch mensenwerk.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Niet alles hoeft gehandhaafd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Herhaling van deel 11, §11.4, nu op grotere schaal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Dezelfde valkuil, groter podium.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Drie kwaliteitsindicatoren — en wat je bewust niet meet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20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Eenmalige mining — versus geïnstitutionaliseerde mining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21\figuur-21-4-feedbackloop-mi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22726" y="1234440"/>
            <a:ext cx="5143500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Dit is waar deel 20 en dit deel elkaar raken.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afwijking die terugkeert zonder besluit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21\figuur-21-4-feedbackloop-mi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22726" y="1234440"/>
            <a:ext cx="5143500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ingevuld met een escalatiesignaal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Dat is een signaal over het beheerritme zelf, niet alleen over het proces.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Ontwerp het beheerritme voor de feedbackloop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20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Tweetallen.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Meten, structureel laten landen, een rol die reageert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21\figuur-21-5-gesloten-verbetercycl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71201" y="1234440"/>
            <a:ext cx="7646551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de Meridiaan-bibliotheek als contrast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Wat er ontbrak in 2019, ligt nu compleet op tafel.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Verwante structuur, andere disciplines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kolommen naast elkaar: modelgovernance, datagovernance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Een proceseigenaar is geen data-eigenaar — herhaal dit onderscheid expliciet.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Schrijf het volledige governancevoorstel — de kerndeliverable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eisen op een rij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Individueel, start nu, afronden buiten de les. Vier pagina's, gericht aan de directeur.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Stellingen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stellingen uit het werkboek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Plenair, of schriftelijk meegeven bij tijdsdruk.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651760"/>
            <a:ext cx="10332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Deel 22 — examentraining en de capstone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Je governancevoorstel van vandaag is een van de deliverables die je daar bundelt en verdedigt.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2026-08-17T15:44:35Z</dcterms:created>
  <dcterms:modified xsi:type="dcterms:W3CDTF">2026-08-17T15:44:35Z</dcterms:modified>
</cp:coreProperties>
</file>