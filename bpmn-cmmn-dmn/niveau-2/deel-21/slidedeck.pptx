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21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van modellen — Deel 21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bevinding — of een structuur die bevindingen laat landen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Herinnering aan de eigen conformance-uitkomst uit deel 20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Herhaal kort wat de zaal daar vond, voordat je verdergaat.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Proceseigenaar · procesbeheerder · modelleur · architect · business engineer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1\figuur-21-1-operating-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244" y="1234440"/>
            <a:ext cx="7056463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Rollen die tot nu toe impliciet bleven.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is eigenaar van het hybride referentiemodel?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Terugverwijzing naar deel 18 — vijf afdelingen, één gedeeld model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reëel, nog onopgelost eigenaarschapsprobleem.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Wijs de rollen toe — en vind het gat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plenair nabespreken.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in review · vastgesteld · vervallen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1\figuur-21-2-status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1234440"/>
            <a:ext cx="68580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Introductie.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 ook een BPMN-proces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1\figuur-21-3-publicatiestraat-bp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2901" y="1234440"/>
            <a:ext cx="7203151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21.3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vak toegepast op zichzelf — vaak verhelderend.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Meestal alleen de vastgestelde — soms een oudere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van deel 16, §16.3, nu voor modellen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Dezelfde reden: een historisch geval correct kunnen beoordelen.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het statusmodel — de 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Notatie naar keuze — ook een CMMN-milestone-structuur is een geldige, bewuste toepassing.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Machinaal · in review · losgelaten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kolommen met voorbeelden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Structureel automatisch, semantisch en stilistisch mensenwerk.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alles hoeft gehandhaafd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van deel 11, §11.4, nu op grotere schaal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Dezelfde valkuil, groter podium.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kwaliteitsindicatoren — en wat je bewust niet meet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Eenmalige mining — versus geïnstitutionaliseerde mining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1\figuur-21-4-feedbackloop-m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2726" y="1234440"/>
            <a:ext cx="51435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waar deel 20 en dit deel elkaar raken.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afwijking die terugkeert zonder besluit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1\figuur-21-4-feedbackloop-m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2726" y="1234440"/>
            <a:ext cx="51435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ingevuld met een escalatiesignaal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Dat is een signaal over het beheerritme zelf, niet alleen over het proces.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het beheerritme voor de feedbackloop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Meten, structureel laten landen, een rol die reageert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1\figuur-21-5-gesloten-verbetercyc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1201" y="1234440"/>
            <a:ext cx="7646551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 Meridiaan-bibliotheek als contrast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Wat er ontbrak in 2019, ligt nu compleet op tafel.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Verwante structuur, andere disciplines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kolommen naast elkaar: modelgovernance, datagovernance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proceseigenaar is geen data-eigenaar — herhaal dit onderscheid expliciet.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het volledige governancevoorstel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eisen op een rij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start nu, afronden buiten de les. Vier pagina's, gericht aan de directeur.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Plenair, of schriftelijk meegeven bij tijdsdruk.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22 — examentraining en de capstone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Je governancevoorstel van vandaag is een van de deliverables die je daar bundelt en verdedigt.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2026-08-17T15:51:53Z</dcterms:created>
  <dcterms:modified xsi:type="dcterms:W3CDTF">2026-08-17T15:51:53Z</dcterms:modified>
</cp:coreProperties>
</file>