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19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model naar uitvoering — Deel 19, Dagdeel 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deze twee dagdelen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Vandaag: het gat tussen analyse en uitvoering, BPMN executable, en deployen.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Analysemodel — versus uitvoeringsmodel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9\figuur-19-1-analyse-vs-uitvo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6266" y="1234440"/>
            <a:ext cx="785642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Alles wat je tot nu toe maakte, was analyse.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service task, elke conditie, elke timer — volledig ingevuld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9\figuur-19-1-analyse-vs-uitvo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6266" y="1234440"/>
            <a:ext cx="785642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ingevuld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Geen "hetzelfde met wat extra's" — een aanzienlijke uitbreiding.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Synchroon houden — of één bestand, verrijkt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benaderingen naast elkaar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 Conductus: één BPMN-bestand met Flowable-extensies.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een analysemodel uitvoerbaar — documenteer elke toevoeging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40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Controleer of correlatie en timers niet vergeten worden.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Endpoint, authenticatie, in- en outputmapping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9\figuur-19-2-service-task-conn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2506" y="1234440"/>
            <a:ext cx="668393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19.2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Bij Meridiaan: een aanroep naar het legacy-koppelvlak.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het analysemodel concreet wordt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formulier naast de bijbehorende activiteit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resource-koppeling uit deel 14, nu technisch gemaakt.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beschrijving naar exacte specificatie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voorbeelden: FEEL-expressie, ISO 8601-duur, correlatie-expressie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"Wacht 14 dagen" wordt `P14D`.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Foutcodes vertalen naar BPMN-errortypen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tabel: systeemfoutcode → BPMN error type → retry-strategie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Wat in het analysemodel een concept was, is nu een specificatie.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Omgeving controleren vóór we starten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Checklist: toegang, deployrechten, testdata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begeleid — net als bij deel 3 van niveau 1.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een proces en een decision — start een instantie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ruime tijd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Conductus. Probeer eerst zelf te debuggen vóór je hulp vraagt.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Bevindingen delen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plenaire ronde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Waardevolle informatie — geen falen.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keer: contracten, architectuurkeuzes, testen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 samenvatting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Terugblik bij de start van dagdeel 2.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model naar uitvoering — Deel 19, Dagdeel 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Beeldmerk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Korte terugblik op dagdeel 1's deploy-ervaring.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zelfstandig aan te roepen component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9\figuur-19-3-beslisservice-landsch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071" y="1234440"/>
            <a:ext cx="694481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Los van de processen die hem gebruiken.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Vaste versie, of altijd de laatste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aanroepers met een verschillende keuze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Directe link met het regelbeheervraagstuk uit deel 16.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je aanlevert, wat je terugkrijgt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9\figuur-19-3-beslisservice-landsch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071" y="1234440"/>
            <a:ext cx="694481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ingevuld met het contract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lost het impactanalyse-probleem uit deel 18 op.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beslisservice-contract op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Ondersteuning verschilt sterk — en dat is bekend terrein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van niveau 1, deel 9, en de eerdere Conductus-afspraken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 — dit is geen nieuwe informatie, wel een nieuwe toepassing.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Analyse-only · gedeeltelijk · volledig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9\figuur-19-4-cmmn-uitvoeringsrou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7069" y="1234440"/>
            <a:ext cx="7234813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19.4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Voor Bijzondere Situaties: waarschijnlijk (a) of (b), gegeven wat je al weet over Conductus.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vier vragen toe — schrijf het architectuuradvies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Verbind expliciet met het eerdere gesprek over de CMMN-editorkeuze.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in DMN, BPMN-condities, en CMMN-sentries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 overzicht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Verlaagt de leercurve voor de business engineer.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keten · case zonder vast pad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9\figuur-19-5-testpiram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340" y="1234440"/>
            <a:ext cx="617027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19.5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Casetesten zijn scenario's, geen checklist.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de volledige teststrategie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eisen op een rij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start nu, afronden buiten de les.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Regelwijziging — of structuurwijziging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9\figuur-19-6-guardrails-beslisb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071" y="1234440"/>
            <a:ext cx="694481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beslisboom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Vastgelegd vooraf, niet per geval bediscussieerd.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Bepaal de guardrails voor drie soorten wijziging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15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 — en dan procesmining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Voor het eerst meet je of je eigen modellen kloppen met de werkelijkheid, met Retroductus.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2026-08-17T15:44:33Z</dcterms:created>
  <dcterms:modified xsi:type="dcterms:W3CDTF">2026-08-17T15:44:33Z</dcterms:modified>
</cp:coreProperties>
</file>