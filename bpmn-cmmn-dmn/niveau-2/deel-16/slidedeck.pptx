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Beslismanagement en regelbeheer — Deel 16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Waarschuw: het moeilijkste vraagstuk van niveau 2 zit aan het eind van dit deel.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Beleid · beslissing · regel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6\figuur-16-1-beleid-beslissing-reg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5333" y="1234440"/>
            <a:ext cx="5878286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 het dagelijks taalgebruik lopen deze door elkaar.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niveau heeft een ander soort eigenaar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6\figuur-16-1-beleid-beslissing-reg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5333" y="1234440"/>
            <a:ext cx="5878286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eigenaarschap per laag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Blokkeer je te veel, of laat je te veel los — beide zijn een risico.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Classificeer vijftien uitspraken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Uitspraak 14 is een bewust grensgeval.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informatief element naar verplichte verwijzing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de DRD uit niveau 1, deel 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Elke regel moet herleidbaar zijn naar zijn bron.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"Waarom dit percentage?"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DNB-vraag naast een traceerbaarheidsmatrix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theoretische oefening voor een pensioenuitvoerder.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de traceerbaarheidsmatrix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Een lege bron-kolom is een geldige, waardevolle uitkomst.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 dan alleen de huidige inhoud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6\figuur-16-3-regellevenscycl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6419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967821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Eigenaarschap, levenscyclus, versionering, twee soorten datum.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Effectieve datum — versus registratiedatum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6\figuur-16-4-effectieve-vs-registratiedat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63211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957991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16.4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verschil is de bron van het probleem dat straks komt.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regelrepository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Let op: beide datumvelden apart, niet samengevoegd.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Voorsteller · toetser · goedkeurder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eenvoudig BPMN-fragment met drie lanes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traag is een probleem, te los ook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scenario's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oplossing zit in het onderscheid uit §16.1, niet in één kant kiezen.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kolommen, welke toets, welke bron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guardrails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de vakafdeling wel en niet zelf mag.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het wijzigingsproces in BPMN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 (kan als huiswerk)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regel geldt vanaf een datum in het verleden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6\figuur-16-5-terugwerkende-kracht-popul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Zet dit expliciet neer als het moeilijkste vraagstuk van niveau 2.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deelnemers, welke herberekening, welke communicatie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6\figuur-16-5-terugwerkende-kracht-popul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— de getroffen periode gemarkeerd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vragen tegelijk: wie, hoe, en wat vertel je ze.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Reconstrueren onder tijdsdruk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zoektocht door oude documenten en e-mails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wat er gebeurt als §16.3 niet vooraf goed is ingericht.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Terugwerkende kracht — geen net antwoord verwacht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vier vragen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Zeg vooraf: vastlopen is een geldige uitkomst, documenteer wáár.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runs — parallel testen zonder bindende uitkomst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tabelversies naast elkaar, dezelfde input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Kort, bouwt direct voort op deel 15.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 — en dan terug naar CMMN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Deel 17: levenscycli, samengestelde sentries, en hoeveel je vastlegt versus loslaat.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2026-08-17T15:44:30Z</dcterms:created>
  <dcterms:modified xsi:type="dcterms:W3CDTF">2026-08-17T15:44:30Z</dcterms:modified>
</cp:coreProperties>
</file>