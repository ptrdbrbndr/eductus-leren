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basis II: de analytic subclass — Deel 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elementen ≠ beter model · niet elke uitzondering is BPMN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losse tekstregels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Zet dit neer vóór de inhoud — dit is het kader voor de rest van het deel.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 none, message, timer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1-eventtypen-analy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602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92850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4.1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Loop de zes kort langs, met één voorbeeld per type uit Meridiaan.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 bericht — of breed uitgezonden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schema's naast elkaar: één ontvanger versus meerdere luisteraars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valstrik uit opdracht 1.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Stopt alles, ook parallelle paden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fraudesignalering die het hele proces afbreekt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Spaarzaam gebruiken.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 zeven eventtypen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rand van een activiteit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Basisvorm: activiteit met een event-symbool op de rand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vóór het onderscheid.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Stopt de activiteit — of niet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2-boundary-interrup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547" y="1234440"/>
            <a:ext cx="7347857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4.2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Doorgetrokken versus gestippelde lijn — klein verschil in tekening, groot verschil in gedrag.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de onderliggende activiteit nog zin?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voorbeelden naast elkaar (herinnering vs. mislukte SAP-aanroep)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criterium, niet de tekening, bepaalt de keuze.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situaties — interrupting of non-interrupting?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klassikaal per situatie. Situatie 3 krijgt extra aandacht.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komt er als eerste?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3-gateways-analy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Typisch na een activiteit met een onzekere reactie.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of meer paden tegelijk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3-gateways-analy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meest onderschatte bron van fouten — bewaar voor opdracht 4.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niets anders past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3-gateways-analy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3, met een waarschuwingsicoon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Vaak een teken dat er een DMN-beslissing verstopt zit.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markeertje dat door het proces reist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Eenvoudig voorbeeld: start → token → activiteit → token → 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van het beeld vóórdat de fout getoond wordt.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split, exclusive join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5-tokenlog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496" y="1234440"/>
            <a:ext cx="716396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voor stap: twee tokens, join laat beide apart door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Laat de zaal zelf voorspellen wat er gebeurt, vóór je het toont.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join moet weten waarop hij wacht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split met twee actieve paden, join wacht op precies die twee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Terugverwijzing naar slide 13.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 het token door twee fragmenten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Dit is de kern van het dagdeel — niet inkorten.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· event subprocess · transaction · ad-hoc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4\figuur-04-4-subprocesvarian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2914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2404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4.4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met een kort voorbeeld uit Meridiaan.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events verspreiden — of centraal met een event subprocess?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tekeningen naast elkaar: vijftien boundary events versus één event subprocess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Bij veel gedeelde foutafhandeling wint centraal.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zonder vaste volgorde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subprocess met vijf activiteiten zonder pijlen ertussen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Vooruitblik naar deel 8 — hier voelt de grens tussen BPMN en CMMN het scherpst.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juiste subprocesvariant — vier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Herhalen zolang of totdat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loop-symbool op een activiteit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Sequentieel of parallel over een verzameling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Multi-instance markers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completion condition is de vraag die het vaakst vergeten wordt.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elke instantie hoeft te voltooien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comitégoedkeuring, drie van de vijf leden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Expliciet vastleggen, geen aanname.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Breid je model uit deel 3 uit — boundary event, event subprocess, inclusive gateway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45 minuten (kan als huiswerk verder)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Documenteer elke keuze in een tekstannotatie.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 — en dan verder naar modelleerstijl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Neem je uitgebreide model mee — dat wordt in deel 5 tegen een stijlchecklist gelegd.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2026-08-17T15:44:18Z</dcterms:created>
  <dcterms:modified xsi:type="dcterms:W3CDTF">2026-08-17T15:44:18Z</dcterms:modified>
</cp:coreProperties>
</file>