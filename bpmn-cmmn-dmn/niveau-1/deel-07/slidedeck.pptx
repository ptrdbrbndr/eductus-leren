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CMMN basis — Deel 7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 gebeurt hierna?" versus "wat zou hier kunnen gebeuren?"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vraagtekens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BPMN vraagt het eerste, CMMN het tweede. Dat is het hele verschil in één zin.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Dossierwerk: geen vaste volgorde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figuur 1.1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CMMN is de taal voor wat daar al benoemd werd.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mogelijke stappen, geen vaste volgorde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Casusfragment uit §7.1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 klachten die identiek lijken, kunnen volledig verschillende paden doorlopen.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of proces? Vijf fragmenten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Fragment 3 is bewust tweeslachtig.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motor van het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dossiermapje-icoon met case file items erin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 CMMN stuurt het dossier het gedrag — niet andersom.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in het dossier zit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drie case file items bij de klachtcasus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bouwstenen van een case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7\figuur-07-1-casemodel-klachtbehande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207" y="1234440"/>
            <a:ext cx="657053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van de drie basisvormen.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· process · decision · case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7\figuur-07-2-vier-taakty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76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09560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7.2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Process en decision task zijn de koppelpunten naar BPMN en DMN — komt terug in deel 8.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punt bereikt, geen werk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"dossier compleet", "deelnemer geïnformeerd"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Geeft houvast zonder een pad voor te schrijven.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komt iets beschikbaar, wanneer sluit het af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7\figuur-07-3-sentry-onpart-ifp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547" y="1234440"/>
            <a:ext cx="7347857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gebeurtenis, plus een voorwaarde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7\figuur-07-3-sentry-onpart-ifp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547" y="1234440"/>
            <a:ext cx="7347857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Beide moeten kloppen wil de sentry vuren.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items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Icoon van een open lijst met een handje ernaast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behandelaar kiest, het model schrijft niet voor.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er nu beschikbaar om toe te voegen?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7\figuur-07-4-planning-table-twee-momen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103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29821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1: bij opening van de case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van het mechanisme.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model, ander pad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7\figuur-07-4-planning-table-twee-momen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103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29821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2: na een keuze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Casusfragment §7.5 — de ervaren versus de minder ervaren behandelaar.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 tien elementen in een bestaand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klassikaal nabespreken.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· repetition · manual activation · auto-complete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7\figuur-07-5-vijf-decora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0030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32888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7.5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Ze bepalen hoe een element zich gedraagt, niet of het kan gebeuren.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stappen — geen happy path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§7.7 als genummerde lijst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Bewust anders dan de BPMN-werkwijze uit deel 3. Geen voorkeurspad om mee te beginnen.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klachtbehandeling — het volledige scenario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Let op: verwacht dat velen een vaste volgorde proberen af te dwingen — dat is het leermoment.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CMMN gebruiken om toch een pad voor te schrijven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Fout/goed: sentries die drie discretionaire acties dwingend na elkaar zetten, versus echt vrije keuze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Alleen tonen ná opdracht 3, als reflectie — niet vooraf, laat het zelf ontdekt worden.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 twee dossiers door hetzelfde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De bevestigingsvraag aan het eind is de kern: één model, twee volledig andere paden.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de juiste decorator — vier scenario's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Kan klassikaal in plaats van individueel bij tijdsdruk.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Ondanks beperkte toolondersteuning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tekstslide, verwijzend naar de disclaimer in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denkwijze is onmisbaar, ongeacht welk platform je uiteindelijk gebruikt.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soorten werk, drie talen — nu compleet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DMN, CMMN naast elkaar, elk met hun kernvraag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Herhaling van de kern uit deel 1, nu met alle drie de talen gekend.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 — de drie talen samen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Neem je casemodel mee — dat koppel je in deel 8 aan het BPMN-model uit deel 3-5.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2026-08-17T15:51:40Z</dcterms:created>
  <dcterms:modified xsi:type="dcterms:W3CDTF">2026-08-17T15:51:40Z</dcterms:modified>
</cp:coreProperties>
</file>