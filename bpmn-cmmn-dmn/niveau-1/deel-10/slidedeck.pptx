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Examentraining en capstone — Deel 10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Negen delen, drie talen, één casus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deel 1-9, alle gemarkeerd als voltooid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Korte terugblik, geen inhoudelijke herhaling.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onderdelen, elk met een eigen gewicht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uit §10.1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Controleer de actuele blauwdruk bij OMG vóór inschrijving.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Scenario-gebaseerd: tekst of diagram, dan classificeren of voorspellen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 van de vraagvorm zonder de inhoud te verklappen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Aankondiging van de twee proefexamens.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alles · volg het token · structureel eerst · sluit uit op een hard criterium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§10.2 als genummerde lijst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aanpak, niet de inhoud — herhaal vlak voor proefexamen 1.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vragen, 45 minuten, examencondities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geen overleg. Start na deze slide.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vraag kort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Antwoordsleutel zichtbaar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Extra tijd voor vraag 14 en 19 — laagste score te verwachten, niet omdat het moeilijk is maar omdat het alertheid vraagt.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vragen, 45 minuten, examencondities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geen overleg.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op de vragen met de meeste foute antwoorden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Antwoordsleutel zichtbaar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 17 is bewust lastig — vier problemen, drie structureel, één semantisch.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Vervroegde uittreding bij Meridiaan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samenvatting van de drie onderdelen: vaste verwerking, rekenregels, kenniswerk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Introduceer het domein, verwijs naar de volledige beschrijving in het werkboek.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 deel hoort bij welke taal?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keuzeboom uit deel 8, leeg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Doe dit gezamenlijk, plenair, vóór iedereen zelfstandig verder gaat.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bijzondere situaties als vier gateway-paden — of als discretionary items?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varianten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Noem dit nu alvast kort, zodat deelnemers het zelf kunnen herkennen tijdens het modelleren.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· DMN · CMMN · koppelpunten · verantwoording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§10.3, vijf onderdelen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Verwijs naar het werkboek voor de volledige domeinbeschrijving en inlevervorm.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Taalkeuze · correctheid per taal · koppeling · verantwoording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§10.4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soort beoordeling als elk voorgaand deel, nu op een zelf ontleed domein.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Zelfstandig, in de les en daarbuiten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vaste inhoud — werktijd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Loop rond, beantwoord vragen, signaleer de bekende valkuilen vroeg.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uit deel 3 tot en met 8, gebundeld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cumulatieve rubric, vier secties: BPMN, DMN, CMMN, integratie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het instrument voor zowel zelfreview als peer review.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 je capstone, geef feedback op minstens vijf punten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Verdeel de feedback over meerdere van de vier gebieden, niet allemaal op één.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drie soorten werk tot een volledig geïntegreerd domeinmodel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Terugblik: deel 1's drieslag (routine/dossier/oordeel) naast het capstone-resultaat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Vier de afronding kort, voordat je vooruitkijkt.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"correct" naar "bruikbaar en onderhoudbaar"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Meridiaan loopt door, met een grotere en complexere opgave.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2026-08-17T15:44:24Z</dcterms:created>
  <dcterms:modified xsi:type="dcterms:W3CDTF">2026-08-17T15:44:24Z</dcterms:modified>
</cp:coreProperties>
</file>