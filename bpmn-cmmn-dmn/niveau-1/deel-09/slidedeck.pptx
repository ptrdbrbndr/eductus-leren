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Tooling, uitwisseling en beheer — Deel 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weergave van een onderliggend bestand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naast een fragment ruwe XML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 diagram dat je tot nu toe maakte, is XML onder de motorkap.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model — en hoe het eruitziet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1-model-versus-d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339" y="1234440"/>
            <a:ext cx="5196275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model-gedeelte en DI-gedeelte apart gemarkeerd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onderscheid verklaart bijna alle uitwisselingsproblemen die je tegenkomt.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Markeer model versus weergave in een XML-fragment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Extensies · versieverschillen · DI-ondersteuning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iconen met korte toelichting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vóór de voorbeelden.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tool voegt iets eigens toe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Flowable-specifieke attributen in een namespace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andere tool negeert ze, of struikelt erover.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geïmporteerd — en toch anders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2-di-mis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9.2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precies waarom "het opent" niet hetzelfde is als "het klopt visueel".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vóór je committeert, niet erna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stappen: exporteer, importeer, controleer elementen, controleer DI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Doe dit voordat honderd modellen al gemaakt zijn.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Exporteer, inspecteer, importeer je eigen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Dit is de enige echt technische opdracht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enterprise-suite · EA-repository · low-code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3-toolcategori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636" y="12344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9.3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categorie is universeel de juiste keuze.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Aanpasbaarheid · volledigheid · architectuurkoppeling · snelheid naar applicatie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3-toolcategori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636" y="12344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sterktes uitgelicht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vraag is welk gebruiksdoel het zwaarst weegt.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toolcategorie — vier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breed, DMN goed, CMMN beperkter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4-adoptienive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6244" y="1234440"/>
            <a:ext cx="705646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herhaling en verdieping van deel 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oordeel over de taal, wel over de tooling.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 of uitvoeren? Voor alle drie de talen? Welke elementen precies? Kan de tool dat?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§9.4 als genummerde lijst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vóór de toepassing op Meridiaan.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en DMN uitvoerbaar, CMMN vooralsnog analyse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Precies de afweging uit dit hoofdstuk, toegepast op het platform dat je zelf gebruikt.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de vier vragen voor Meridiaan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put uit eigen modellen van deel 3-8.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Versiebeheer · naamgeving · mapstructuur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9\figuur-09-5-mapstructuur-reposi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9.5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basisafspraken die niet mogen ontbreken.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Meridiaan-bibliotheek, nog een keer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deel 2, §2.1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Hetzelfde probleem, nu vanuit het perspectief van repositorybeheer.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was de basis — governance komt in niveau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Wie mag wijzigen, publicatiestraat, kwaliteitsmeting — dat is deel 21.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indien tijd.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10 — examentraining en capstone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Zorg dat je modellen uit deel 3-8 compleet en toegankelijk zijn.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2026-08-17T15:51:42Z</dcterms:created>
  <dcterms:modified xsi:type="dcterms:W3CDTF">2026-08-17T15:51:42Z</dcterms:modified>
</cp:coreProperties>
</file>