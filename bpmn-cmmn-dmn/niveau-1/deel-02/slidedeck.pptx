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null · DEEL 2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 als managementdiscipline — Deel 2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vandaag kun je…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leerdoelen uit de reader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Waarschuw: dit is het examenzwaarste deel van niveau 1, ook al tekenen we niets.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BPM-levenscyclus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2\figuur-02-1-bpm-levenscycl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1894" y="1234440"/>
            <a:ext cx="5985164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cyclus met zeven fasen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Benadruk: rond, niet lineair.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 modellen, 2019, nooit meer bijgewerkt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Tijdlijn 2019 → DNB-onderzoek, een derde van de modellen niet meer kloppend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 ontbrekende fase: monitoren. Vraag: herkent iemand dit uit eigen ervaring?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Plaats twaalf activiteiten in de cyclus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Drie activiteiten zijn bewust meerduidig — laat dat gebeuren.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examendefinitie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elementen uitgelicht: samenhangende activiteiten, structuur, waarde voor een afnemer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Deze definitie letterlijk laten terugkomen — staat woordelijk op het examen.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Hoofdproces · ondersteunend · besturend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2\figuur-02-2-procesarchitectuur-drie-lag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89057" y="1234440"/>
            <a:ext cx="5810838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procesarchitectuur in drie lagen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Eén BPMN-model is één cel in deze plaat.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visie tot tactiek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kolommen: Ends en Means, nog leeg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Aankondiging: we bouwen dit nu samen op voor Meridiaan.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Visie · doel · doelstelling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Kolom Ends gevuld met definities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Kernpunt: een doelstelling heeft een getal én een deadline.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Missie · strategie · tactiek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Kolom Means gevuld met definities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Kernpunt: strategie is een structurele keuze, tactiek is concreet uitvoerbaar.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"meest betrouwbare uitvoerder" tot één geautomatiseerd proces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2\figuur-02-3-bmm-ends-mea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24695" y="1234440"/>
            <a:ext cx="5339562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volledige BMM-keten stap voor stap opgebouwd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Bouw dit element voor element op, niet in één keer tonen.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de keuzes beïnvloedt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Voorbeeld: DNB-toezicht en AVG als externe influencers bij Meridiaan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 — dit is achtergrond, geen examenzwaartepunt.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Sorteer tien uitspraken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15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klassikaal nabespreken — dit is de examenkern van vandaag.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Bouw je eigen BMM-keten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30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Tweetallen. Loop rond en let op waar de keten breekt — dat is het leermoment, niet de nette invuloefening.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BPMM — het vermogen om te beheersen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2\figuur-02-4-volwassenheidsnivea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73705" y="1234440"/>
            <a:ext cx="5641542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niveaus met gedragskenmerken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Kernpunt: gedrag, niet documentatie.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3 als doel op zich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Doorgestreepte uitspraak: "wij willen niveau 3 zijn"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Een hoog niveau zegt niets over of het op het juiste proces wordt ingezet.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Schat de volwassenheid van drie afdelingen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15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Plenair toepassen, kort.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Voorwaarde versus meetbare indicator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CSF met twee bijbehorende KPI's, Meridiaan-voorbeeld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Een KPI zonder norm is geen KPI.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Vooruitblikkend of terugblikkend meten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2\figuur-02-5-meetpunten-proces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07796" y="1234440"/>
            <a:ext cx="6373359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meetpunten in een procesmodel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Een goede set heeft beide typen.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 · Six Sigma · Theory of Constraints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kernbegrippen: waste/flow, variatie/DMAIC, bottleneck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Alleen het raakvlak met modelleren; volledige behandeling is niveau 2.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Indicatoren ontwerpen · eigen model toetsen · stellingen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Opdracht 5 in tweetallen, 6 was huiswerk, 7 plenair als tijd het toelaat.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65176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3 — we gaan tekenen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Vraag om vooraf in te loggen; het eerste kwartier van deel 3 is voor de omgeving.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2026-08-17T15:51:35Z</dcterms:created>
  <dcterms:modified xsi:type="dcterms:W3CDTF">2026-08-17T15:51:35Z</dcterms:modified>
</cp:coreProperties>
</file>