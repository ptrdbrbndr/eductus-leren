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Modelleerdiscipline en stijl — Deel 5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vandaag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Landschap · proces · subproces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5\figuur-05-1-drie-nivea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916" y="1234440"/>
            <a:ext cx="438912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hetzelfde fragment op drie niveaus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Silver's driedeling. Elk niveau heeft een eigen publiek.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drie in één diagram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overvol diagram met landschap, proces en subprocesdetail door elkaar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Wie een landschap nodig heeft, wil geen taken zien.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Bepaal het niveau van vier diagrammen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plenair nabespreken.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regel die met meer elementen moeilijker wordt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Terugverwijzing naar deel 3, §3.7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Deel 4 gaf je alle gereedschap om alles tegelijk te modelleren — dat is niet de bedoeling.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Binnen enkele seconden herkenbaar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5\figuur-05-2-happy-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340" y="1234440"/>
            <a:ext cx="617027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happy path prominent versus alle paden gelijk gewicht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Praktisch middel: marge, plaatsing, eventueel kleur.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Naamgeving samengevat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uit §5.3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Herhaling van deel 3 en 4, nu als één geheel.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Vraagvorm, geen handeling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Fout/goed: "Beoordelen" versus "Binnen termijn?"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 — dit is herhaling, geen nieuwe stof.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stijl door honderd modellen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varianten van hetzelfde label naast elkaar, beide correct, toch een probleem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Vooruitblik: deel 11 behandelt de organisatiebrede modelleerrichtlijn.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Structureel · semantisch · stilistisch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5\figuur-05-4-drie-probleemty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3705" y="1234440"/>
            <a:ext cx="564154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één model met drie gemarkeerde probleemtypen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is de kern van het deel.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notatie zelf overtreden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Voorbeeld: parallel split, exclusive join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Machinaal te detecteren — de meeste tools waarschuwen hiervoor.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volgens de notatie, fout volgens de werkelijkheid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Voorbeeld: ontbrekende stap die in de praktijk altijd gebeurt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Niet machinaal te vinden — vereist vakkennis.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en waar, maar onleesbaar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Voorbeeld: niveauvermenging, inconsistente naamgeving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Kost het meeste tijd om te herstellen als het laat wordt ontdekt.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model, drie aparte checks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Venn-diagram met drie overlappende maar niet identieke cirkels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Een structureel foutloos model kan alsnog onbruikbaar zijn.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problemen — welk type, of welke twee?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klassikaal per fragment. Vraag 6 krijgt extra aandacht — subtiel.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meest gemaakte modelleerfouten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5\figuur-05-5-check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3705" y="1234440"/>
            <a:ext cx="564154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checklistkaart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Grotendeels herhaling van deel 3 en 4, nu samengebracht als één instrument.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er in deel 3 begon, is nu compleet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cumulatieve reviewchecklist, uitgebreid met de punten uit dit deel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Deze checklist keert vanaf nu bij elk modelleerdeel terug.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Herzie je eigen model uit deel 4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 in Conductus. Waarschuw: de meesten vinden hun eigen happy path ondergesneeuwd.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met de uitgebreide checklist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 Vraag na afloop: welke fout zag je bij je partner die je bij jezelf miste?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stellingen uit het werkboek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Plenair, indien tijd.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6 — DMN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 onderscheid tussen regel en volgorde (deel 1) wordt hier voor het eerst concreet.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2026-08-17T15:44:19Z</dcterms:created>
  <dcterms:modified xsi:type="dcterms:W3CDTF">2026-08-17T15:44:19Z</dcterms:modified>
</cp:coreProperties>
</file>