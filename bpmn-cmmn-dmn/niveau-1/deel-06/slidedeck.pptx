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DMN basis — Deel 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DMN is geen BPMN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Doorgestreepte token-animatie naast een lege beslistabel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Zet dit hard neer vóór de inhoud begint.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je het zonder "eerst… dan…" beschrijven?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zinnen naast elkaar: één met tijd, één zonder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Als het antwoord ja is: een beslissing.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controles, geen volgorde ertussen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Casusfragment uit §6.1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dezelfde tekst als deel 1, opdracht 3 — nu concreet gemaakt.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of beslissing? Vijf fragmenten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 Fragment 3 krijgt extra aandacht.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elementtypen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6\figuur-06-1-drd-wi1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Decision, input data, business knowledge model, knowledge source.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requirement · knowledge requirement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6\figuur-06-1-drd-wi1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pijlen toegevoegd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Van data naar decision, of van BKM naar decision.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decision, drie inputs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6\figuur-06-1-drd-wi1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ingevuld inclusief knowledge source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bouwen deelnemers zo zelf na.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de DRD in Conductus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Rijen zijn regels, kolommen zijn input en output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6\figuur-06-2-beslistabel-waardeoverdrac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3028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628693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 raster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 van de vorm.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regels uit WI-114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6\figuur-06-2-beslistabel-waardeoverdrac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3028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628693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 met de vier expliciete combinaties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Vraag: dekt dit alle mogelijke gevallen? (Nee — bewaar voor opdracht 3.)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leesbaarheidskeuze, geen inhoudelijk verschil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tabel in beide oriëntaties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als meer dan één regel waar is?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6\figuur-06-3-zeven-hit-poli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823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1496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zeven naast elkaar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 examenkern van vandaag — neem er de tijd voor.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overlap toegestaan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6\figuur-06-3-zeven-hit-poli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823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1496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-fragment: Unique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strengste en meest gebruikte policy in businesslogica.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toegestaan — mits consistent, of met een winnaar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6\figuur-06-3-zeven-hit-poli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823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1496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-fragmenten: Any, Priority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Any: controle-policy. Priority: expliciete rangorde.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regel wint — of alles wordt verzameld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6\figuur-06-3-zeven-hit-poli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823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1496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-fragmenten: First, Collect met de vier aggregaties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Collect + SUM: toeslagen optellen als voorbeeld.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Volgorde van de tabel — of volgorde van de uitkomst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6\figuur-06-3-zeven-hit-poli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823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1496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-fragmenten: Rule order, Output order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Kort, deze twee komen minder vaak voor in de praktijk.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de volledige beslistabel — alle acht combinaties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 Vier combinaties staan niet expliciet in de tekst — dat is opzet.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de hit policy — vijf 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Volledigheid · consistentie · overlap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6\figuur-06-4-volledigheid-tab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28703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19618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onvolledige tabel naast de gecorrigeerde versie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Terugverwijzing naar deel 5, §5.4 — dit is semantische validatie, DMN-versie.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Getallen, tekst, datums, ranges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voorbeeldexpressies uit §6.6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 basis; deel 15 gaat dieper.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van toepassing, niet onbekend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tabelcel leeg, met een pijl naar de tekst "elke waarde voldoet"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Hardnekkige denkfout — benadruk expliciet.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business rule task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6\figuur-06-5-koppelpunt-business-rule-t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6784" y="1234440"/>
            <a:ext cx="5275385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BPMN-fragment gekoppeld aan de DRD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waar deel 1's belofte concreet wordt: regel wijzigt, proces niet.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lezen en schrijven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15 minuten (of huiswerk)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 — en dan verder naar CMMN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derde soort werk uit deel 1 krijgt nu zijn eigen taal.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2026-08-17T15:44:20Z</dcterms:created>
  <dcterms:modified xsi:type="dcterms:W3CDTF">2026-08-17T15:44:20Z</dcterms:modified>
</cp:coreProperties>
</file>