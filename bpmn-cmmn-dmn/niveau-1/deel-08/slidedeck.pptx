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8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drie talen samen — Deel 8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vandaag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tekst, drie talen — die keuze maakten we al, impliciet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Herinnering aan deel 1, opdracht 3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Vandaag maken we die keuze expliciet en herhaalbaar.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keuzeboom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8\figuur-08-1-keuzeb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3705" y="1234440"/>
            <a:ext cx="564154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stroomschema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DMN eerst — beslislogica zit het vaakst verstopt.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Beslissingen verstoppen zich in gateways en discretionary items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voorbeelden: een gateway met zeven condities, een discretionary item dat eigenlijk een berekening is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Pas als de beslissingen eruit zijn, wordt de rest zichtbaar.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Doorloop de keuzeboom — vijf fragmenten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plenair nabespreken. Fragment 2, 4, 5 horen bij dezelfde casus.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rule task · case task · process task · call activity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8\figuur-08-2-vier-koppelpunt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9340" y="1234440"/>
            <a:ext cx="617027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8.2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Elke taal kan naar elke andere verwijzen.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met process tasks, met daarin business rule tasks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8\figuur-08-3-meridiaan-voorbe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99089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316779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opgebouwd in drie lagen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Drie talen, één samenhangend geheel — dit is het beeld om te onthouden.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"Herberekening aanvragen" is meer dan één taak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8\figuur-08-3-meridiaan-voorbe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99089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316779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volledig, met de Meridiaan-casus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behandelaar kiest (CMMN), het proces loopt vast (BPMN), de regel berekent (DMN).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Koppel je eigen modellen — casemodel, proces, decision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40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 in Conductus. Dit is de kernopdracht van vandaag — niet inkorten.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subprocess versus casemodel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tekeningen naast elkaar, oppervlakkig identiek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Waar zit het verschil? Vraag het de zaal voordat je het toont.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zit er omheen?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8\figuur-08-4-adhoc-versus-case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0814" y="1234440"/>
            <a:ext cx="7727324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8.4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Een casemodel heeft een eigen levenscyclus; een ad-hoc subprocess is een eiland in een verder vast proces.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en tijdelijk → ad-hoc. Eigen levenscyclus → case.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§8.3, laatste alinea als tekstslide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Dezelfde vraag als deel 7, §7.1 — nu concreet toegepast.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of case? Vier situaties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 Situatie 1 en 3 zijn bewust vergelijkbaar in omvang — laat zien dat omvang niet het criterium is.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er misgaat als de keuze niet klopt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Overzichtsslide met drie titels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Introductie vóór de fragmenten.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Beslislogica in gateways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8\figuur-08-5-drie-antipatron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86045" y="1234440"/>
            <a:ext cx="521686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1 — zeven gateways op een rij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Herhaling van deel 3 en 4, nu als antipatroon benoemd.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spaghettidiagram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8\figuur-08-5-drie-antipatron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86045" y="1234440"/>
            <a:ext cx="521686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2 — kruisende flows, niveaus door elkaar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Vaak het gevolg van drie soorten logica in één taal proppen.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CMMN als slordige BPMN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08\figuur-08-5-drie-antipatron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86045" y="1234440"/>
            <a:ext cx="521686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3 — sentries die een vast pad afdwingen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Het spiegelbeeld van antipatroon 1.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Vind het antipatroon — drie fragmenten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 Bespreek klassikaal de voorgestelde herzieningen.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een opdrachtgever echt nodig heeft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drie diagrammen van Meridiaan naast elkaar, als één geheel gepresenteerd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Niet drie losse modellen — één antwoord op "hoe behandelt Meridiaan dit?"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Niet: ken je alle drie de talen. Wel: kies je de juiste, en koppel je ze goed.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tekstslide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is de kernboodschap van het hele deel — herhaal hem expliciet aan het eind.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stellingen uit het werkboek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Plenair, indien tijd.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Zeven talen-delen achter de rug, twee te gaan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Tijdlijn van niveau 1, delen 1-8 gemarkeerd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Korte stand van zaken.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9 — tooling en uitwisseling. Deel 10 — examentraining en capstone.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Het model uit opdracht 2 vandaag is een directe basis voor de capstone in deel 10.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2026-08-17T15:51:41Z</dcterms:created>
  <dcterms:modified xsi:type="dcterms:W3CDTF">2026-08-17T15:51:41Z</dcterms:modified>
</cp:coreProperties>
</file>