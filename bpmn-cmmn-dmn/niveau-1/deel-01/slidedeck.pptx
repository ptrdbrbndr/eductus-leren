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Procesdenken en drie standaarden — Deel 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 delen, één examen, één casus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Tijdlijn van deel 1 tot 10, met deel 10 (examentraining + capstone) uitgelicht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Benoem OCEB 2 Fundamental als doel en de disclaimer: voorbereiding, geen vervanging.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Benadruk: vandaag tekenen we nog niet. Dat begint in deel 3.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drie talen en niet één?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lege kaders naast elkaar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Laat de zaal eerst raden. Noteer antwoorden; kom er bij slide 9 op terug.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Vaste volgorde, voorspelbare uitkomst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 — e-mailadreswijziging, 90.000 mutaties per jaar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Vraag om voorbeelden uit de eigen praktijk.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vaste volgorde — de behandelaar bepaalt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 — klacht over pensioenberekening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Kernzin: twee dossiers van hetzelfde type lopen zelden hetzelfde. Dat is geen slordigheid.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volgorde — invoer en uitkomst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 — premiepercentage per sector en omvang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Benoem dat de regels meestal uit wetgeving of beleid komen, niet uit het proces.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klacht bevat alle drie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Klachtdossier met daarin een routinebrief en een termijntoets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de slide waar het kwartje moet vallen.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· CMMN · DMN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1\figuur-01-1-drie-soorten-we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3705" y="1234440"/>
            <a:ext cx="564154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drie soorten werk met de bijbehorende notatie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Kom terug op de antwoorden van slide 4.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Classificeer tien situaties — en kies de notatie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daarna plenair. Nummer 7 en 9 bewaren voor de bespreking.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Beslislogica in gateways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1\figuur-01-2-scheiding-van-zor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7203" y="1234440"/>
            <a:ext cx="6234545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— vijftien opeenvolgende gateways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Vraag: wie herkent dit? Meestal de helft van de zaal.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business rule task, één beslismodel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1\figuur-01-2-scheiding-van-zor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7203" y="1234440"/>
            <a:ext cx="6234545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Wijs op wat er wint: het proces is leesbaar, de regels zijn vindbaar.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wijzigen · apart eigenaarschap · leesbaarheid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iconen met korte tekst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Voeg toe: de prijs is dat je koppelpunten moet beheren. Dat is deel 8.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Regels in gateways · dossier als keten · proces in een tabel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miniatuurvoorbeelden, doorgestreept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Vraag welke van de drie ze het meest tegenkomen.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 de vermenging — WI-114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van de werkinstructie, drie kleuren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30 minuten. Loop rond; let op wie de 14 dagen als regel markeert.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drie van OMG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1\figuur-01-3-standaardenlandsch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340" y="1234440"/>
            <a:ext cx="617027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1.3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Benoem waarom één eigenaar ertoe doet: gedeeld metamodel, uitwisselbare XML, certificering op de standaard.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· CMMN · DMN · BMM · BPMM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uit §1.3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BMM en BPMM zijn geen tekentalen maar zitten wel in het examen. Komen terug in deel 2.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alle drie even breed ondersteund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balken met adoptieniveau, CMMN duidelijk lager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Belangrijk: beperkte ondersteuning ≠ beperkte waarde. Toets bij toolkeuze of CMMN écht wordt uitgevoerd.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is groot — begin bij de kern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concentrische verzamelingen: descriptive binnen analytic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Deel 3 is descriptive, deel 4 analytic. Beide in scope voor het examen.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Communiceren · analyseren · specificeren · uitvoeren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1\figuur-01-4-vier-gebruiksdoel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1894" y="1234440"/>
            <a:ext cx="5985164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1.4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Kernzin: een model dat de directie begrijpt is nooit uitvoerbaar. Dat is geen fout maar een keuze.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communicatiemodel als specificatie gebruiken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plaat, twee lezers, twee verwachtingen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de oorzaak van "dat stond niet in het proces" halverwege een bouwtraject.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definities, vier aantallen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C, D met vier verschillende deelnemersaantallen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Aanloop naar opdracht 5. Laat de zaal eerst kiezen welke de juiste is.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Domeinbegrippen in het Nederlands, modelleerbegrippen in het Engels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kolommen met voorbeelden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Leg de conventie van dit programma uit: een task is een task, het label is Nederlands.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het begrippenkader — en neem iets mee naar deel 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Sluit af met de stellingen (opdracht 7) als er tijd is.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2026-08-17T15:51:34Z</dcterms:created>
  <dcterms:modified xsi:type="dcterms:W3CDTF">2026-08-17T15:51:34Z</dcterms:modified>
</cp:coreProperties>
</file>