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basis I: de descriptive subclass — Deel 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Conductus — inloggen, opslaan, exporteren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Schermafbeelding van de lege canvas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20 minuten begeleid. Loop rond, help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tekent, IT bouwt — hetzelfde diagram, dezelfde betekenis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figuren (business, IT) kijkend naar hetzelfde diagram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Historie kort: BPMN 2.0.2, OMG-standaard.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eerst, analytic in deel 4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concentrische verzamelingen (terugverwijzing naar deel 1, figuur 1.19-equivalent)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Vandaag: de kern die je in vrijwel elk model nodig hebt.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erbij betrokken?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 pool, wordt zo gevuld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Pool = deelnemer, lane = rol binnen die deelnemer.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 als pool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Opbouwmodel — stap 1: één lege pool "Meridiaan"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We bouwen dit samen op, element voor element.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blijft binnen de pool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3\figuur-03-2-fout-versus-goed-poolgr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19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525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fout (lijn over poolgrens) versus goed (message flow)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fout die vrijwel iedereen één keer maakt. Onthoud dit beeld.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Portaal en medewerker als lanes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Opbouwmodel — stap 2: twee lanes binnen Meridiaan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Beide horen bij Meridiaan, delen hetzelfde perspectief.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 twintig elementen — vijf valstrikken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Snel plenair nabespreken, focus op de vijf valstrikken.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· subprocess · call activity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3\figuur-03-3-activiteit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531" y="1234440"/>
            <a:ext cx="563189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 (de drie hoofdvormen)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Call activity: verwijzing naar herbruikbare logica, geen eigen definitie.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· service · manual · send/receive · business rule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3\figuur-03-3-activiteit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531" y="1234440"/>
            <a:ext cx="563189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 (de vijf tasktypen met markers)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Business rule task is het koppelpunt naar DMN — komt terug in deel 8.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Werkwoord plus object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Fout/goed: "Aanvraagbeoordeling" versus "Aanvraag beoordelen"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activiteit is een handeling, geen toestand.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eerste taken in het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Opbouwmodel — stap 3: activiteiten "Adreswijziging indienen", "Formaat controleren", "Adres bijwerken"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Nog geen events, nog geen gateways.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· intermediate · end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3\figuur-03-4-event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726" y="1234440"/>
            <a:ext cx="51435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rijen zonder kolommen 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 de drie posities uitleggen.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eventtypen in dit deel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3\figuur-03-4-event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726" y="1234440"/>
            <a:ext cx="51435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 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Catching versus throwing kort benoemen.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startevent · expliciete eindtoestanden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Fout/goed: twee startevents zonder duidelijke reden versus één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Naamgeving: voltooide vorm. "Aanvraag ontvangen", niet "Aanvraag ontvangst".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 en eindevents toegevoegd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Opbouwmodel — stap 4: start event "Adreswijziging ontvangen", end event "Adres bijgewerkt"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model begint er nu als een proces uit te zien.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fragmenten — fout of goed?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dan per fragment klassikaal bespreken. Fragment 3 krijgt extra tijd.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Precies één pad — of alle paden tegelijk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3\figuur-03-5-exclusive-parallel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700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026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gatewaytypes met split en join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je splitst, breng je op dezelfde manier samen.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uitgaande flow heeft een voorwaarde — of is de default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gateway met drie paden, één als default gemarkeerd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Default flow: borgt dat het proces nooit vastloopt.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Routeren, niet beoordelen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Fout/goed: gateway met label "Beoordelen" versus business rule task + gateway met conditie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Rechtstreekse link naar deel 1, §1.2 — regel en volgorde gescheiden.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Formaat geldig? — de eerste routering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Opbouwmodel — stap 5: exclusive gateway na "Formaat controleren", twee paden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model is nu compleet als referentie voor opdracht 3.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object · data store · annotatie · group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3\figuur-03-6-referentiemodel-emailadreswijzig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2901" y="1234440"/>
            <a:ext cx="720315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-fragment met een data object tussen twee activiteiten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Spaarzaam gebruiken — niet elk veld tonen.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stappen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§3.7 als genummerde lijst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Happy path eerst, uitzonderingen daarna — dezelfde volgorde als deel 1.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e-mailadreswijziging — eerst één pool, dan twee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een fragment van WI-114 — drie pools, een timer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Herinner aan de impliciete keuze die de tekst openlaat — dat is bewust.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met de checklist — en dan verder naar deel 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Bewaar je model van opdracht 5 — dat breid je in deel 4 uit.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2026-08-17T15:44:17Z</dcterms:created>
  <dcterms:modified xsi:type="dcterms:W3CDTF">2026-08-17T15:44:17Z</dcterms:modified>
</cp:coreProperties>
</file>