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Transformatie leiden — Deel 29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Architectuur, referentiemodel, nulmeting, control, beslisarchitectuur, ACM-ontwerp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voorgaande delen kort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deel maakt het realiseerbaar.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Organisatie · technologie · data · sturing · processen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9\figuur-29-1-tom-vijf-compone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Procesmodellen zijn één component, niet het hele TOM.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TOM voor Meridiaan na de transitie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Fasering, afhankelijkheden, kritiek pad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9\figuur-29-2-roadmap-kritiek-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Alles parallel plannen faalt altijd — capaciteit is niet oneindig.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resterende Mutatieplatform én de stelselovergang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casusdossier §8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roadmap die deze competitie negeert, is een wensenlijst.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roadmap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55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kernvaardigheid van niveau 3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9\figuur-29-3-prioriterings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ontwerp dient alle belangen tegelijk.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wil dat wát wijkt?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casusdossier §9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belanghebbende wil dat een ander onderdeel wijkt dan het onderdeel dat hen raakt.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Onwil · onmacht · terecht bezwaar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9\figuur-29-4-weerstandsdiagnose-beslis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 drie onder één noemer scharen is de duurste fout in transformatieleiderschap.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Weerstandsdiagnose — vijf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Durf "terecht bezwaar" te concluderen.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termijn krimpt met een derde — wat wijkt?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Tweetallen, rollenspel: programmadirecteur tegenover de vier belanghebbenden.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doen alles iets sneller" is geen prioritering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echte keuze laat iemand daadwerkelijk iets inleveren.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Overtuigen — of standhouden?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9\figuur-29-5-business-case-bandbreed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894" y="1234440"/>
            <a:ext cx="598516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Onzekerheid verzwijgen wint de presentatie, verliest het vertrouwen.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deel 25, §25.6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Precisie is geen betrouwbaarheid, ook niet in een investeringsvoorstel.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business case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termijn wijkt niet — dus de scope moet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Vastgelegd, niet stilzwijgend verschoven.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taal, andere vragen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Halen we de datum, wat kost het, wat is het risico.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zonder vertaling · weggepoetste onzekerheid · "weerstand" als containerbegrip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concrete valkuilen om te vermijden.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openingsvijf minuten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keuze heeft een prijs — hier op ondernemingsschaal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vandaag geoefend is, is de kern van de masterproef.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TOM tot directiegesprek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 — De masterproef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Aankondiging: alles gebundeld, verdedigd voor een simulatie van de raad van bestuur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Vier vragen vooraf gedeeld, vier niet.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over deel 29?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Ruimte voor open vragen voordat de masterproef start.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2026-08-17T15:44:44Z</dcterms:created>
  <dcterms:modified xsi:type="dcterms:W3CDTF">2026-08-17T15:44:44Z</dcterms:modified>
</cp:coreProperties>
</file>