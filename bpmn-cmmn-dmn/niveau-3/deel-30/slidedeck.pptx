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30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Masterproef — Deel 30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dit deel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herkenning, meer oordeelsvorming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30\figuur-30-1-examenblauwdruk-oce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90" y="1234440"/>
            <a:ext cx="63001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verschil met Business Intermediate.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Proefexamen 1 — 30 vragen, 75 minuten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75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examencondities.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vragen, welk domein, welke denkfout?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Clusterend nabespreken, niet vraag voor vraag.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plus aantoonbare werkervaring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30\figuur-30-2-cbpp-aanvraagproced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1670" y="1234440"/>
            <a:ext cx="650561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materiaal legt de procedure uit, geen dienstenaanbod.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periode, verantwoordelijkheid — liever nu dan achteraf reconstrueren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Begin er vandaag mee als je de aanvraag overweegt.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Proefexamen 2 — 30 vragen, 75 minuten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75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examencondities.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aanpak als proefexamen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transformatieontwerp, zeven onderdelen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30\figuur-30-3-masterproef-herkom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0614" y="1234440"/>
            <a:ext cx="516772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herkomst per deel 23-29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Startpunt: je eigen deliverables, verwerkt met feedback.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Maximaal drie pagina's, bestuurstaal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Herhaling van deel 29, §29.7.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gaat er niet lukken, en waarom?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meest onderscheidende onderdeel — geen verantwoording zonder dit.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de masterproef samen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zelfstandige verwerkingstijd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tussen de dagdelen in.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minuten presentatie, half voorbereid, half onvoorzien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Vier vragen vooraf gedeeld, vier vanuit de rollen aan tafel.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Doorlooptijd · kosten en baten · wat wijkt bij een derde korter · wie onderhoudt dit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Bereid je hierop voor mét materiaal.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Directie · toezichthouder · IT · deelnemersvertegenwoordiging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Herinnering aan casusdossier §9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rollen zijn bekend, de vragen niet — hier wordt tegenspraak getoetst.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verdediging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35 minuten per deelnemer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Plenair, per deelnemer.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Deel 1 tot Deel 30 — procesdenken tot transformatieontwerp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Dank en afsluiting van de cursus.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2026-08-17T15:44:45Z</dcterms:created>
  <dcterms:modified xsi:type="dcterms:W3CDTF">2026-08-17T15:44:45Z</dcterms:modified>
</cp:coreProperties>
</file>