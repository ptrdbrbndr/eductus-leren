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Enterprise-procesarchitectuur — Deel 23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 Mutatieplatform → Programma Stelselovergang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cirkels: klein (vijf afdelingen) en groot (hele onderneming plus keten)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Verwijs naar casusdossier-stelselovergang.md — vanaf nu de bron voor alle wetgevingsgebonden feiten.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dit deel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· applicatie · technologie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3\figuur-23-1-ea-la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276" y="1234440"/>
            <a:ext cx="548640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Zelfstandig behandeld, geen ArchiMate-ervaring vereist.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Positioneer tien artefacten in de lagen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 elke taal toont — en wat niet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3\figuur-23-2-archimate-bpm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9340" y="1234440"/>
            <a:ext cx="6170272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hetzelfde proces in beide talen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Complementair, niet inwisselbaar.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Alles naar ArchiMate, of alles naar BPMN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mislukte pogingen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Beide reflexen zijn herkenbaar — welke heb jij?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traceerbaarheidsketen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3\figuur-23-3-traceerbaarheidske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Wat het oplevert, en wat het kost om actueel te houden.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ArchiMate of BPMN — acht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 keuzekader, één laag boven deel 8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Herhaling van niveau 1, deel 8, §8.1, nu op architectuurniveau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Dezelfde vraag, hoger abstractieniveau.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Bouw de traceerbaarheidsketen — de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Gaten expliciet benoemen is onderdeel van de opdracht, niet een tekortkoming.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jaar oud, batchverwerking — wat gebeurt er bij vervanging?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Herinnering aan deel 14, §14.7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aanleiding kan de stelselovergang zijn.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Hoog, gemiddeld, laag — afhankelijk van je keten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3\figuur-23-4-impactanalyse-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 met betrouwbaarheidskleuren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Een antwoord zonder onzekerheidsoordeel is geen antwoord.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Impactanalyse legacy-vervanging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45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 Betrouwbaarheidsoordeel per bevinding is verplicht.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Synchroniseren — of een expliciete brug?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ontwerpen naast elkaar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Geen van beide is gratis.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de repositorykoppeling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afdelingen nieuw, twee afdelingen oud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3\figuur-23-5-landschap-twee-toestan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7796" y="1234440"/>
            <a:ext cx="6373359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Geen twee modellen — één architectuur met een gemarkeerde overgangslijn.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Hoofdspoor en terugvaloptie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kolommen: Locked Platform (event-driven, FSM/CQRS) · Conductus (Flowable, CMMN 1.1)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Welk platform waar draait, is zelf onderdeel van wat je in kaart brengt.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Modelleer het landschap in twee toestanden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eerlijk landschap kost meer werk dan een vereenvoudigd landschap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Weegschaal: architectinspanning versus stuurinformatie voor de directie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Schijnzekerheid is de makkelijke weg — en de gevaarlijke.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tien artefacten tot een landschap in twee toestanden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vijf paragrafen nogmaals kort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Dit is de basis waarop deel 24 tot en met 30 voortbouwen.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24 — Referentiemodellen en sectorstandaarden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Aankondiging: het lichtste deel van niveau 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Bewust na dit zware deel geplaatst.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Vragen over deel 23?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Ruimte voor open vragen voordat het werkboek verder gaat.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2026-08-17T15:51:55Z</dcterms:created>
  <dcterms:modified xsi:type="dcterms:W3CDTF">2026-08-17T15:51:55Z</dcterms:modified>
</cp:coreProperties>
</file>