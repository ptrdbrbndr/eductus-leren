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27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Beslisautomatisering op schaal — Deel 27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Tientallen decisions, één landschap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7\figuur-27-1-beslisarchitectuur-landsch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0522" y="1234440"/>
            <a:ext cx="6067908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Granulariteit en eigenaarschap worden architectuurvragen.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Granulariteitsanalyse — vijftien decisions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Deterministisch (DMN) versus statistisch (ML)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7\figuur-27-2-grens-dmn-m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0841" y="1234440"/>
            <a:ext cx="646726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vermengen zonder expliciete grens.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 of model — acht besluitsituaties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Deelnemer · klachtbehandelaar · toezichthouder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7\figuur-27-3-uitlegbaarheid-doelgroe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4986" y="1234440"/>
            <a:ext cx="729898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heeft recht op een kloppende uitleg, elk in eigen taal.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voor stap herleidbaar — een getraind model niet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Doorslaggevend bij beslissingen die een deelnemer raken.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Ontwerpimplicaties, geen juridische uiteenzetting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Menselijke tussenkomst en transparantie als ontwerpeis, niet als juridisch vraagstuk hier.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één besluit uit aan drie doelgroepen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Beslislogica als risico-object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7\figuur-27-4-model-risk-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0407" y="1234440"/>
            <a:ext cx="6288138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Validatie, herbeoordeling, en het scenario dat niemand wil.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hypothetisch — zelden geraakte regels zijn het kwetsbaarst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Wat gebeurt er als het gebeurt?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risk-raamwerk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 (loopt door)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run · parallel · gefaseerd · terugval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7\figuur-27-5-uitrolstrategi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8129" y="1234440"/>
            <a:ext cx="595269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Elke strategie heeft een prijs.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de uitrolstrategie — verdedig tegen een directeur met haast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Tweetallen, rollenspel.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misgaat bij een big bang voor 380.000 deelnemers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vraag die elke deelnemer moet kunnen beantwoorden.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 en nieuwe rekenregels, verschillende populaties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7\figuur-27-6-twee-stelsels-naast-elka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2901" y="1234440"/>
            <a:ext cx="720315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Dezelfde bitemporaliteitsuitdaging als deel 16, nu op landschapsschaal.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omschakelmoment, een omschakelperiode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casusdossier §5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ontwerp moet de hele periode aankunnen.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de beslisarchitectuur voor twee stelsels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Correctheid voor elke populatie versus snelheid van omschakelen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Weegschaal: DNB tegenover directie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van beide krijgt alles.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vijftien decisions tot twee stelsels naast elkaar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28 — Adaptive case management en kenniswerk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Aankondiging: de grens van wat modellering kan vangen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tegenovergestelde uiterste van dit deel.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over deel 27?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Ruimte voor open vragen.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2026-08-17T15:44:41Z</dcterms:created>
  <dcterms:modified xsi:type="dcterms:W3CDTF">2026-08-17T15:44:41Z</dcterms:modified>
</cp:coreProperties>
</file>