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92024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null · DEEL 28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640080" y="2377440"/>
            <a:ext cx="108813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case management en kenniswerk — Deel 28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6263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8D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BPMN, CMMN &amp; DMN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dit deel kun je…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leerdoelen uit de reader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volgorde ligt niet vast (CMMN) — of de handelingen zelf niet (ACM)?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8\figuur-28-1-spectrum-voorspelbaarhei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0821" y="1234440"/>
            <a:ext cx="610731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Eén zin, het hele onderscheid van dit deel.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Samenloop die niemand vooraf kon opsommen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Concreet Meridiaan-voorbeeld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Houd dit deel geaard met dit soort voorbeelden.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CMMN of ACM — zes situaties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25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kenniswerker als ontwerper van zijn eigen traject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8\figuur-28-2-gestuurd-versus-gede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0821" y="1234440"/>
            <a:ext cx="6107310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Het dossier als gedeelde werkruimte, niet als gestuurde structuur.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Sjablonen · precedenten · vastleggen zonder verplichten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8\figuur-28-3-precedentmechanis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2556" y="1234440"/>
            <a:ext cx="7863840" cy="385328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179162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Het verschil tussen ACM en een informeel CMMN-model.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Ontwerp een precedentmechanisme — de 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case management-platformen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Wat ze toevoegen boven een CMMN-engine, en welke aanname ze meebrengen.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Geen van beide lost het echte ACM-probleem op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Twee kolommen: FSM/CQRS (toestandsmachines) · Flowable/CMMN 1.1 (discretionary items)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Conductus komt dichterbij voor het CMMN-deel, niet voor het ACM-deel.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ACM-ontwerp voor het onvoorspelbare deel — de kerndeliverable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35 minuten (loopt door)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Individueel, start nu. Durf buiten CMMN te denken.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Niet per casemodel, maar per werktype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8\figuur-28-4-autonomie-vijf-afdeling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28854" y="1234440"/>
            <a:ext cx="5931243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vraag uit deel 17 en 26, nu breder.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Gestandaardiseerd · herkenbaar patroon · structureel onvoorspelbaar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Vijf afdelingen geplot op het spectrum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Werk in het verkeerde vak persen kost expertise, geen efficiëntie.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Verdeel drie typen werk over Meridiaan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Tweetallen.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Een indicator die het gedrag verandert dat hij meet</a:t>
            </a:r>
            <a:endParaRPr lang="en-US" sz="2400" dirty="0"/>
          </a:p>
        </p:txBody>
      </p:sp>
      <p:pic>
        <p:nvPicPr>
          <p:cNvPr id="3" name="Image 0" descr="C:\Projecten\eductus-trainingen\CMMN_BPMN_DMN\cursus-bpmn-cmmn-dmn\build\png\deel-28\figuur-28-5-indicator-gaming-gedr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92901" y="1234440"/>
            <a:ext cx="7203151" cy="41148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54406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leeg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Riskanter dan meten bij gestructureerd werk.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Snelheid belonen waar zorgvuldigheid nodig is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Voorbeeld: "dossiers per week" bij complexe casuïstiek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vraag hoort standaard bij elk indicatorontwerp.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Drie indicatoren — en het gedrag dat ze uitlokken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Werkboekverwijzing, timer 20 minuten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Individueel.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Stellingen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Vier stellingen uit het werkboek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Plenair.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 CMMN-grens tot organisatiebrede autonomie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822960" y="1371600"/>
            <a:ext cx="10515600" cy="4206240"/>
          </a:xfrm>
          <a:prstGeom prst="roundRect">
            <a:avLst>
              <a:gd name="adj" fmla="val 1304"/>
            </a:avLst>
          </a:prstGeom>
          <a:solidFill>
            <a:srgbClr val="EEF1F6"/>
          </a:solidFill>
          <a:ln w="12700">
            <a:solidFill>
              <a:srgbClr val="D7DC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88720" y="1645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BEELD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188720" y="2103120"/>
            <a:ext cx="9784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Kort.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2651760"/>
            <a:ext cx="10332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29 — Transformatie leiden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EEF1F6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6217920"/>
            <a:ext cx="112471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Spreeknotitie: De autonomie-indeling van vandaag voedt het target operating model.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2026-08-17T15:44:43Z</dcterms:created>
  <dcterms:modified xsi:type="dcterms:W3CDTF">2026-08-17T15:44:43Z</dcterms:modified>
</cp:coreProperties>
</file>