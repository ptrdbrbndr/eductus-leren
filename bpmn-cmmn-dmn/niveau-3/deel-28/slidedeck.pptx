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case management en kenniswerk — Deel 28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dit deel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volgorde ligt niet vast (CMMN) — of de handelingen zelf niet (ACM)?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8\figuur-28-1-spectrum-voorspelbaarhe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821" y="1234440"/>
            <a:ext cx="610731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Eén zin, het hele onderscheid van dit deel.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Samenloop die niemand vooraf kon opsommen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Concreet Meridiaan-voorbeeld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Houd dit deel geaard met dit soort voorbeelden.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CMMN of ACM — zes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kenniswerker als ontwerper van zijn eigen traject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8\figuur-28-2-gestuurd-versus-gede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0821" y="1234440"/>
            <a:ext cx="610731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dossier als gedeelde werkruimte, niet als gestuurde structuur.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Sjablonen · precedenten · vastleggen zonder verplichten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8\figuur-28-3-precedentmechanis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8532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79162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 verschil tussen ACM en een informeel CMMN-model.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een precedentmechanisme — de 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case management-platformen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Wat ze toevoegen boven een CMMN-engine, en welke aanname ze meebrengen.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van beide lost het echte ACM-probleem op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kolommen: FSM/CQRS (toestandsmachines) · Flowable/CMMN 1.1 (discretionary items)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Conductus komt dichterbij voor het CMMN-deel, niet voor het ACM-deel.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ACM-ontwerp voor het onvoorspelbare deel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35 minuten (loopt door)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nu. Durf buiten CMMN te denken.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per casemodel, maar per werktype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8\figuur-28-4-autonomie-vijf-afdeling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8854" y="1234440"/>
            <a:ext cx="593124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vraag uit deel 17 en 26, nu breder.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Gestandaardiseerd · herkenbaar patroon · structureel onvoorspelbaar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afdelingen geplot op het spectrum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Werk in het verkeerde vak persen kost expertise, geen efficiëntie.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Verdeel drie typen werk over Meridiaan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indicator die het gedrag verandert dat hij meet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28\figuur-28-5-indicator-gaming-gedr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2901" y="1234440"/>
            <a:ext cx="720315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Riskanter dan meten bij gestructureerd werk.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Snelheid belonen waar zorgvuldigheid nodig 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Voorbeeld: "dossiers per week" bij complexe casuïstiek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vraag hoort standaard bij elk indicatorontwerp.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indicatoren — en het gedrag dat ze uitlokken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CMMN-grens tot organisatiebrede autonomie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29 — Transformatie leiden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autonomie-indeling van vandaag voedt het target operating model.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2026-08-17T15:51:59Z</dcterms:created>
  <dcterms:modified xsi:type="dcterms:W3CDTF">2026-08-17T15:51:59Z</dcterms:modified>
</cp:coreProperties>
</file>