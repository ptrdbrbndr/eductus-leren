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Referentiemodellen en sectorstandaarden — Deel 24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Startpunt en gedeelde taal — geen kant-en-klare architectuur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4\figuur-24-1-referentiemodellen-kwadr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90" y="1234440"/>
            <a:ext cx="63001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valkuil: adoptie zonder tailoring.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APQC PCF · SCOR · eTOM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logo's/namen met herkomstsector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bruikbaar buiten de eigen sector, APQC PCF het breedst.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het model — vijf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BIAN en ACORD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kolommen: bank, verzekering — pensioen ertussenin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Herkenbaarheid boven een generiek model.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bereik, dwingender binnen dat bereik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Ketenschema Meridiaan – werkgevers – andere uitvoerders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Vaststellen wie leidend is, is zelf een activiteit.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veel · te weinig · ongedocumenteerd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4\figuur-24-2-drie-manieren-tailoring-misga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821" y="1234440"/>
            <a:ext cx="610731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derde is de gevaarlijkste en de meest voorkomende.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Tailoring-analyse — functioneel of historisch gegroeid?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Het scherpste onderdeel van dit deel.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 breng je dat onderscheid boven tafel?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vaardigheid zit in het gesprek, niet alleen in de analyse.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ketenstandaard is leidend?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Bouwstenen van het hybride referentiemodel naar ondernemingsniveau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4\figuur-24-4-opbouw-referentiebibliothee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185" y="1234440"/>
            <a:ext cx="586258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deel 18 §18.5 als vertrekpunt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Onderhouden of veroudert net zo snel als een externe standaard.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 deel van nieuwe modellen komt uit de bibliotheek?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4\figuur-24-5-hergebruikme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636" y="12344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Zonder meting is een bibliotheek ontwerpwerk zonder aantoonbaar rendement.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de referentiearchitectuur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 (loopt door)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hergebruikindicatoren — en hoe ze te manipuleren zijn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een hergebruikindicator kan gespeeld worden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triviale wijziging om als "nieuw" te tellen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Vooruitblik naar de meetdiscussie in deel 28.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vijf situaties tot een eigen referentiearchitectuur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25 — Procesmining verdiept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referentiearchitectuur van vandaag is het model waartegen mining-bevindingen worden getoetst.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2026-08-17T15:44:38Z</dcterms:created>
  <dcterms:modified xsi:type="dcterms:W3CDTF">2026-08-17T15:44:38Z</dcterms:modified>
</cp:coreProperties>
</file>