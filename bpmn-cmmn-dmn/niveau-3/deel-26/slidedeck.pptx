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26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Compliance, risk en control in modellen — Deel 26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je nulmeting blootlegde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Terugverwijzing naar de scherpste bevinding uit deel 25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Vraag de zaal kort wat ze vonden.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dit deel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maatregel die niet in het model staat, bestaat niet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6\figuur-26-1-keten-risico-maatregel-modelel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340" y="1234440"/>
            <a:ext cx="617027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kernboodschap van dit deel, in één zin.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Vierogenprincipe · functiescheiding · verplichte vastlegging · uitzonderingsautorisatie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6\figuur-26-2-vier-controlpatron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491" y="1234440"/>
            <a:ext cx="551397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Elk concreet als BPMN- of CMMN-patroon.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risico's — maatregel en modelpatroon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Modelleer de controls in een bestaand proces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DNB en de AFM willen kunnen vaststellen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6\figuur-26-3-toezichtvraag-modelelemen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400072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326609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Traceerbaarheid, nu van toezichteis naar modelelement.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Beantwoord de toezichtvraag — de 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Heeft deze stap het brongegeven nodig, of een afgeleide waarde?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6\figuur-26-4-gegevensminimalisat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1284" y="1234440"/>
            <a:ext cx="6486384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Per processtap, niet als algemeen principe.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dataobject met een houdbaarheidsdatum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Net zo'n ontwerpbeperking als elke andere.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Gegevensminimalisatie — herontwerp twee stappen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15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Wie, wanneer, welke gegevens, welke uitkomst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6\figuur-26-5-audit-trail-reconstruct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5519" y="1234440"/>
            <a:ext cx="6537915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Voortbouwend op de logging uit deel 19.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deelnemer vraagt: waarom is mijn aanspraak zo berekend?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audit trail moet dat antwoord kunnen dragen.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versie gold wanneer, wie keurde goed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Herhaling van deel 16, §16.3 en deel 21, §21.2, nu als bewijsmateriaal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Repository governance is nodig, niet voldoende.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Specificeer de audit trail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40 minuten (loopt door)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start nu.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Beheersen zonder de autonomie te vernietigen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Herhaling van deel 17, §17.4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Registratie is niet hetzelfde als sturing.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Verplichte vastlegging versus verplichte voorafgaande goedkeuring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varianten naast elkaar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eerste beheerst, de tweede stuurt.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varianten, verdedig de balans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Tweetallen, bewust gemengd op achtergrond.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Aantoonbaarheid versus autonomie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Weegschaal: DNB/directie tegenover de behandelaar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Geen keuze is gratis.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risico tot audit trail tot casewerk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27 — Beslisautomatisering op schaal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audit trail-eis van vandaag geldt straks ook voor elke DMN-beslissing.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2026-08-17T15:51:58Z</dcterms:created>
  <dcterms:modified xsi:type="dcterms:W3CDTF">2026-08-17T15:51:58Z</dcterms:modified>
</cp:coreProperties>
</file>