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Procesmining verdiept — Deel 25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· conformance · drie verklaringen voor een afwijking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Compacte samenvatting, max. een halve pagina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Sla dit over bij de tweedaagse variant.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Retroductus — inloggen, een log uploaden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Schermafbeelding interface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begeleid.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bronnen, twee kwaliteiten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1-van-bron-naar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Mutatieplatform versus 35 jaar oud legacy-systeem.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transformatie is een keuze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Batchtijdstempel versus werkelijke doorlooptijd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Preciezer ogend dan het is, als je de vertekening niet benoemt.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log-extractie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· heuristic · inductive miner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2-drie-discovery-algorit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Verschillende aannames, verschillende modellen uit hetzelfde log.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algoritmen, één log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Retroductus.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Verhelderen — of verbergen?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3-filternivea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grens is dun en zelden opzettelijk overschreden.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 mate — drie niveaus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Retroductus. Let op het moment van ongemak.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varianten kent een proces werkelijk?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4-variantenanalyse-lange-sta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lange staart bepaalt wat standaardisatie realistisch kan beloven.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Variantenanalyse Deelnemermutaties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wachttijd zit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5-performance-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Meestal bij de overdracht, niet in het werk zelf.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Complementair, geen hiërarchie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Terugverwijzing naar deel 12, §12.4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Interviews geven verklaringen, data geeft de omvang.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simulatie kan — en wat de aannames waard zijn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5\figuur-25-6-simulatie-onzekerheids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Precisie is geen betrouwbaarheid.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"Doorlooptijd stijgt met 14%" — hoe zeker is dat?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deel 23, §23.3, nu op een dynamisch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Hetzelfde probleem, andere vorm.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Simulatie voor de stelselovergangsperiode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Elke aanname expliciet benoemen.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"Hier zit een bottleneck" is geen voorstel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Kosten, baten, onzekerheidsmarge.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bottleneck, één voorstel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 (loopt door)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niveau 2, deel 20, §20.7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Mining toont wat gebeurde, niet altijd waarom.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dit deel op uitkomt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 bevindingen voeden deel 26 en de masterproef.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event log tot investeringsvoorstel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 — Compliance, risk en control in modellen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Aankondiging: datakwaliteit als DNB-eis bij invaren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problemen uit opdracht 1 en 3 komen daar terug.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over deel 25?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Ruimte voor open vragen.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2026-08-17T15:51:57Z</dcterms:created>
  <dcterms:modified xsi:type="dcterms:W3CDTF">2026-08-17T15:51:57Z</dcterms:modified>
</cp:coreProperties>
</file>