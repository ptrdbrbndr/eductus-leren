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flappen hangen. Loop ze langs.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 minuten. Grijp direct in bij register-versus-verhaal.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verzamelen op de flap; wordt nagestuurd.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10: Examentraining en capstone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slot van niveau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Eerst even schrijven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drie vragen als in deel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opzoeken, niet overleggen, oude antwoorden nog niet erbij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Nu ernaast leggen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soorten verandering: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fout naar goed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kort naar genuanceerd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zeker naar voorzichtig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De belangrijkste vooruitgang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langer antwoordt dan negen dagdelen geleden, is vooruitgegaan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 hangt ervan af, en wel hiervan" is het juiste antwoord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Twijfel met grond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een beroepskwalificatie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Zekerheid zonder grond is een risico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Je gereedschapskist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Drieluik · driehoek · vier analysevragen · scheidslijnkaart · drie soorten niet-conformiteit · zeven compensatievragen · de reisvraag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Het examen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Beroepskwalificatie Adviseur Pensioen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Basis, Vermogen en Pensioen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Eind- en toetstermen: CDFD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Wat deze cursus wel en niet 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inhoudelijke voorbereiding, met nadruk op de stelselwijziging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vervanging van het officiële examenmateriaal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Vier stappen bij een examenvraag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Lees de vraag vóór de casus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Typeer de regeling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Streep het feitelijk onjuiste weg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Kies op moet / mag / verstandig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Vier valkuilen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Verouderde percentages en bedragen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Vóór en ná de pensioendatum door elkaar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Gesloten regeling versus gesloten groep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Verplichtstelling als verborgen onderwerp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Leer de systematiek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de getallen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Getallen veranderen · systematiek niet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De capstone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Transitieadvies voor Van Doorn Techniek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pagina's · twintig minuten verdediging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Het dossier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medewerkers · gemiddeld 46 jaar · vrijgesteld van Bpf T&amp;I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Staffel 8,4%–26,1% sinds 2016 · partnerpensioen op opbouwbasis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tot en met 31-12-2026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Zeven onderdelen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Diagnose · 2. Vrijstelling · 3. Hoofdkeuze · 4. Nabestaandenpensioen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Compensatie · 6. Tijdlijn · 7. Wat je niet weet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Onderdeel 7 telt volwaardig mee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advies dat doet alsof alles bekend is,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 dit vak geen goed advies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Zelfcheck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toetsen expliciet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Nabestaandenpensioen genoemd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juni 2026 in de tijdlijn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Minstens één bedrag in euro's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Nergens "gemiddeld genomen"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Onderdeel 7 niet leeg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De vier rollen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Ferdi (directeur) · Ilse (OR) · Karel (deelnemer) · Nadia (Meridiaan)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kent de rollen, niet de vragen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De rubric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· overgangsrecht · nabestaandenpensioen · tijdlijn · verdediging · eerlijkheid over onzekerheid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laatste twee wegen dubbel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Criterium 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register verschilt: woordkeus, detail, volgorde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verhaal verschilt niet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Anders gezegd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tegen de directeur zegt dat het meevalt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tegen de monteur dat het tegenvalt,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niet flexibel maar onbetrouwbaar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Criterium 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"Dit weet ik niet. Zo kom ik erachter. Donderdag laat ik het je weten."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een goed antwoord, geen zwak antwoord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Verdedigingen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Groepjes van vijf · rouleren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Jullie praktijkchecklist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concrete voornemens per deelnemer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Drie doorstroomcriteria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Een onbekende regeling typeren en toetsen — inclusief wat je niet weet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Fondsenroute versus verzekerde route uitleggen aan iemand uit de andere wereld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Een slecht nieuws-gesprek voeren zonder verhullen of dramatiseren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Niveau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Fiscaal kader · producten · uitkeringsfase · contractproces · transitie in verzekerde regelingen (2 dagdelen) · waardeoverdracht en invaren · communicatie · zorgplicht · data en processen · toezicht · examentraining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Tot slot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Wie overziet het volledige dossier van één deelnemer?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Niemand automatisch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daarom bestaat dit vak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10 — Slidedeck</dc:title>
  <dc:subject>PptxGenJS Presentation</dc:subject>
  <dc:creator>Ductus B.V.</dc:creator>
  <cp:lastModifiedBy>Ductus B.V.</cp:lastModifiedBy>
  <cp:revision>1</cp:revision>
  <dcterms:created xsi:type="dcterms:W3CDTF">2026-08-17T11:24:39Z</dcterms:created>
  <dcterms:modified xsi:type="dcterms:W3CDTF">2026-08-17T11:24:39Z</dcterms:modified>
</cp:coreProperties>
</file>