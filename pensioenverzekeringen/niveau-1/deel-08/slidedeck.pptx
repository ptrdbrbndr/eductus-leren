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rustige opening. Dit dagdeel gaat over overlijden en arbeidsongeschiktheid.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 b zijn spiegelbeeldig fout.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goede antwoord bij Karel is "dat moet je uitrekenen".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heeft ooit een vertrekkende medewerker hierover geïnformeerd?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De risicodekkingen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Partnerpensioen, wezenpensioen, arbeidsongeschiktheid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zin die steeds terugkwam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nabestaandenpensioen moet hoe dan ook om."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· deel 6 · deel 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Waarom dit deel zwaarder weegt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ouderdomspensioen verandert van vorm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nabestaandenpensioen verandert van uitkomst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Het oude beeld: twee varianten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Opbouwbasis — % van het te bereiken ouderdomspensioen, groeit met de diensttijd, blijft staan bij vertrek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Risicobasis — verzekering zolang de deelname duurt, vervalt bij vertrek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Het probleem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hoogte hing af van dienstjaren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van de behoefte van het gezin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bij baanwissels ontstonden gaten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Het nieuwe kader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8\figuur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4664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98659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Overlijden vóór de pensioendatum: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Wezenpensioen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Maximaal 20% per kind, dubbel voor volle wezen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eindleeftijd: 25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studie- of inwoningsvoorwaarden meer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Let 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is het maximum, niet de norm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regeling biedt is een arbeidsvoorwaardelijke keuze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Ná de pensioendatum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Gefinancierd uit het pensioenvermogen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wél afhankelijk van wat er is opgebouwd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dus een keuze op de pensioendatum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gewoonte die je aanleert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Benoem in elk gesprek beide situaties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als er maar naar één wordt gevraagd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8.2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uitspraken. Kloppen ze?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omslag herverdeelt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 af: jong, korte diensttijd, veel baanwisselingen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Slechter af: lange diensttijd, hoog te bereiken ouderdomspensioen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8.3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deelnemers. Gunstig of ongunstig?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Drie soorten gesprek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Winnaar → kort en geruststellend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Verliezer → lang, met bedragen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Twijfelgeval → eerst onderzoek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welk gesprek je voert vóór je begint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Het gat bij uitdiensttreding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Risicodekking = geen dekking meer na einde deelname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Drie vangnetten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Uitloopdekking — standaard drie maanden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Dekking tijdens WW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Vrijwillige voortzetting — uit eigen pensioenvermogen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Maar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vangnet waar niemand van weet, is geen vangnet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8.4 — Rob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maart uit dienst · 1 juni nieuwe baan · 15 april overleden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als hij ertussenin zzp'er was?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Het Anw-hiaat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Anw keert lang niet altijd 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Aanvullende dekking tot de AOW-leeftijd van de partner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vrijwillig, met aanmeldtermijn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Twee arbeidsongeschiktheidsvoorzieningen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Premievrijstelling — opbouw loopt door zonder premie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Arbeidsongeschiktheidspensioen — aanvulling op de WIA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meest onderschatte dekking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Premievrijstelling bij arbeidsongeschiktheid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haar stopt de opbouw precies wanneer iemand haar zelf niet kan voortzetten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vergeten groep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op het transitiemoment arbeidsongeschikt 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Meldt zich niet zelf · wordt over het hoofd gezien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het schriftelijk na bij de uitvoerder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Het gesprek met Karel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jaar · 31 dienstjaren · partner Marleen (56)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Oud: 70% van het te bereiken pensioen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Nieuw: 40% van € 48.000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Vijf dingen die Anouk moet doen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Twee bedragen naast elkaar, in euro's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Het gat benoemen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Opties noemen, met de prijs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Vóór en ná pensioendatum uitleggen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Schriftelijk bevestigen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De zin die je nooit gebruikt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"Gemiddeld genomen gaat iedereen erop vooruit."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Marleen is het gemiddelde irrelevant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8.6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opening van dat gesprek. Vijf zinnen.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Goed nieuws dat vaak niet wordt verteld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oud, al opgebouwd partnerpensioen blijft gewoon staan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 rekenen zich armer dan ze zijn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één deelnemer, één heel leven — indiensttreding, waardeoverdracht, scheiding, keuzes, pensionering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8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