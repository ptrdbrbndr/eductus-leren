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vrijwel niemand. Aansluiting ontstaat van rechtswege.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goede eindresultaat is drie keer "dat weet ik niet zeker, ik zou dit vragen".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bedrag ruwweg voorrekenen op de flap.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overgangsrechtvragen noteren op flap "Deel 6".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4: Verplichtstelling, werkingssfeer en vrijstelling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 deze werkgever eigenlijk wel kiezen?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De vraag van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van jullie heeft zich ooit aangemeld bij zijn pensioenfonds?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De juiste volgorde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 ik onder een verplichtstelling?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Zo ja: kan en wil ik vrijstelling?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Pas dan: welke regeling, welke uitvoerder?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Wat is een verplichtstelling?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 partners vragen, de minister stelt verplicht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Geldt voor de hele bedrijfstak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Aanmelding is administratief, niet constitutief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Waarom bestaat dit?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Pensioen geen concurrentiefactor binnen een sector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Ononderbroken opbouw bij baanwisseling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Schaal en uitvoeringskracht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De werkingssfeer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4\figuur-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36618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96293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tekst die bepaalt wie eronder valt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Bepalend is wat je feitelijk doet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de statuten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de KvK-omschrijving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hoe je jezelf noemt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Vier complicaties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activiteiten → hoofdzakelijkheidscriterium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Verschuivende activiteiten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Concernstructuren: per onderneming, niet per concern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Uitzend en payroll: eigen werkingssferen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Opdracht 4.1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ondernemingen: vallen zij eronder?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Het duurste risico in dit vak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onopgemerkte verplichte aansluiting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Wat er dan gebeurt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Premievordering met terugwerkende kracht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Aanspraken ontstaan alsnog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verzekerde regeling ontslaat niet van de plicht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Betaalde premies niet zomaar terug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Opdracht 4.2 — reken mee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medewerkers · sinds 2015 · nooit vrijstelling aangevraagd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De ongemakkelijke uitkomst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werknemers zijn beter af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benadeelde partij → geen partij met belang bij coulance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Vrijstelling: de gronden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Bestaande eigen regeling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Concern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Eigen cao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Onvoldoende beleggingsrendement (zelden)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Bijzondere gevallen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De kernvoorwaarde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eigen regeling moet ten minste actuarieel en financieel gelijkwaardig zijn.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dat is een doorlopende voorwaarde.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Van Doorn Techniek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 onder de werkingssfeer van Bpf T&amp;I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al een eigen regeling bij Meridiaan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Vrijstelling op grond van de bestaande regeling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plicht gelijkwaardigheid in stand te houden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En nu komt de Wtp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 T&amp;I gaat per 1-1-2027 over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Doorn gaat ook over — maar wanneer, en in welke vorm?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Drie vragen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Timing — moeten beide tegelijk?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Vergelijkbaarheid — solidair versus flexibel, hoe meet je dat?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Opnieuw toetsen — beide regelingen veranderen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Opdracht 4.4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scenario's voor Van Doorn: A vlak, B overgangsrecht, C aansluiten bij het fonds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Het planningsinzicht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vrijgestelde werkgever kan zijn transitie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los van het fonds plannen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Scenario C verdient een eerlijke kans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kleine bestanden met hoge uitvoeringslast is aansluiten vaak rationeel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nederlaag — een optie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De omgekeerde beweging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Vrijwillige aansluiting bij een bpf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verzekerde contracten naar fonds of APF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Liquiderende ondernemingspensioenfondsen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Delta Chemie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9.000 deelnemers, tweederde inactief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Zelfstandig blijven of overdragen?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Zes stappen bij elke nieuwe werkgever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Feitelijke activiteit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Verplichtstelling?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Vrijstelling — welke grond, welk besluit?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Nog gelijkwaardig?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Zo nee: al aangesloten, per wanneer?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Pas dan: regeling en uitvoerder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"Wij zijn vrijgesteld, dat weet ik zeker"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herinnering is geen rechtsfeit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het besluit op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Opdracht 4.7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ontbreekt er in deze offerte?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"Wij adviseren een flexibele premieregeling bij een PPI, 13,5% vlak, drie risicoprofielen. Wij hebben drie aanbieders vergeleken."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27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4.8 — je eigen dossier compleet maken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5: de kernvraag van de hele cursus — Wtp of niet-Wtp?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4 — Slidedeck</dc:title>
  <dc:subject>PptxGenJS Presentation</dc:subject>
  <dc:creator>Ductus B.V.</dc:creator>
  <cp:lastModifiedBy>Ductus B.V.</cp:lastModifiedBy>
  <cp:revision>1</cp:revision>
  <dcterms:created xsi:type="dcterms:W3CDTF">2026-08-17T11:24:38Z</dcterms:created>
  <dcterms:modified xsi:type="dcterms:W3CDTF">2026-08-17T11:24:38Z</dcterms:modified>
</cp:coreProperties>
</file>