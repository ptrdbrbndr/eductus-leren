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drie antwoorden komen, schrijf ze op, kom er op slide 27 op terug.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opdracht 2.4b. Laat ze het overlijdensscenario zelf benoemen.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parkeren op flap "Deel 15".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blijft hangen tot en met deel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 met de antwoorden van het begin. Bijna alles is te herleiden tot lagen die uit de pas lopen.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2: De pensioendriehoek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spreekt met wie af, en waar staat dat?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Terugblik deel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pijlers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uitvoerders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drieluik: belooft / voert uit / draagt risico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analysevragen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vraag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lopen pensioentransities vast?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driehoek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2\figuur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407" y="1143000"/>
            <a:ext cx="8506139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Verhouding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 — werknemer: de pensioenovereenkomst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arbeidsvoorwaarde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cao, arbeidscontract, handboek of verplichtstelling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 is niet beslissend, inhoud wel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Verhouding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 — uitvoerder: de uitvoeringsovereenkomst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Verzekeraar, PPI, APF: contract, onderhandelbaar, bepaalde tijd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Verplichtgesteld bpf: uitvoeringsreglement, eenzijdig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Dat verschil is groot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Bpf | Verzekerd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Basis | verplichtstelling | contract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Onderhandelen | nee | ja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Transitie verloopt | per sector | per werkgever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Verhouding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 — deelnemer: het pensioenreglement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Hieraan ontleent de deelnemer zijn rechten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niet meer regelen dan is toegezegd en gecontracteerd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Sorteer zeven documenten naar de juiste verhouding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10 minuten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onderbrengplicht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werkgever moet zijn toezegging onderbrengen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beheer: niet toegestaan voor werknemers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Als dat niet gebeurt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toezegging blijft bestaan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kapitaal, geen dekking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 draagt alles zelf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Ontdekt op pensioendatum of bij overlijden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Het klassieke gat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loopt af → nieuw contract per 1 juli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tussen 1 januari en 1 juli?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volgorde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Arbeidsvoorwaardelijk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Contractueel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Reglementair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in deze volgorde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Kernzin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pensioenwijziging begint aan de arbeidsvoorwaardelijke tafel, niet bij de uitvoerder.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Opdracht 2.3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 in de juiste volgorde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mis bij verwisseling?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De praktijk wringt hier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 reserveert capaciteit vóór de OR heeft ingestemd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fout — een structurele spanning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Wat staat er in een uitvoeringsovereenkomst?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Premievaststelling en betaling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Informatieverplichtingen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bij premieachterstand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Toeslagverlening en financiering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Looptijd en gevolgen van beëindiging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2.5 — lees het contract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3.1: looptijd tot en met 31-12-2026, stilzwijgende verlenging, opzegtermijn zes maanden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9.2: opgebouwde aanspraken blijven premievrij achter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Twee conclusies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Opzeggen kan tot 30 juni 2026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Karels oude potje blijft bij Meridiaan staan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De belangrijkste 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Verzekerd: achterblijven is het uitgangspunt. Fonds: invaren is het uitgangspunt.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ondernemingsraad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Instemmingsrecht bij vaststellen, wijzigen, intrekken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bij een verplichtgesteld bpf — daar de cao-tafel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Informeren ≠ instemmen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e-mail van Ferdi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"Door de nieuwe pensioenwet moeten we onze regeling aanpassen. Wij hebben met Meridiaan 15% voor iedereen afgesproken. Op 12 november volgt een informatiebijeenkomst."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hier mis?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Drie problemen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Contract vóór instemming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"De wet dwingt" is een halve waarheid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Een bijeenkomst is geen instemmingstraject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Documenten eromheen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Startbrief · Pensioen 1-2-3 · UPO · ABTN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Transitieplan · Implementatieplan · Communicatieplan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De transitiedocumenten zijn de driehoek in transitievorm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Transitieplan → arbeidsvoorwaardelijke laag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Implementatieplan → uitvoeringslaag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 → relatie met de deelnemer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Vijf diagnosevragen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Waar staat de toezegging?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Waar ondergebracht, tot wanneer?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Welk reglement, voor welke groepen?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Wijken de lagen af?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Wie moet instemmen?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Terug naar slide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lopen transities vast?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2.7 (Delta Chemie) en 2.8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welke soorten pensioenovereenkomsten kent de wet, en wat blijft daarvan over onder de Wtp?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 — Slidedeck</dc:title>
  <dc:subject>PptxGenJS Presentation</dc:subject>
  <dc:creator>Ductus B.V.</dc:creator>
  <cp:lastModifiedBy>Ductus B.V.</cp:lastModifiedBy>
  <cp:revision>1</cp:revision>
  <dcterms:created xsi:type="dcterms:W3CDTF">2026-08-17T11:24:38Z</dcterms:created>
  <dcterms:modified xsi:type="dcterms:W3CDTF">2026-08-17T11:24:38Z</dcterms:modified>
</cp:coreProperties>
</file>