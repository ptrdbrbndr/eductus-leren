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flap "Deel 6" voorlezen. Vandaag worden ze allemaal doorgestreept.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casus e is de belangrijkste.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verhaal moet identiek zijn. Dat is het hele punt.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minimaal drie. Pensioen hoort in de due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6: De eerbiedigende werking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die staffel nou blijven?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De geparkeerde vragen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Terug naar de vier toetsen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6\figuur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356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91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220e raakt alleen toets 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hoofdregel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17 Pw: de premie is voor alle deelnemers een gelijk percentage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De uitzondering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220e Pw schakelt dat voorschrift uit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een afgebakende groep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Let op het woord "alleen"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andere bepalingen gelden onverkort: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nabestaandenpensioen → moet om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fiscale grenzen → gelden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communicatie en keuzebegeleiding → gelden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eerbiedigende werking redt de staffel. Meer niet.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Opdracht 6.1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"Fijn, dan hoeven wij niets te doen."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vier dingen die hij tóch moet doen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Drie toegangsvoorwaarden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Welke regeling — bestond op 30 juni 2023, progressieve premie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Welke deelnemer — nam deel op de dag vóór de omzetting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Wanneer — omzetting uiterlijk per de wettelijke einddatum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Wat komt in aanmerking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Premieregeling met staffel bij verzekeraar of PPI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Uitkeringsovereenkomst met progressieve premie bij een verzekeraar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048256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maar die moet alsnog een premieregeling worden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6.2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regelingen: komen ze in aanmerking?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Te laat = weg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pas ná de uiterste datum omzet, heeft geen bestaande deelnemers meer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Uitstel maakt de optie niet krap — het maakt hem onmogelijk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Twee begrippen, vaak verward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220i — tijdens de transitieperiode gelden de nieuwe voorschriften nog niet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220e — daarna: uitzondering op de vlakke premie voor de gesloten groep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Ertussen zit een handeling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 · sluiten van de groep · omzetten van de rest van de regeling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loopt niet vanzelf door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Het gevolg: twee regelingen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6\figuur-6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50069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41421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(gesloten, staffel) naast nieuw (open, vlak)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Vier consequenties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Ongelijkheid tussen even oude collega's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Dubbele uitvoeringslast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groep dooft uit — over dertig jaar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premie voor die groep loopt op, zonder aanwas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Ravi en Yasmin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2029: Ravi (27) komt in dienst → 15% vlak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Yasmin (30) zit in de gesloten groep → 9,7%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is beter af?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6.4 — rollenspel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Voer beide gesprekken, in dezelfde zaal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Het punt dat te weinig wordt gemaakt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een jong bestand is de eerbiedigende werking geen vriendelijke keuze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conserveert de lage inleg van de zittende jongeren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Baanwissel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eerbiedigende werking hangt aan deze regeling bij deze werkgever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Vertrekt de deelnemer, dan vervalt zijn positie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Overgang van onderneming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Arbeidsvoorwaarden gaan van rechtswege mee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Overgenomen werknemers behouden hun progressieve premie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personeel van de koper: onveranderd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Opdracht 6.5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neemt Kramer over. Hoeveel regelingsvarianten?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Uitvoerderwissel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Voortzetting bij een andere uitvoerder kan — maar niet iedereen wil het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kiest voor eerbiedigende werking, verkleint zijn latere keuzevrijheid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De keuze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| Wél | Niet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Zittenden | staffel | vlak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Compensatievraag | speelt niet | speelt volop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Transitieplan | niet verplicht | verplicht |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Uitvoering | twee regelingen | één |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De tussenvorm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Zittende werknemers individueel laten kiezen — mag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Maar: derde variant in de administratie, en een zware keuze voor de deelnemer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Opdracht 6.6 — adviesmatrix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werkgevers. Voor wie wel, voor wie niet?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De vraag die de keuze bepaalt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Hoe ziet uw bestand er over tien jaar uit?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de premietabel van vandaag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Vijf zinnen voor elk gesprek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Het redt alleen de staffel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Alleen voor wie er nu is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 krijgt twee regelingen, dertig jaar lang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Uw premielast loopt op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Uw keuze in de markt wordt kleiner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29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6.7 en 6.8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7: en als je géén eerbiedigende werking toepast? Transitieplan, compensatie, en de fiscale ruimte tot uiterlijk 1 januari 2037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6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