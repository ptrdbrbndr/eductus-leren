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kort waarom een werkgever dit zou kiezen.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"soort C" uit deel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nuance moet erbij, anders sneuvelt het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alleen situatie c zou een deelnemer zelf opmerken.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7: Transitieplan en compensatie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betaalt het verschil?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Ferdi kiest optie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Géén eerbiedigende werking · één regeling · 15% vlak per 1-1-2027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De scherpste casus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Karel (58): van 24% naar 15%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Negen procentpunt minder, in zijn laatste negen jaar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Het transitieplan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document van de bovenste laag van de driehoek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Wie: sociale partners (fonds) of werkgever (verzekerd)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Wanneer verplicht?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transitie naar een Wtp-regeling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twee nuances 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Nuance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eerbiedigende werking: niet wettelijk verplicht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al wijzigt het nabestaandenpensioen wél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Advies: stel er tóch een verkorte versie op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Nuance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een vlakke premie? Tóch verplicht als andere onderdelen moeten worden aangepast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Wanneer klaar?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Fondsen: mijlpaal 1 januari 2025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Verzekerd: gekoppeld aan het transitiemoment `[TERMIJN-JAAR]`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Uitvoerders vragen in de praktijk eerder aan te leveren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Wat staat erin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07\figuur-7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636" y="1143000"/>
            <a:ext cx="9193680" cy="5166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Opdracht 7.1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situaties: wel of geen transitieplan?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Compensatie: wat het 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Verzachten van het nadeel, binnen de arbeidsvoorwaarde pensioen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Pensioengeld houdt zijn pensioenbestemming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En wat het niet 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automatisch recht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volledige schadeloosstelling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vrije vormgeving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De fiscale compensatieruimte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Premiegrens `[PREMIEGRENS-JAAR]`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procentpunt gedurende de compensatieperiode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Drie eigenschappen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Loopt tot uiterlijk 1 januari 2037 — die datum schuift niet mee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Tijdsevenredig toekennen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Kostenneutraal financieren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Opdracht 7.2 — reken mee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Pensioengrondslag Van Doorn: € 3.400.000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= € 102.000 per jaar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Overstap 2027 → tien jaar · overstap 2028 → negen jaar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Eén jaar uitstel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€ 102.000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fiscale ruimte — geen verplichte uitgave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Let 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Eerbiedigende werking en compensatie zijn alternatieven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stapelbare voordelen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Drie begrippen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Evenwichtig — verdedigbaar tegenover alle groepen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Adequaat — voldoende in verhouding tot het nadeel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Kostenneutraal — niet gefinancierd uit een andere bestemming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Opdracht 7.4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situaties, welk begrip is in het geding?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Zeven vragen bij elk voorstel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Welk nadeel? 2. Welke groep? 3. Hoe hoog en hoe lang?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Hoe gefinancierd? 5. Bij vertrek? 6. Na 2037? 7. Is de redenering opgeschreven?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Opdracht 7.3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"Iedereen van 45 jaar of ouder krijgt tot 2037 3% extra bovenop de 15%. Uit de fiscale ruimte."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Beoordeel met de zeven vragen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De conclusie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Dit is geen compensatievoorstel. Dit is een compensatiebedrag.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De drie vragen van de 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45? · Wat bij vertrek in 2030? · Waarom niet volledig?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Rollenspel — doorvragen tot er een echt antwoord komt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Verboden openingszin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 wet schrijft voor dat…"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drie de vragen gaan over keuzes, niet over voorschriften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De zin die werkt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ga niet doen alsof niemand erop achteruitgaat."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26 — Terug naar de tijdlijn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Ferdi wil in november 2026 beginnen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er dan al te laat?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27 — Fonds versus verzekerd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fonds heeft knoppen: de omzetting zelf, de reserve, het collectieve vermogen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werkgever heeft er één: geld, nu, uit de premie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28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7.8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8: het onderwerp dat "hoe dan ook om moet" — de risicodekkingen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7 — Slidedeck</dc:title>
  <dc:subject>PptxGenJS Presentation</dc:subject>
  <dc:creator>Ductus B.V.</dc:creator>
  <cp:lastModifiedBy>Ductus B.V.</cp:lastModifiedBy>
  <cp:revision>1</cp:revision>
  <dcterms:created xsi:type="dcterms:W3CDTF">2026-08-17T11:24:39Z</dcterms:created>
  <dcterms:modified xsi:type="dcterms:W3CDTF">2026-08-17T11:24:39Z</dcterms:modified>
</cp:coreProperties>
</file>