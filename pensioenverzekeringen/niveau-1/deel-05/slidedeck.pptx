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 komt de staffelvraag. Parkeren.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bijna niemand. Toch verandert hier voor nabestaanden het meest.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het bezwaarrecht wordt vrijwel altijd omgekeerd verwacht.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wie vooruit werkt, mist de opzegtermijn.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 — Titel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5: Wtp of niet-Wtp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scharnierdeel van niveau 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 — Alles komt hier samen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1: de kaart · Deel 2: de driehoek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3: het karakter · Deel 4: mag je kiezen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Vandaag: voldoet deze regeling?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3 — De zin uit deel 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solidFill>
            <a:srgbClr val="FBF3E7"/>
          </a:solidFill>
          <a:ln w="19050">
            <a:solidFill>
              <a:srgbClr val="E9A1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430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Niet-Wtp is geen fout; niet-Wtp zonder geldige overgangsgrond ná de uiterste datum wel.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4 — De scheidslijnkaart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pic>
        <p:nvPicPr>
          <p:cNvPr id="5" name="Image 0" descr="C:\Projecten\eductus.nl\pensioenverzekeringen\figuren\deel-05\figuur-5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3876" y="1143000"/>
            <a:ext cx="9601200" cy="34740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708462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toetsen, achter elkaar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5 — Toets 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het een premieovereenkomst?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verzekeraars ook: premie-uitkeringsovereenkomst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 → opbouw in deze vorm eindigt uiterlijk 1-1-2028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6 — Let op bij toets 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de uitkeringsovereenkomst bestaat geen eerbiedigende werking voor nieuwe opbouw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is anders dan bij de progressieve premie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7 — Toets 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de premie voor iedereen gelijk?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 → onderzoek het overgangsrecht (deel 6)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8 — Toets 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Blijft de premie binnen de fiscale grens?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`[PREMIEGRENS-JAAR]` — altijd opzoeken, nooit uit het hoofd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 → repareren. Geen overgangsrecht voor een te hoge premie.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9 — Toets 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Voldoet het nabestaandenpensioen?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1097280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Risicobasis vóór pensioendatum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van het salaris, niet van de diensttijd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Wettelijk maximum, uniforme regels wezenpensioen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10 — De vergeten toets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had in een transitiegesprek het partnerpensioen als eerste onderwerp?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11 — De conclusie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Alleen vier keer "ja" = Wtp-conform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Daarom is "wij hebben al een premieregeling" nooit het antwoord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12 — Opdracht 5.1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regelingen, vier toetsen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Drietallen, 20 minuten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13 — Het inzicht uit regeling B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Overgangsrecht redt hooguit de staffel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nabestaandenpensioen moet hoe dan ook om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14 — Twee kolommen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Vanaf nu | Wat er al staat |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|---|---|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de vier toetsen | invaren / achterblijven / overdragen |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15 — Twee verschillende vragen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"Hoe bouw ik vanaf nu op?"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"Wat gebeurt er met wat ik al heb?"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Nooit in één zin beantwoorden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16 — Invaren is niet hetzelfde als overstappen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fonds kan overstappen zonder in te varen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blijft het oude staan naast het nieuwe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17 — De fondsenroute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Transitieplan (sociale partners)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Opdrachtaanvaarding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Invaarbesluit + melding DNB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Implementatieplan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Uitvoering en transitieoverzichten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18 — Kenmerk fondsenroute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Invaren is het uitgangspunt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invaren kan, maar vergt onderbouwing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individueel bezwaarrecht tegen het invaarbesluit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19 — De verzekerde route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Werkgever beslist, met de OR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Moment = contractexpiratie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Bestaande aanspraken blijven achter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Collectieve waardeoverdracht: aparte procedure, mét bezwaarrecht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Overgangsrecht speelt hier de hoofdrol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20 — Opdracht 5.3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 de vergelijkingstabel in — vóór de uitleg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21 — Drie soorten "niet conform"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Soort | Voorbeeld | Overgangsrecht? |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|---|---|---|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A verkeerd karakter | middelloon | nee |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B leeftijdspremie | staffel | ja, onder voorwaarden |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154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C fout in de details | te hoge premie, oud NP | nee |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22 — Soort C sluipt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Vlakke premie → "wij zijn klaar"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Maar de grens en het nabestaandenpensioen zijn niet gecontroleerd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23 — De data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juli 2023 in werking · eigen transitiemoment · 1 januari 2028 uiterste datum · uiterlijk 1 januari 2037 einde fiscale compensatieruimte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24 — Nuance 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verlenging was bedoeld om de uitvoeringspiek te spreiden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als algemeen uitstel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25 — Nuance 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einddatum van de compensatieruimte schuift niet mee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overstappen = korter compensatievenster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26 — Opdracht 5.4 — werk achteruit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Ingangsdatum 1-1-2027. Wat moet wanneer?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27 — De eerste harde deadline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30 juni 2026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Anderhalf jaar vóór de datum die iedereen noemt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28 — Opdracht 5.5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hebben tot 2028, laten we het rustig aandoen."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woorden: contractmoment, marktcapaciteit, compensatievenster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29 — Vijf fouten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"Wij hebben al een premieregeling"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"Gesloten voor nieuwe deelnemers, dus klaar"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"We hebben tot 2028"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"Alles wordt toch ingevaren"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"Het overgangsrecht lost het op"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30 — Huiswerk en doorkijk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5.6 (eigen dossier) en 5.8 (drie vragen)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6: het overgangsrecht — mag de staffel blijven, voor wie, en tot wanneer?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Ductus B.V.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Nederlandse pensioenverzekering — Deel 5 — Slidedeck</dc:title>
  <dc:subject>PptxGenJS Presentation</dc:subject>
  <dc:creator>Ductus B.V.</dc:creator>
  <cp:lastModifiedBy>Ductus B.V.</cp:lastModifiedBy>
  <cp:revision>1</cp:revision>
  <dcterms:created xsi:type="dcterms:W3CDTF">2026-08-17T11:24:39Z</dcterms:created>
  <dcterms:modified xsi:type="dcterms:W3CDTF">2026-08-17T11:24:39Z</dcterms:modified>
</cp:coreProperties>
</file>