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bij b lopen de belangen uiteen — dat is een onderhandelingspunt.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volgt rechtstreeks uit deel 8. Mediators zijn hier niet altijd op bedacht.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9: De deelnemersreis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mens, één dossier, van eerste werkdag tot na overlijden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Perspectiefwissel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nu toe: de regeling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de deelnemer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De kernzin van vandaag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Pensioenfouten ontstaan op overgangsmomenten, niet in de rustige jaren.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De reis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09\figuur-9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143000"/>
            <a:ext cx="9601200" cy="40497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284235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Toetreding · mutaties · samenwonen · scheiding · ziekte · uit dienst · pensioendatum · overlijden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Opdracht 9.1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moet er handelen bij elke gebeurtenis?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De uitkomst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twee gebeurtenissen moet de deelnemer zelf het initiatief nemen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Samenwonen · scheiding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dat zijn precies de twee waar het misgaat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Start van de deelname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Toetredingsleeftijd 18 jaar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Eerste informatie door de uitvoerder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Aanmelding door de werkgever — kritisch proces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Transitiepunt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twee regelingen (deel 6) bepaalt de indiensttredingsdatum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welke regeling iemand terechtkomt — voor zijn hele loopbaan daar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Mutaties tijdens het dienstverband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Salaris · arbeidsduur · verlof · arbeidsongeschiktheid · partner · kinderen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pensioenadministratie is zo goed als de salarisadministratie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Jeroen en Sanne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Samenwonend sinds 2019 · nooit aangemeld · overlijden in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de uitkomst?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De vraag aan de zaal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van jullie heeft ooit zélf een partner aangemeld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een pensioenuitvoerder?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De zin die had moeten staan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"Woon je samen zonder te trouwen? Dan is je partner pas verzekerd als je hem of haar bij ons aanmeldt — dat gaat niet automatisch."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Uit dienst: drie routes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Laten staan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Waardeoverdracht op verzoek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Automatische overdracht van kleine pensioenen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"Zal ik alles bij elkaar zetten?"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dingen die je eerst moet weten 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De vijf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Garantie of belegd kapitaal?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Kosten in beide regelingen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Uitkeringsvorm en shoprecht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Meeverzekerde nabestaandendekking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Omvang — klein pensioen?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Samenvoegen is niet standaard gunstig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Overzicht is één afweging, niet de zwaarste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Scheiding: de hoofdregel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Verevening — de helft van het tijdens het huwelijk opgebouwde ouderdomspensioen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Blijft verbonden aan het leven van de deelnemer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Conversie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Zelfstandig eigen recht voor de ex-partner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Valt niet terug bij diens vooroverlijden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Opdracht 9.4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scheidingen. Verevening of conversie?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Het bijzonder partnerpensioen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ex-partner houdt het tot de scheidingsdatum opgebouwde partnerpensioen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Maar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een partnerpensioen op risicobasis is er niets opgebouwd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 geen bijzonder partnerpensioen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De pensioendatum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Vervroegen · deeltijd · hoog-laag · uitruil · vast of variabel · shoprecht · bedrag ineens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Eén vraag bij elke keuze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Wat kun je hierna nog terugdraaien?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meestal niets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Twee waarschuwingen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Shoprecht — bij een premie-uitkeringsovereenkomst is er geen kapitaal om mee te shoppen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Bedrag ineens — wettelijk geregeld, inwerkingtreding uitgesteld naar 1 januari 2029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Keuzebegeleiding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 dan informeren · minder dan adviseren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Wettelijke plicht van de uitvoerder — deel 17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26 — Het dossier van Karel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 middelloon · 2010 staffel · 2013 scheiding · 2017 hertrouwd · 2027 transitie · 2036 pensioen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bronnen, vier uitvoerders, vier sets keuzes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27 — De vraag die overblijft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Wie overziet dit geheel?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Niemand automatisch — en daarom bestaat dit vak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Huiswerk: opdracht 9.8, basis voor de capstone in deel 10. Neem je antwoorden van opdracht 1.1 mee.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9 — Slidedeck</dc:title>
  <dc:subject>PptxGenJS Presentation</dc:subject>
  <dc:creator>Ductus B.V.</dc:creator>
  <cp:lastModifiedBy>Ductus B.V.</cp:lastModifiedBy>
  <cp:revision>1</cp:revision>
  <dcterms:created xsi:type="dcterms:W3CDTF">2026-08-17T11:24:39Z</dcterms:created>
  <dcterms:modified xsi:type="dcterms:W3CDTF">2026-08-17T11:24:39Z</dcterms:modified>
</cp:coreProperties>
</file>