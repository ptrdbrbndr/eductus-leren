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dit zelf opsommen.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vooruitwijzend naar deel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echt worstelen met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17: Communicatie en keuzebegeleiding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wát, maar hoe leg je het uit?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stapel die moet worden uitgelegd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· lifecycle · uitkeringsvorm · bestaande aanspraken · nabestaandenpensioen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Drie verplichte documenten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Transitieplan (deel 7) · Implementatieplan (deel 15) · Communicatieplan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Opdracht 17.1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document hoort bij welke beschrijving?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Doelgroepen mogen verschillen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rekening houden met groepen die belangrijke keuzes maken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Bijvoorbeeld: kort vóór pensionering, of de gesloten groep uit deel 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Opdracht 17.2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doelgroepen bij Van Doorn — schrijf de eerste laag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valkuil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 1 en 2 krijgen vaak dezelfde boodschap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 hun situatie fundamenteel verschilt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Correcte communicatie begint bij correcte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goede communicatie zonder goede pensioenadministratie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Twee transitieoverzichten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— vóór de omzetting, een verwachting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Definitief — ná de omzetting, de daadwerkelijke uitkomst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Wijken ze af?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is toelichten verplicht — geen coulance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17.3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met 4% projectierendement, definitief lager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moet er gebeuren?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Terug naar deel 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kan dit verschil ontstaan?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projectierendement was een verwachting, geen garantie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AFM-toezicht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nadruk op het definitieve transitieoverzicht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prognose, communicatie, keuzebegeleiding, nabestaandenpensioen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De norm keuzebegeleiding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48a Pensioenwet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1 juli 2023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Wat de norm eist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Activeren · wijzen op risico's mét handelingsperspectief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keuzeomgeving zelf inrichten · let op nudging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Voor wie geldt dit?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 · gewezen deelnemer (slaper) · gewezen partner · pensioengerechtigde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de groepen die het makkelijkst worden vergeten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17.4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e-mail met een link naar het portaal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Voldoet dit aan de norm?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Keuzebegeleiding is geen advies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Vult de leemte tussen informeren en adviseren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De kernzin van dit dagdeel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Hoe specifieker de hulp, hoe groter de zorgplicht die daarbij hoort.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17.5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situaties. Keuzebegeleiding, of over de grens naar advies?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valkuil in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zou u aanraden voor vast te kiezen"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Klinkt klantvriendelijk — is een persoonlijke aanbeveling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Jouw eigen 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onder welke vergunning jij opereert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Vermeng nooit keuzebegeleiding en advies in je eigen communicatie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Gelaagde communicatie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en toegankelijk beginnen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Mogelijkheid om dieper te gaan voor wie dat wil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17.6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laag 1 en laag 2 voor een 45-jarige deelnemer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Opdracht 17.7 — het datalek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Salarisgegeven drie maanden verouderd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gevolg, en wie is verantwoordelijk?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17.8 — compleet communicatiebeleid voor Van Doorn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18: de grens tussen begeleiden en adviseren, volledig uitgewerkt — zorgplicht, klantprofiel, vergunningen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17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