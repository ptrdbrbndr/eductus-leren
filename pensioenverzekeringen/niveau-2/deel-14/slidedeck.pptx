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concreet met Karel, niet abstract.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14: Offerte, acceptatie en contract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komt het advies daadwerkelijk op papier?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Niet wát, maar hóé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11-13: wat komt er in het contract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hoe komt het daar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Inventarisatiefase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Deelnemersbestand · huidige regeling · doelstellingen werkgever · werkingssfeertoets (deel 4)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Opdracht 14.1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namen en geboortedata aangeleverd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ontbreekt minimaal, en wat is het risico?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Een offerte is nog geen contract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voorstel onder voorbehoud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Communiceer dat voorbehoud expliciet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De achtpuntenlijst, terug van deel 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 · lifecycle · TER · poliskosten · risicodekkingen · garantie · keuzevrijheid · contractvoorwaarden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Opdracht 14.2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offertes vergeleken op alleen premie en 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drie punten ontbreken?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Acceptatie: twee soorten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Collectief — automatisch, het hele bestand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— gezondheidstoets, bij specifieke dekkingen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Opdracht 14.3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situaties. Collectief of individueel?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De kernvraag van dit dagdeel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 wisselt van uitvoerder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 het zittende bestand opnieuw medisch worden beoordeeld?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Zonder afspraak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medewerker met inmiddels gezondheidsklachten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zijn dekking verliezen — puur door de overstap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Terug naar deel 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precies het type dekkingsgat uit dat deel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ontstaan door een bedrijfsbeslissing, niet door een gebeurtenis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De oplossing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Waarborg zonder nader medisch onderzoek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 je actief bedingen — gebeurt niet vanzelf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Opdracht 14.4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overweegt over te stappen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risico voor Karel specifiek?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Formuleer het hardop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de zin die je tegen Ferdi zegt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Als de nieuwe verzekeraar niet toezegt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Weeg het risico zwaar mee in de eindafweging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premievoordeel dat dekking kost, is geen zuivere financiële vergelijking meer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De uitvoeringsovereenkomst, terug naar deel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niet lezen — opstellen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verplichte onderdelen, nu met invloed erop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14.5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onderdelen, vier risico's als ze ontbreken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Het kritieke pad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14\figuur-1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5890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8234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Inventarisatie → offerte → arbeidsvoorwaarden → contract → implementatie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Indicatieve doorlooptijd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+ 6-8 + 8-12 + 4-6 + 8-12 weken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tot negen maanden, met overlap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14.6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wil per 1-1-2027 ingaan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moet je uiterlijk starten?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De marge is klein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Zelfs met overlap: start rond april-mei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 vóór 30 juni 2026 — maar weinig speling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Marktdrukte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Uitvoerders hanteren eigen, eerdere interne deadlines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hebben tot 2028" is een misleidende geruststelling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Opdracht 14.7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"Maar de wet geeft ons toch tot 2028?"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antwoord je?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14.8 — beslisnotitie Route A of B, meenemen naar deel 15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15 (2 dagdelen): alles samen — het volledige transitiestappenplan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14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