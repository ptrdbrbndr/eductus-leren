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18: Zorgplicht, klantprofiel en vergunningen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juridische fundament onder deel 17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De openstaande vraag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"Hoe specifieker de hulp, hoe groter de zorgplicht"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met wetsartikelen, niet met een vuistregel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Adviseren, wettelijk gedefinieerd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aanbeveling voor een specifiek product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een specifieke klant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Twee voorbeelden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raad Meridiaan aan" → advies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Offertes opvragen + klant bijstaan → óók advies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Bemiddelen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verzekerde pensioenregeling = een financieel product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Bemiddelen = vergunningplichtig, art. 2:80 Wft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Opdracht 18.1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situaties. Vergunningplichtig adviseren, of niet?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Artikel 4:23 Wft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uw klant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Financiële positie · kennis · ervaring · doelstellingen · risicobereidheid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Voor wie geldt dit verplicht?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"Impactvolle en complexe producten"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Tweedepijler-pensioenadvies staat daar uitdrukkelijk bij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Het klantprofiel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Vastgelegde inventarisatie — niet vrijblijvend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op juistheid en volledigheid verplicht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Opdracht 18.2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elementen — vul ze in met wat je al weet over Van Doorn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Twee soorten zorgplicht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Wft-zorgplicht — publiekrechtelijk, in de wet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Civiele zorgplicht — de redelijk bekwame vakgenoot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Wft-norm is een vloer, geen plafond.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Opdracht 18.3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Adviseur voldoet exact aan de Wft-letter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 toch een voor de hand liggend risico — is hij gevrijwaard?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Het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Nee. De civiele rechter en het Kifid kunnen verder gaan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de letter van de Wft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De nazorgplicht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Eindigt niet bij ondertekening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Informeren over wezenlijke wijzigingen, hele looptijd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Opdracht 18.4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Fiscale grens wijzigt zes maanden na contractering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Joost dit melden?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Niet elke wijziging hoeft gemeld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de afweging moet altijd expliciet worden gemaakt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Terug naar deel 17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zou u aanraden voor de vaste uitkering te kiezen"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 welk regime valt dit nu?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18.5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vergunning zou hiervoor nodig zijn?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risico zonder die vergunning?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Pensioenadvies tijdens de transitie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het, ondanks alle onzekerheid uit deel 15 en 16?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— mits de onzekerheid expliciet wordt benoemd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18.6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"Kun je nu al een definitief advies geven?"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Joosts antwoord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Artikel 83 Pensioenwet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Informatieplicht bij collectieve waardeoverdracht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bezwaarrecht uit deel 16 is inhoudsloos zonder deze informatie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Opdracht 18.7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Chemie schakelt een adviseur in voor de CWO-informatie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wettelijke grondslag, en wat is de essentie?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Vakbekwaamheid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examenpositionering van deze hele cursus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geen losse kwalificatie — het is een wettelijke voorwaarde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18.8 — Joosts positionering compleet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19: terug naar de bron — data en mutatieprocessen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18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