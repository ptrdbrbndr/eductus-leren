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koppel elk aan het bijbehorende eerdere 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casus c is de subtielste — laat de groep worstelen.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gezamenlijk invullen op de flap.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20: Toezicht, klachten en geschillen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vangnet als het toch misgaat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Terug naar deel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DNB: is het geld er? · AFM: klopt wat er wordt verteld?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met tanden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DNB: prudentieel toezicht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Financiële soliditeit · dekkingsgraden · invaarbesluiten (deel 16)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AFM: gedragstoezicht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Communicatie (deel 17) · keuzebegeleiding · zorgplicht en vergunningen (deel 18)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Opdracht 20.1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onderwerpen — DNB of AFM?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De interne klachtenprocedure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Verplicht bij elke pensioenuitvoerder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Altijd de eerste stap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De uitzondering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Uitvoerder reageert niet, of houdt zich niet aan de termijn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dan rechtstreeks naar de geschilleninstantie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Twee geschilleninstanties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GIP — voor pensioenfondsen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Kifid — voor verzekeraars en PPI's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Dezelfde tweedeling als altijd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 deel 1: fonds versus verzekerd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toegepast op de geschillenroute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Opdracht 20.3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situaties. GIP of Kifid?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Wat valt eronder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"Uitvoering van het pensioenreglement"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Inclusief invaren — de individuele toepassing ervan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Wat valt er nadrukkelijk buiten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Wijziging van de pensioenovereenkomst door sociale partners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Ontbrekende instemming, ontbrekend zwaarwegend belang, ontbrekende OR-instemming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De kernzin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Uitvoering gaat naar de geschilleninstantie. Totstandkoming gaat naar de rechter.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Opdracht 20.4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geschillen. Binnen de bevoegdheid, of niet?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Het onderscheidende criterium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Gaat het over wát is afgesproken? → totstandkoming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Gaat het over of het correct is toegepast? → uitvoering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Terug naar deel 16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logica als invaren versus CWO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Collectief zonder individueel recht, versus individueel met eigen ingang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Bemiddeling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Niet-bindend · zoektocht naar een gezamenlijke oplossing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GIP: de Ombudsman Pensioenen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Beslechting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Uitspraak van de geschilleninstantie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Bindend of niet-bindend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Opdracht 20.5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wil er samen uitkomen, geen juridisch gevecht"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traject, en wat verlies je niet?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Let 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je voor de rechter?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kun je daarna niet meer naar de geschilleninstantie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De AFM en individuele klachten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aan de zaal: doet de AFM hier iets individueel mee?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Het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Nee. De AFM mag niet in individuele gevallen treden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gebruikt de klacht als toezichtsignaal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Opdracht 20.6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 wil klagen bij de AFM over onduidelijke communicatie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route leidt wél tot een individuele oplossing?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Drie geschillen van Van Doorn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 (Kifid) · Ilse/OR (kantonrechter) · Bpf T&amp;I-deelnemer (GIP)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20.8 — de parallel met deel 16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21: het laatste deel van niveau 2 — examentraining en de capstone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20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