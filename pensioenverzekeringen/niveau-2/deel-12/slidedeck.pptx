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situatie c laat zien dat leeftijd niet de enige variabele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situatie c (Van Doorn) is het interessantste gesprek.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12: Producten, lifecycles en kosten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tussen premie en pensioen?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De kernzin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offertes met hetzelfde premiepercentage zijn niet hetzelfde product.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Het lifecycle-principe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12\figuur-1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060" y="1143000"/>
            <a:ext cx="9354833" cy="5166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Waarom?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horizon → tijd om een tegenvaller goed te maken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horizon → die tijd is er niet meer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Niet één risico — twee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Aandelenrisico (koers) · Renterisico (inkoop op pensioendatum)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Twee afbouwfasen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Aandelen: vanaf ruim 15 jaar vóór pensionering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Rente: vanaf circa 8 jaar vóór pensionering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De vraag die verrast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Presteren aandelen fantastisch in het laatste jaar 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profiteert de deelnemer daar volledig van?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Nee. Tegen die tijd is het grootste deel al verschoven.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Drie standaardprofielen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Defensief · Neutraal · Offensief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Het verschil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Defensief: kleinere kans op hoog resultaat, kleinere kans op tegenvaller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Offensief: ca. 5% hoger verwacht pensioen, grotere kans op een daling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Opdracht 12.2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deelnemers: welk profiel?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Wie kiest het standaardprofiel?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werkgever, bij het afsluiten van het contract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De stille waarheid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meeste deelnemers kiezen nooit actief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standaardprofiel bepaalt dus het beleggingsbeleid voor bijna iedereen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Aandachtspunt bij transitie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Verhuist een bestaande individuele profielkeuze automatisch mee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de nieuwe regeling? Controleer het.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Drie kostencomponenten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Vermogensbeheerkosten (TER)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Poliskosten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Kosten voor risicodekkingen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Klein verschil, groot effect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procentpunt TER-verschil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lijkt klein — werkt cumulatief door over dertig jaar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Rode vlag in een offerte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"Uitvoeringskosten inbegrepen"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woord onthult niets — vraag door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Opdracht 12.4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Offerte A: TER 0,45%, € 40 poliskosten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Offerte B: TER 0,95%, € 15 poliskosten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profiteert waarvan?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Het antwoord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 (9 jaar te gaan): poliskosten wegen relatief zwaarder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Yasmin (40 jaar te gaan): TER-verschil tikt enorm aan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Garanties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Verzekeraar kan een minimumrendement of -kapitaal garanderen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 mag dat niet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De afruil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Garanderen kost de verzekeraar kapitaal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kapitaal komt uit premie of rendement van de deelnemer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Zekerheid kost rendement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Opdracht 12.5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besturen. Past een garantiecontract?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Bij een divers bestand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generieke garantie voor iedereen is zelden optimaal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Individuele keuzevrijheid dicht bij pensionering kan beter passen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PPI versus verzekeraar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| PPI | Verzekeraar 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|---|---|---|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Garantie | nee | ja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Premie-uitkeringsovereenkomst | nee | ja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Risicodekkingen | herverzekerd | vaak geïntegreerd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Opdracht 12.6d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Shoprecht — is dat een verzekeraars-onderwerp?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Nee. Alleen bij de premie-uitkeringsovereenkomst ontbreekt het.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Van Doorn: het advies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Gemengd bestand → lifecycle zonder generieke garantie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Individuele keuzevrijheid, scherpe kosten, heldere risicodekkingen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Opdracht 12.8 — het incident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deelnemer met bewuste defensieve keuze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valt bij de omzetting terug op het standaardprofiel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had dit voorkomen?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12.7 afronden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13: de pensioendatum nadert — vast of variabel, shoprecht, projectierendement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12 — Slidedeck</dc:title>
  <dc:subject>PptxGenJS Presentation</dc:subject>
  <dc:creator>Ductus B.V.</dc:creator>
  <cp:lastModifiedBy>Ductus B.V.</cp:lastModifiedBy>
  <cp:revision>1</cp:revision>
  <dcterms:created xsi:type="dcterms:W3CDTF">2026-08-17T11:24:39Z</dcterms:created>
  <dcterms:modified xsi:type="dcterms:W3CDTF">2026-08-17T11:24:39Z</dcterms:modified>
</cp:coreProperties>
</file>