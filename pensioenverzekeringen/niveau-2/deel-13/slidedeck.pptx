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eerst waarom, voordat je het cijfer toelicht.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13: De uitkeringsfase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of variabel, shoprecht, projectierendement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Het kantelpunt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 en 12: opbouw — premie in, kapitaal groeit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uitkering — kapitaal om, geld eruit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Sinds 2016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meer verplicht alles in één keer om te zetten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Doorbeleggen is een keuze geworden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Vaste uitkering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Eenmalige omzetting op de pensioendatum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Uitvoerder neemt beleggings-, langleven- en kostenrisico over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Beweegt daarna niet meer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Opdracht 13.1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de tabel in: wie draagt wat, wanneer vastgesteld?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Het onderschatte nadeel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Pech met de rentestand op precies dié dag?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Onomkeerbaar — geen herstelmogelijkheid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Opdracht 13.2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collega's, twee jaar verschil, twee rentestanden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gevolg, en is het te herstellen?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Variabele uitkering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Kapitaal blijft doorbelegd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Uitkering beweegt mee: omhoog én omlaag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Waarom zou je dit kiezen?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verwachting een hoger pensioen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afhankelijk van de rente op precies één dag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Tegenvallers spreiden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over maximaal tien jaar worden uitgesmeerd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in één klap de volle klap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Toch kiest bijna niemand ervoor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&lt; 5%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kiest bij pensionering voor een variabele uitkering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Zekerheid weegt zwaarder dan verwacht rendement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de meeste gepensioneerden telt het maandbedrag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zwaarder dan het gemiddelde op de lange termijn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Collectief of individueel doorbeleggen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— eigen resultaat, geen demping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Collectief — toedelingskring, gedeeld risico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Terug naar deel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Solidaire premieregeling → altijd variabel en collectief, geen keuze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Flexibele premieregeling → keuze, individueel of collectief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De standaardoptie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kiest de default als de deelnemer niets kiest?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 partners of de werkgever — moet aansluiten bij de risicohouding van de groep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Opdracht 13.3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sectoren. Vast of variabel als default?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Het projectierendement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Verwacht rendement waarmee de eerste variabele uitkering wordt berekend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Wettelijk gemaximeerd — geen vrije keuze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De kernzin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hoger projectierendement betekent een hogere start én een grotere kans op latere daling.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Waarom?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toekomstige rendement moet dat hoge niveau eerst waarmaken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voordat de uitkering kan meestijgen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Opdracht 13.4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4,5% versus 2% projectierendement — welke offerte toont de hogere start?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wat is de prijs daarvoor?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De valkuil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neem gewoon de hoogste eerste uitkering"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de deelnemer dit expliciet afwegen — niet het eerste getal laten winnen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Shoprecht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Kapitaal omzetten bij een andere aanbieder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Bestaat alleen als er een vrij kapitaal 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Opdracht 13.6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PPI-kapitaal · premie-uitkeringsovereenkomst · solidaire premieregeling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wel, waar niet?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Zes vragen voor elk pensioendatum-advies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Afhankelijkheid van de uitkering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Aanvullende buffer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Risicohouding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Hoog projectierendement voorgespiegeld?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Partner mee-afhankelijk?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Shoprecht tijdig onderzocht?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Opdracht 13.7 — Karel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jaar · 9 jaar te gaan · kostwinner · Marleen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adviseer je, en waarom?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13.8 — leg lifecycle, uitkering en nabestaandenkeuze samen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14: terug naar het begin — offerte, acceptatie en contract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13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