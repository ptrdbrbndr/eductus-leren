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rond, signaleer losse hoofdstukken.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op consistentie en eerlijkheid.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21: Examentraining en adviesrapport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slot van niveau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Elf delen, één vak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[alle flappen van niveau 2 zichtbaar]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Rekenwerk → producten → proces → fondsen → uitleg → verantwoordelijkheid → vangnet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Eerst even toetsen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Oefenexamen — 20 vragen, 40 minuten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hulpmiddelen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Scoring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goed → klaar voor de capstone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12-15 → herhaal de delen waar je faalde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 → in ieder geval deel 15, 16 en 18 opnieuw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De capstone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Compleet adviesrapport voor Van Doorn Techniek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Maximaal 8 pagina's + 30 minuten verdediging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Bouw voort, begin niet opnieuw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Beslisnotitie uit deel 15 (15.7)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Communicatiebeleid uit deel 17 (17.8)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Opdracht 21.1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onderdelen dekken je eerdere stukken al?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mist er nog?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Negen verplichte onderdelen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Klantprofiel · 2. Diagnose &amp; overgangsrecht · 3. Productadvies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Vervolg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Route A/B · 5. Bestaande aanspraken · 6. Communicatiebeleid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Vervolg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Datakwaliteit · 8. Risicoparagraaf · 9. Openstaande punten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Wat niet volstaat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Negen losse hoofdstukken zonder onderlinge verwijzing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Opdracht 21.2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het klantprofiel — vijf elementen, elk met dossierfeiten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21.3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 drie onderdelen met een concrete zin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Route B → waarborg → risico Karel → communicatie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Zelfcheck vóór inlevering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Negen onderdelen · drie kruisverwijzingen · euro's, geen percentages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juni 2026 genoemd · geen "gemiddeld" · geschillenroute benoemd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Schrijftijd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21.4 — het volledige rapport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De verdediging: vijf rollen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 · Ilse · Karel · Nadia · nieuw: de toezichtsrol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De vijfde 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Toetst specifiek deel 18, 19 en 20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Zorgplicht, datakwaliteit, geschillenroute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21.5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drie vragen die de toezichtsrol zou stellen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je antwoorden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Voorbeeldvraag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"Hoe controleert u dat uw bestand nog actueel 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daadwerkelijke ingangsdatum?"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21.6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vijf openingszinnen — één per 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Vertellen ze allemaal hetzelfde verhaal?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De rubric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Klantprofiel · integratie · fiscale onderbouwing · overgangsrecht &amp; risico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Datakwaliteit &amp; toezicht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Twee criteria wegen dubbel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versus verhaal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Eerlijkheid over onzekerheid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Verdedigingen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Gedemonstreerde openingen, twee tot drie deelnemers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21.7 — zelftoets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doorstroomcriteria naar niveau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sta jij?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Drie doorstroomcriteria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Zelfstandig plannen · grens keuzebegeleiding/advies/toezicht · proactief signaleren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Opdracht 21.8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niveau 1 en niveau 2 samen — één zin elk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Niveau 3: van uitvoering naar expertise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Pensioenrecht gevorderd · evenwichtige belangenafweging · DGA en zzp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Actuariële grondslagen · masterproef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Tot niveau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geïmplementeerd · Bpf T&amp;I ingevaren · Delta Chemie heeft besloten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21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