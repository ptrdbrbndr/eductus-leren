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grote gezamenlijke flap.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16: Waardeoverdracht en invaren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cirkel naar de fondsenwereld sluit zich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De belofte uit deel 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"Invaren is het uitgangspunt bij fondsen, achterblijven bij verzekerde regelingen."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tot in detail waargemaakt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Drie routes voor bestaande aanspraken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Achterblijven · Waardeoverdracht · Invaren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tabel, samen opbouwen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| Achterblijven | CWO | Invaren |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|---|---|---|---|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Initiatief | geen | deelnemer/fondsen | fondsbestuur |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Bezwaarrecht | n.v.t. | ja | nee 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16.1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situaties. Welke route?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Collectieve waardeoverdracht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→ onderbouwing effecten → melding DNB → informeren deelnemers → bezwaar mogelijk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Opdracht 16.2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situaties. Bestaat er een individueel bezwaarrecht?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CWO tijdens de transitieperiode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onderbouwingslast: de toekomst staat nog deels niet vast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Beleggingsmix, projectierendement, latere omrekenmethode — allemaal nog onzeker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Invaren: het besluit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Collectieve omzetting naar persoonlijke pensioenvermogens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Besluit: het fondsbestuur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kern van de 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Evenwichtige belangenafweging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Toetsbaar door DNB — geen vage formule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16.3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geen individueel bezwaarrecht bij invaren?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Het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collectieve operatie die iedereen tegelijk raakt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bezwaar zou de collectieve afweging ondermijnbaar maken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Netto profijt als maatstaf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Becijfering van winst/verlies per deelnemersgroep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De valkuil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"Streven naar 0% voor iedereen — dat is toch eerlijk?"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Opdracht 16.4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probleem met die redenering?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Het contra-intuïtieve antwoord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= voortzetting van de oude spelregels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Precies wat de Wtp juist moest veranderen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Nuance in beide richtingen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is niet automatisch eerlijk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grote spreiding is niet automatisch oneerlijk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profijt is een indicator, geen doel op zich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Twee omrekenmethoden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Standaardmethode — wettelijke voorkeur, weinig extra onderbouwing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Vba-methode — maatwerk, wél extra onderbouwing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16.5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T&amp;I versus een klein, ongebruikelijk fonds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methode past waar?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Twee dekkingsgraadgrenzen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— op fondsniveau, vóór invaren op orde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95%-rekenregel — op individueel niveau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Opdracht 16.6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op 87% — mag het invaren?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En: is 96% gemiddeld genoeg garantie voor elk individu?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Het antwoord op 16.6c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Nee. Fondsniveau ≠ individueel niveau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grenzen moeten apart worden gecontroleerd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Drie casussen naast elkaar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Bpf T&amp;I · Delta Chemie · Van Doorn Techniek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16.7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de tabel: route, wie besluit, bezwaarrecht?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Drie keer "mijn pensioen gaat over"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totaal verschillende juridische uitkomsten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Fonds, uitvoerder-type bepaalt alles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Opdracht 16.9 — terug naar deel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drieluik: wie belooft, wie voert uit, wie draagt het risico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verklaart dat het verschil in bezwaarrecht?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27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16.9 afronden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17: hoe leg je dit allemaal uit? Communicatie, transitieoverzichten, keuzebegeleiding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16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