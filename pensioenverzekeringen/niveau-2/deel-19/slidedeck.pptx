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groep dit zelf ophalen.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gezamenlijk opbouwen op de flap, deel voor 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19: Data en mutatieprocessen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thema dat al de hele cursus meeloopt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Waar kwam dit al voorbij?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9: de mutatiestroom · deel 14: inventarisatie · deel 17: correcte communicatie begint bij correcte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Vier dimensies van datakwaliteit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Juistheid · Volledigheid · Tijdigheid · Consistentie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Juistheid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Komt het gegeven overeen met de werkelijkheid?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Volledigheid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Ontbreekt er iets? — de niet-aangemelde partner uit deel 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Tijdigheid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tijd doorgegeven en verwerkt?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Consistentie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 dezelfde gegevens overeen tussen systemen?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Vaak het moeilijkst te detecteren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Opdracht 19.1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voorbeelden — welke dimensie is geschonden?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De mutatieketen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19\figuur-19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399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6339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Gebeurtenis → werkgever → (verwerker) → uitvoerder → verwerking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Elke schakel voegt risico toe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omdat partijen onzorgvuldig zijn 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omdat elke overdracht ruis kan toevoegen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Opdracht 19.2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 heeft een kortere keten (geen aparte verwerker)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Voordeel én nadeel?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De faalpuntentabel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Partner niet aangemeld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 → volledigheid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Salaris te laat doorgegeven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9, deel 17 → tijdigheid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Verouderd bestand bij offerte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 → juistheid, tijdigheid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Lifecycle-profiel niet meegenomen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 → consistentie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Het inzicht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was al die tijd hetzelfde soort probleem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dimensies, telkens opnieuw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19.3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 zelf twee aanvullende voorbeelden uit de cursus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Wie is verantwoordelijk?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 · salarisverwerker · uitvoerder · adviseur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voor hun eigen schakel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De ontbrekende 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Elke partij bewaakt haar eigen schakel. Niemand heeft standaard het overzicht over de hele keten.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19.5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zou bij Van Doorn het keteneigenaarschap op zich moeten nemen?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een concreet controlemoment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Vijf implementatiecontroles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Bestandsvergelijking · steekproef · consistentie · bijzondere posities · testcommunicatie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Opdracht 19.6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alle vijf toe op het dossier van Van Doorn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De ongemakkelijke vraag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vraag je naar niet-aangemelde partners zonder opdringerig te zijn?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19.7 — één zin, voor iedereen tegelijk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19.8 — geheugentoets zonder de reader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20: als het toch misgaat — toezicht, klachten en geschillen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19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