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flappen van niveau 1 en 2 zichtbaar ophangen.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valkuil bij punt 2 — er ís niets te eerbiedigen.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15: Transitie in verzekerde regelingen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langst aangekondigde deel — twee dagdelen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Alles komt hier samen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Drieluik · driehoek · scheidslijnkaart · eerbiedigende werking · compensatie · waarborg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Dagdeel A en 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het stappenplan zelf opbouwen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volledig toepassen op Van Doorn Techniek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De uiterste transitiedatum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januari 2028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Vanaf dan moet elke regeling Wtp-conform zijn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De uiterste indieningsdatum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oktober 2027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Laatste moment om aan te leveren als je op 1-1-2028 wilt overgaan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Ook de deadline voor eerbiedigende werking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oktober 2027 is de facto ook de uiterste datum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nog voor eerbiedigende werking te kiezen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De omvang van de opgave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Tienduizenden uitvoeringsovereenkomsten moeten nog worden omgezet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bij verzekeraars loopt achter — concentratie richting het einde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Opdracht 15.1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hebben tot 2028, dus we kunnen nog wachten"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twee deadlines lopen hier door elkaar?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Het patroon dat drie keer terugkwam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5 · deel 7 · deel 14: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Contractuele deadlines liggen bijna altijd vóór de wettelijke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Van Doorn specifiek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1 oktober 2027. Niet 1 januari 2028.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juni 2026 — de opzegtermijn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Vijf hoofdkeuzes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Karakter van de regeling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Eerbiedigende werking, ja of nee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Hoogte van de vlakke premie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Solidair of flexibel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Compensatie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Het vaak vergeten zesde punt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nabestaandenpensioen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Moet voor iedereen worden aangepast — ook onder overgangsrecht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Opdracht 15.2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Middelloonregeling, 51 jaar gemiddeld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 de zes punten 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Het twaalfstappenplan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pic>
        <p:nvPicPr>
          <p:cNvPr id="5" name="Image 0" descr="C:\Projecten\eductus.nl\pensioenverzekeringen\figuren\deel-15\figuur-15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143000"/>
            <a:ext cx="9601200" cy="335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593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werkingssfeercontrole tot ingang en nazorg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Stap 1 t/m 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Werkingssfeer → diagnose → inventarisatie → hoofdkeuzes voorbereiden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Stap 5 t/m 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OR-traject → fiscale doorrekening → offerteaanvraag → contractvorming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Stap 9 t/m 12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Transitieplan indienen → implementatie → communicatie → ingang en nazorg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Opdracht 15.3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 zes activiteiten in de juiste volgorde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twee overlappen vrijwel altijd?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De overlap die nooit weggaat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OR-traject en offertevoorbereiding lopen parallel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spanning als in deel 2 — nu op trajectniveau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Vijf complicaties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Gemengd bestand · meerdere cao's · wijzigende omvang · dga-positie · late 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Opdracht 15.4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scenario's, welke complicatie speelt?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Einde dagdeel 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sessie: alles toegepast op één dossier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Doorn Techniek, van a tot z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DAGDEEL 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Herstart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Dertig seconden: waar staat Van Doorn nu?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Opdracht 15.5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de twaalf stappen zelf na, zonder de reader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30-35 minuten, individueel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Stap 1 — Van Doorn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Vrijgesteld van Bpf T&amp;I · fonds gaat zelf over per 1-1-2027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gelijkwaardigheid opnieuw toetsen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26 — Stap 2 — Van Doorn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Staffel 8,4-26,1% (soort B) + partnerpensioen opbouwbasis 70% (soort C)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aparte problemen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27 — Stap 4 — de check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 jij het zesde punt (nabestaandenpensioen) apart genoemd?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verstopt onder "premie"?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28 — Stap 7 — de check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 jij de waarborgvraag expliciet aan Karel gekoppeld?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alleen in algemene termen?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29 — Opdracht 15.6 — de rekensom compleet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Oud: € 6.919 · Nieuw zonder compensatie: € 4.324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compensatie (3%): € 864,84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30 — Het resultaat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€ 4.324 + € 864,84 = € 5.188,84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 altijd € 1.730,16 lager dan zijn oude premie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31 — Zelfs bij het fiscale maximum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"Dit is geen compensatievoorstel, dit is een compensatiebedrag" — deel 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met de rekensom eronder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32 — Karel moet dit weten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verhuld achter het woord "compensatie"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Eerlijk voorgelegd — criterium 6 uit de capstone van deel 10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33 — Opdracht 15.7 — definitief advies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 of B · plus stap 1 · plus de rekensom · plus eerbiedigende werking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A4, 35 minuten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34 — Het spanningsveld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Karel gebaat bij eerbiediging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Yasmin mogelijk beter af zonder — deel 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35 — Vijf structurele fouten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Wettelijke datum verward met eigen deadline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Nabestaandenpensioen als bijzaak behandeld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Waarborg niet bedongen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Compensatiebedrag zonder onderbouwing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OR te laat betrokken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36 — Opdracht 15.8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Vertaal elke fout naar een concrete misstap bij Van Doorn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namen en data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37 — Fout 1, bij Van Doorn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Ferdi wacht tot eind 2027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contract al stilzwijgend verlengd sinds 30 juni 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38 — Fout 3, bij Van Doorn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Overstap zonder waarborg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Karel individueel beoordeeld voor zijn AO-dekking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39 — Fout 5, bij Van Doorn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Ilse hoort het pas ná contractering met Meridiaan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 e-mail-fout uit deel 2, nu op trajectniveau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40 — Opdracht 15.9 — reflectie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 deel van de cursus was voor jou het lastigst te integreren?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 zinnen, individueel inleveren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41 — Wat je vandaag hebt gedaan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Elf voorgaande delen, samengebracht op één dossier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het hele vak, in het klein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42 — Bewaar je werk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Beslisnotitie (15.7) + reflectie (15.9)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directe basis voor de capstone in deel 21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43 — Doorkijk naar deel 16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cirkel naar de fondsenwereld sluit zich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Waardeoverdracht in volle breedte, en invaren bij pensioenfondsen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44 — Tot deel 16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15 — Slidedeck</dc:title>
  <dc:subject>PptxGenJS Presentation</dc:subject>
  <dc:creator>Ductus B.V.</dc:creator>
  <cp:lastModifiedBy>Ductus B.V.</cp:lastModifiedBy>
  <cp:revision>1</cp:revision>
  <dcterms:created xsi:type="dcterms:W3CDTF">2026-08-17T11:24:39Z</dcterms:created>
  <dcterms:modified xsi:type="dcterms:W3CDTF">2026-08-17T11:24:39Z</dcterms:modified>
</cp:coreProperties>
</file>