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casus c (deeltijd) is de belangrijkste — twee methodieken, &gt; € 1.100 verschil.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vooruitkijken, niet nu al actie.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 — Titel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11: Het fiscale kader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begint met rekenwerk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— Terug naar toets 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solidFill>
            <a:srgbClr val="FBF3E7"/>
          </a:solidFill>
          <a:ln w="19050">
            <a:solidFill>
              <a:srgbClr val="E9A1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430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"Blijft de premie binnen de fiscale grens?"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nu toe abstract. Vandaag een rekensom.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— Twee soorten kennis vandaag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systematiek — duurzaam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bedragen — wijzigen jaarlijks, altijd controleren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— De AOW-franchise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Salarisdeel waarover geen pensioen wordt opgebouwd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minimum, geen vast bedrag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— Gestaffeld naar premiepercentage (2026)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 27,217%: minimaal € 15.308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27,217%–28,608%: minimaal € 17.283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Algemene Wtp-franchise: € 19.172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— Waarom gestaffeld?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hoger premiepercentage vraagt een hogere minimale franchise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blijft de totale fiscale ruimte in balans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— Opdracht 11.1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26% — welke franchise geldt, en waarom niet de hoogste?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 — De rekenregel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Pensioengrondslag = salaris − franchise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— Opdracht 11.2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medewerkers van Van Doorn. Reken de grondslag uit.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— Controleer het reglement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de franchise deeltijdevenredig toegepast, of niet?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methodieken komen voor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11 — De fiscale premiegrens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Maximaal 30% van de pensioengrondslag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een vlakke premieregeling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12 — Wat valt eronder, wat niet?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Ouderdomspensioen + partnerpensioen ná pensioendatum → wel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Risicopremie partnerpensioen vóór pensioendatum, AO-dekkingen → eigen kader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13 — Opdracht 11.3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OP + 2% risico-PP + 1,5% AO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"Dan zitten we op 25,5%, ruim onder de grens" — klopt dat?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14 — Terug naar deel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Doorn: 15% vlak, ruim binnen de 30%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Ruimte betekent niet: gebruik hem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15 — Reken het na: Karel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 € 48.000 − franchise € 19.172 = grondslag € 28.828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(24%): € 6.919 · Nieuw (15%): € 4.324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Verschil: € 2.595 per jaar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16 — Reken het na: Yasmin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Salaris € 42.000 − franchise = grondslag € 22.828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Oud (9,7%): € 2.214 · Nieuw (15%): € 3.424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Verschil: + € 1.210 per jaar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17 — Opdracht 11.4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dit zelf voor een 50-jarige, € 55.000, oude staffel 19,8%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Presenteer het antwoord in euro's per maand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18 — De regel die nooit verandert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 overtuigen niemand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Bedragen wel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19 — Compensatieruimte, terug naar deel 7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Tijdelijk +3 procentpunt → totaal maximaal 33%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uiterlijk 1 januari 2037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20 — Opdracht 11.5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Karel: 3% van € 28.828 = € 864,84 maximaal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Dekt dat het hele verschil van € 2.595?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21 — Let op de denkfout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"15% regulier + 18% compensatie" — onjuist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15% regulier binnen een totale grens van maximaal 33%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22 — De aftoppingsgrens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€ 137.800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Daarboven: geen fiscaal gefaciliteerde opbouw meer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23 — Het nettopensioen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 uit netto loon, geen aftrek bij inleg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Uitkering onbelast, vermogen vrijgesteld in box 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24 — Opdracht 11.6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Doorn groeit — over tien jaar een salaris van € 145.000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al relevant, of pas dan?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25 — Vijf fouten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Franchise als vast bedrag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30% op salaris i.p.v. grondslag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Risicopremies meetellen in de 30%-toets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Verouderd bedrag hergebruiken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Compensatieverhoging als permanent behandelen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26 — Huiswerk en doorkijk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11.8 — volledige berekening voor je eigen dossier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12: wat gebeurt er met die premie? Producten, lifecycles en kosten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Nederlandse pensioenverzekering · Niveau 2 — Uitvoering en advies · Deel 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Ductus B.V.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Nederlandse pensioenverzekering — Deel 11 — Slidedeck</dc:title>
  <dc:subject>PptxGenJS Presentation</dc:subject>
  <dc:creator>Ductus B.V.</dc:creator>
  <cp:lastModifiedBy>Ductus B.V.</cp:lastModifiedBy>
  <cp:revision>1</cp:revision>
  <dcterms:created xsi:type="dcterms:W3CDTF">2026-08-17T11:24:39Z</dcterms:created>
  <dcterms:modified xsi:type="dcterms:W3CDTF">2026-08-17T11:24:39Z</dcterms:modified>
</cp:coreProperties>
</file>