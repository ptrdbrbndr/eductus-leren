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begrip, geen exacte fiscale berekening.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26: DGA, ODV, derde pijler en zzp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dossier dat sinds deel 11 is blijven liggen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Terug naar deel 11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"Ferdi zelf uitgezonderd, als dga behandeld in deel 26"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maken we dat waar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Pensioen in eigen beheer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DGA bouwde pensioen op binnen zijn eigen BV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1 juli 2017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Waarom afgeschaft?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Fiscale waarde ≠ commerciële waarde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structureel probleem, geen incident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Drie routes na de uitfasering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Niets doen · afkopen · omzetten naar ODV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Opdracht 26.1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gebeurt er met het kapitaal, en het fiscale gevolg, per route?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De ODV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aanspraak op 20 jaar gelijke uitkeringen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Ingaand op de AOW-leeftijd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De mechaniek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Startwaarde (fiscale waarde bij omzetting)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oprenting met het U-rendement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uitkeringsduur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Het U-rendement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2,602% · 2026: 2,593%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Jaarlijks vastgesteld — altijd controleren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Opdracht 26.2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Reken een ODV door — vereenvoudigd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Vervroegde ingang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5 jaar vóór de AOW-leeftijd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Uitkeringsduur wordt met evenveel jaren verlengd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Opdracht 26.3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jaar eerder ingaan — wat gebeurt er met de jaaruitkering?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 naar deel 13: eerder = minder per jaar.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De partnerbescherming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Prijsgeven van het PEB: schriftelijke instemming vereist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(gewezen) partner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Compensatie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verlies van partnerpensioen en vereveningsrecht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Ineens, of voorwaardelijk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Opdracht 26.4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instemmingsdocument te vinden in het dossier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risico?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De parallel met deel 9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"stille fout" — een bescherming die niet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vanzelfsprekend is ingebouwd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Afstorten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ODV overdragen naar een externe lijfrente-aanbieder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bij verkoop of liquidatie van de BV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Jaarruimte, volledig uitgewerkt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× (inkomen − franchise) − 6,27 × Factor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€ 35.589 (2026)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Opdracht 26.5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DGA zonder lopende opbouw — bereken zijn jaarruimte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De zzp'er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automatische tweedepijleropbouw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Derde pijler = vaak de facto hoofdvoorziening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Opdracht 26.6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moet een oud-monteur, nu zzp'er, controleren?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Opdracht 26.7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Ferdi's dossier compleet — drie openstaande vragen, drie acties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26.7 en 26.8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27: het perspectief van de uitvoerder — hoe ontwikkelt Meridiaan een nieuw product?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26 — Slidedeck</dc:title>
  <dc:subject>PptxGenJS Presentation</dc:subject>
  <dc:creator>Ductus B.V.</dc:creator>
  <cp:lastModifiedBy>Ductus B.V.</cp:lastModifiedBy>
  <cp:revision>1</cp:revision>
  <dcterms:created xsi:type="dcterms:W3CDTF">2026-08-17T11:24:40Z</dcterms:created>
  <dcterms:modified xsi:type="dcterms:W3CDTF">2026-08-17T11:24:40Z</dcterms:modified>
</cp:coreProperties>
</file>