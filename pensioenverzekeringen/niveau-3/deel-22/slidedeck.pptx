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22: Pensioenrecht gevorderd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begint — van uitvoering naar expertise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Registerwissel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1-2: vaste toetsen en rekenregels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3: open normen, ingevuld per casus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Drie fundamenten, nu expliciet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Uitleg · wijziging · gelijke behandeling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De CAO-norm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pensioenreglement: objectieve uitleg naar de bewoordingen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het voordeel van de lezer bij onduidelijkheid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Opdracht 22.1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"55 jaar of ouder" — telt een interne notitie mee?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Het eenzijdig wijzigingsbeding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19 Pw / artikel 7:613 BW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vereisten, cumulatief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Vereiste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wijzigingsbeding — in de arbeidsovereenkomst of het reglement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Vereiste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zwaarwichtig belang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het belang van de werknemer naar redelijkheid en billijkheid doet wijken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Dit is geen lichte toets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belangenafweging — niet een formaliteit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Wat niet volstond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"Marktconforme regeling" · "harmonisatie van arbeidsvoorwaarden"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afgewezen als onvoldoende zwaarwichtig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Opdracht 22.2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situaties. Aan beide vereisten voldaan?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De vraag aan de zaal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de OR volledig instemt — is de werkgever dan veilig?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De kernzin van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OR-instemming is een zwaarwegend gezichtspunt, geen vrijbrief.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Wat instemming wél doet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Verhoogt de kans dat een rechter het zwaarwichtige belang aanneemt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Wat het niet doet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individuele werknemer kan zich blijven verzetten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 ná volledige OR- en vakbondinstemming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Opdracht 22.3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Karel start alsnog een individuele procedure — wat verandert er voor Van Doorn?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De WGBL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Leeftijdsonderscheid bij pensioen: in beginsel verboden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Een smalle uitzondering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actuarieel opgebouwde totale premiestaffel — wél uitgezonderd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verdeling ertussen — niet automatisch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Opdracht 22.4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Staffel volgens het Staffelbesluit + niet-actuariële verdeling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deel is uitgezonderd, welk niet?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De driestappentoets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Legitiem doel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Passend middel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Noodzakelijk middel — geen minder ingrijpend alternatief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Waar het vaakst faalt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op doel, niet op geschiktheid 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noodzakelijkheid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Opdracht 22.5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Ouderen uitgesloten van een gunstige keuze — voer de toets zelf uit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Opdracht 22.6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Stresstest: Van Doorns zwaarwichtige belang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Wettelijk gegeven, of eigen bedrijfsvoorkeur?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22.6 en 22.7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23: de eerbiedigende werking zelf is leeftijdsdiscriminatie — hoe rechtvaardigt de wetgever dat?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3 — Expert · Deel 22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22 — Slidedeck</dc:title>
  <dc:subject>PptxGenJS Presentation</dc:subject>
  <dc:creator>Ductus B.V.</dc:creator>
  <cp:lastModifiedBy>Ductus B.V.</cp:lastModifiedBy>
  <cp:revision>1</cp:revision>
  <dcterms:created xsi:type="dcterms:W3CDTF">2026-08-17T11:24:40Z</dcterms:created>
  <dcterms:modified xsi:type="dcterms:W3CDTF">2026-08-17T11:24:40Z</dcterms:modified>
</cp:coreProperties>
</file>