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24: Compensatie en evenwichtige belangenafweging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vraag, de fondsenwereld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Terug naar deel 23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"Geen route zonder te rechtvaardigen onderscheid"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Geldt dat ook bij fondsen?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De casus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fonds verdeelt een invaaroverschot ongelijk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tussen jong en oud — discriminatie?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Stem eerst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Ja, discriminatie — of nee, gerechtvaardigd?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De uitkomst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discriminatie — College voor de Rechten van de Mens,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 objectief gerechtvaardigd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Opdracht 24.1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Reproduceer de twee argumenten die het College accepteerde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Argument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Ouderen gaan er niet op achteruit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alleen iets minder op vooruit dan jongeren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Argument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Jongeren lopen door het verloop van tijd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langer risico op hun uiteindelijke aanspraak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Opdracht 24.2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driestappentoets toe op de spreidingstermijn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De spreidingstermijn zelf getoetst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"tien jaar, want dat is de standaard"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Maar: doorgerekend als meest evenwichtig voor dít bestand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Terughoudende toets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 partners hebben ingestemd 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 indringende beoordeling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Opdracht 24.3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"Dus we hoeven ons geen zorgen te maken"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de denkfout?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Terughoudend ≠ afwezig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les als bij OR-instemming, deel 22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toets vindt nog steeds plaats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Opdracht 24.4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A: doorgerekend. Fonds B: alleen de default gevolgd.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kiezen tien jaar — wie staat sterker?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Het antwoord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A, ruimschoots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kracht zit in de onderbouwing, niet de uitkomst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De parallel met deel 23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| Verzekerd | Fonds 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|---|---|---|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Grond | Cohort-continuïteit | Risicoduur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Toets | Driestappentoets | Dezelfde driestappentoets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Opdracht 24.5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een vierde rij toe aan de vergelijkingstabel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Netto profijt, herzien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is niet automatisch eerlijk (deel 16)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Ongelijk is niet automatisch oneerlijk (vandaag)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Toepassing op Bpf T&amp;I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vragen langs dezelfde lijn als deel 23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Opdracht 24.6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 vier vragen na voor Bpf T&amp;I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Opdracht 24.7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raakt dit ook Van Doorn — die geen fonds is?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Het antwoord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gelijkwaardigheidstoets (deel 4) verbindt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Doorns positie met Bpf T&amp;I's eigen robuustheid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Opdracht 24.8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instrument, drie toepassingen — deel 22, 23, 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het samen in zes zinnen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24.6-24.8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25: over de grens — IORP II en grensoverschrijdend pensioen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24 — Slidedeck</dc:title>
  <dc:subject>PptxGenJS Presentation</dc:subject>
  <dc:creator>Ductus B.V.</dc:creator>
  <cp:lastModifiedBy>Ductus B.V.</cp:lastModifiedBy>
  <cp:revision>1</cp:revision>
  <dcterms:created xsi:type="dcterms:W3CDTF">2026-08-17T11:24:40Z</dcterms:created>
  <dcterms:modified xsi:type="dcterms:W3CDTF">2026-08-17T11:24:40Z</dcterms:modified>
</cp:coreProperties>
</file>