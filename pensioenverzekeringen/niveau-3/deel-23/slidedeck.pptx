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23: Het overgangsrecht juridisch doorgrond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onthulling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Terug naar deel 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(27, nieuw) — 15% vlak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Yasmin (30, gesloten groep) — 9,7%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Jullie kenden dit feitenpatroon 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De onthulling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memorie van toelichting bij de Wtp bevestigt: eerbiedigende werking is leeftijdsdiscriminatie.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Opdracht 23.1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is dit leeftijdsonderscheid,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 al is "leeftijd" niet het formele criterium?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Indirect onderscheid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Formeel criterium: indiensttredingsmoment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Feitelijk effect: sterk leeftijdsgerelateerd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De rechtvaardiging van de wetgever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"Voor elk cohort, bij gelijke omstandigheden,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eenzelfde pensioenuitkomst per premie-euro"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Vertaald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staffel = actuariële vertaling van gelijke opbouw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Voortzetten voor wie er al in zat = verdedigbaar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Opdracht 23.2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driestappentoets uit deel 22 toe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Legitiem doel · passend middel · noodzakelijk middel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Waar de discussie scherp wordt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er geen alternatief met minder onderscheid?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Bijvoorbeeld: generieke compensatie i.p.v. staffelvoortzetting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De keerzijde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 géén eerbiediging + compensatie = te rechtvaardigen onderscheid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compensatie zelf is leeftijdsafhankelijk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Opdracht 23.3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"Dan hebben we in ieder geval geen discriminatieprobleem meer"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hier onjuist?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De kernzin van vandaag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 bestaat geen route rond de staffel die volledig vrij is van te rechtvaardigen onderscheid.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Houdbaarheid over decennia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het argument van vandaag ook het argument van over twintig jaar?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Opdracht 23.4 — de tijdreis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· 2042 · 2057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bij elk moment: sterk, gemiddeld, of zwak?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2028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Sterk — de bescherming is actueel en direct van toepassing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2042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Zwakker — Yasmin zit al 15 jaar in de groep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de bescherming echt nodig te hebben gehad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2057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Aanzienlijk zwakker — een hele nieuwe generatie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"beschermingsbehoevend" noemen wringt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Cohortvermenging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 naar deel 6: Van Doorn neemt Kramer over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Opdracht 23.5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twee cohorten naar drie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gebeurt er met het gezamenlijke risico?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Praktisch advies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Harmonisatie na een overname niet uitstellen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alleen operationeel — ook juridisch risicobeperkend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Opdracht 23.6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route levert het cijfermatig hardere argument op?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Het antwoord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Compensatie: cijfermatig hard te maken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Eerbiediging: generieker, lastiger hard te maken na verloop van tijd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Opdracht 23.7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Juridische paragraaf voor het Van Doorn-rapport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Onderscheid · driestappentoets · documentatie-advies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Niet elke vraag heeft één zeker antwoord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geen zwakte van het recht — dat is de aard ervan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25 — Huiswerk en doorkijk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23.6 en 23.7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24: dezelfde logica bij fondsen — evenwichtige belangenafweging, compensatie en invaren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23 — Slidedeck</dc:title>
  <dc:subject>PptxGenJS Presentation</dc:subject>
  <dc:creator>Ductus B.V.</dc:creator>
  <cp:lastModifiedBy>Ductus B.V.</cp:lastModifiedBy>
  <cp:revision>1</cp:revision>
  <dcterms:created xsi:type="dcterms:W3CDTF">2026-08-17T11:24:40Z</dcterms:created>
  <dcterms:modified xsi:type="dcterms:W3CDTF">2026-08-17T11:24:40Z</dcterms:modified>
</cp:coreProperties>
</file>