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25: Grensoverschrijdend pensioen en IORP II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de grens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Tot nu toe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cursus speelde zich volledig af binnen Nederland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een verbreding, geen diepe casustoepassing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IORP II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Europese richtlijn voor pensioenfondsen, sinds 2019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Harmonisatie · transparantie · grensoverschrijdende activiteiten · governance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Opdracht 25.1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hoofddoelen — en waarom relatief beperkte impact in NL?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Het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van de Nederlandse werknemers bouwt al pensioen 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terrein te winnen dan elders in Europa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Waar IORP II wél impact had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Risicomanagement · sleutelfuncties · ESG · communicatie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Three lines of defence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Uitvoering · advies · controle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bij één persoon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Drie sleutelfuncties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Risicobeheer · interne audit · actuariaat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Opdracht 25.2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drie taken aan de juiste sleutelfunctie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Opdracht 25.3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persoon voor risicobeheer én interne audit — toegestaan?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Het risico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zichzelf controleert, controleert niet echt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ERB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Eigenrisicobeoordeling — periodiek, structureel, eigen aan het fonds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Opdracht 25.4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staat een fonds met een serieuze ERB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sterker bij een latere toets zoals in deel 24?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Het inzicht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Goede governance vandaag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sterkere juridische positie morgen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Grensoverschrijdende CWO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basis als deel 16 — met een extra laag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Opdracht 25.5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blijft hetzelfde, wat komt erbij?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Domeinafbakening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Nederlandse fondslandschap: sectoraal ingericht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automatisch geschikt voor buitenlandse regelingen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25.6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"Nederland heeft het beste stelsel, dus een Nederlands fonds"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hier mis mee?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Het onderscheid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"Beste stelsel" ≠ "beste uitvoeringsvorm voor dit mandaat"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Opdracht 25.7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Chemie's moeder overweegt Europese centralisatie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 je als niet-gespecialiseerde adviseur?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De juiste reflex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Signaleren, benoemen, doorverwijzen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zelf induiken buiten je expertise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Opdracht 25.8 — reflectie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 is anders dan 22-24 — wat zegt dat over hoe je het weegt?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Vooruitblik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 en verder: DGA en zzp, productontwikkeling,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actuariële grondslagen, de masterproef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25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