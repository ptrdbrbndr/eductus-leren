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expliciet nalopen vóór afronding.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De masterproef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sluitstuk van dertig delen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Zes jaar later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Techniek, 2033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medewerkers, een overname, vier gebeurtenissen tegelijk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Gebeurtenis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discriminatieklacht — Simone, 34, gesloten groep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Vergelijkt zichzelf met een Bergsma-collega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Gebeurtenis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datakwaliteitsprobleem — ontdekt bij de overname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medewerkers, salarismutaties 2028-2031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Gebeurtenis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Sanders, 65, acht maanden tot pensionering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Gebeurtenis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van Doorn, 61, richting bedrijfsverkoop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eigen ODV-dossier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opdracht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Schriftelijk advies, max. 10 pagina's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Verdediging: 45 minuten, vier rollen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Zeven onderdelen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Prioritering · discriminatieklacht · datakwaliteit · Karel · Ferdi · samenhang · openstaande punten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30.1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je eigen prioriteitsvolgorde op — vóórdat je verdergaat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Geen vast juist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een verdedigbare motivering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Urgentie · risico · onderlinge afhankelijkheid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30.2 — de zwaarste opgave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driestappentoets toe op Simone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cohortvermenging uit deel 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Waarom Simones zaak zwaar weegt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2027 was zij 28 — het beschermingsargument was toen al zwak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Bergsma-overname maakt het nu concreet en zichtbaar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30.3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dimensies op het datakwaliteitsprobleem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Tijdigheid, juistheid, mogelijk consistentie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Geen bijzaak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de klacht van Simone wel beoordelen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niet zeker weet of háár gegevens kloppen?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30.4 — Karels correctie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stappen: salaris → grondslag → premie → verschil → afwikkeling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Opdracht 30.5 — Karels keuzes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of variabel · uitruil naar Marleen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mogelijke correctie verwerkt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30.6 — Ferdi's ODV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Instemming destijds? · compensatie? · afstorten? · jaarruimte?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30.7 — kruisverwijzingen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stap die het verschil maakt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 vier losse adviezen en één dossier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Zelfcheck (30.8)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punten, vóór het inleveren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Einde dagdeel 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sessie: de boardsimulatie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DAGDEEL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Herstart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rollen, elk met een eigen belang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Ferdi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Tijdsdruk · kosten · zijn eigen dossier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Simone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haar klacht serieus genomen,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afgescheept met jargon?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Karel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onzekerheid op een cruciaal moment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De toezichtsrol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of structureel patroon?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De rubric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criteria — twee wegen dubbel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Register versus verhaal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verhaal, passend detailniveau per 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oprechtheid richting Simone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Eerlijkheid over onzekerheid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punten benoemen — ook onder Ferdi's tijdsdruk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Boardsimulaties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rondes, rouleren door de groep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30 — De verboden zin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"Gemiddeld genomen..." — nog steeds verboden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 op de valreep van de cursus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31 — Opdracht 30.9 — terugblik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instrument uit welk deel was hier het meest onmisbaar?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32 — Geen vast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wel: kunnen aanwijzen wélk instrument, en waarom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33 — Van deel 1 tot hier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vraag die simpel klonk: is deze regeling Wtp-conform?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Dertig delen later: een heel vak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34 — Wat blijft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Diagnosticeer zorgvuldig · reken concreet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Wees eerlijk over wat je niet weet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35 — Eenzelfde verhaal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directeur, de deelnemer, de toezichthouder,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collega die zich onrecht voelt aangedaan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36 — Einde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t/m 30 — voltooid.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30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