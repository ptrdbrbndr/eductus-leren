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28: Actuariële grondslagen en langlevenrisico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laag die stilzwijgend aanwezig was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deel 13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projectierendement — waar kwam de aanname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de uitkeringsduur eigenlijk vandaan?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De prognosetafel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Verwachte sterftekans per leeftijd, per toekomstig jaar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Tweejaarlijks herzien door het 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Een prognose, geen foto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Levensverwachting stijgt structureel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 het verleden weergeven = systematisch onderschatten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28.1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prognose, en geen vaste tafel?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AG2024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Gepubliceerd 12 september 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Vervangt AG2022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Oversterfte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sterfgevallen dan de langetermijntrend voorspelt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Sinds de coronapandemie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De aanname in AG2022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Oversterfte halveert elk jaar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Wat de data lieten zien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en 2023: langzamer herstel dan verwacht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De bijstelling in AG2024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Oversterfte neemt jaarlijks nog maar met 25% af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50%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Mannen versus vrouwen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Mannen: sterke afname van de oversterfte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Vrouwen: vergelijkbaar niveau gebleven — hogere korte-termijn sterftekans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Opdracht 28.2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AG2024 samen in drie zinnen, zonder de reader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Twee soorten langlevenrisico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Individueel — diversifieerbaar binnen een groep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Collectief — treft iedereen tegelijk, niet diversifieerbaar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Opdracht 28.3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 — individueel of collectief?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Waarom de prognosetafel zoveel gewicht heeft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vangt specifiek het niet-diversifieerbare deel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Vier koppelingen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Projectierendement (13) · garanties (12) · invaren (16, 24) · sleutelfunctie actuariaat (25)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28.4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is een garantiecontract gevoeliger voor AG2024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een variabel product?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Opdracht 28.5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de sleutelfunctie actuariaat concreet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nieuwe tafel?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Solvabiliteit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Hogere levensverwachting → hogere voorziening → meer kapitaal nodig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28.6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zijn de opties voor een verzekeraar die dit constateert?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Terug naar de praktijk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offertes, twee verzekeraars — mogelijk twee tafelversies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Opdracht 28.7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dit een reden tot wantrouwen? Wat vraag je na?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28.8 — reflectie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eerder "hard" cijfer blijkt nu een tijdgebonden aanname?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28.6-28.8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29: de casuïstiek-marathon — de hele cursus in de breedte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28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