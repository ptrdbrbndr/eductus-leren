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laat de groep de ontbrekende stap zelf missen.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 — Titel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27: Productontwikkeling bij een verzekeraar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perspectief draait om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 — 26 delen lang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Meridiaan als leverancier, beoordeeld door Joost en Van Doorn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Vandaag: mee over Meridiaans eigen schouder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3 — Opdracht 27.1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Draai drie eerdere beslissingen om naar het Meridiaan-perspectief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4 — Waar productontwikkeling begint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bij de actuariële tabel —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een gesignaleerde marktbehoefte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5 — Segmentatie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Klein, middelgroot, groot — elk vraagt een andere balans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Standaardisatie versus maatwerk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6 — De doelgroepbepaling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market — een regulatoire eis, geen marketingkeuze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7 — De koppeling met deel 18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Dezelfde zorgplichtgedachte — nu toegepast op het product zelf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8 — Opdracht 27.2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 een doelgroepbepaling op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 wie wél, en — net zo belangrijk — voor wie niet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9 — Drie prijsstellingsfactoren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Mortaliteit · kosten · concurrentiepositie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10 — Opdracht 27.3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Meridiaan verlaagt de prijs om marktaandeel te winnen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Welke factor raakt dit, en wat is het risico?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11 — De spanning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Actuaris: "Bij deze prijs dekken we het risico niet"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Commercie: "Anders verliezen we het segment"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12 — Is dit een probleem?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 — dezelfde gezonde spanning als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risicobeheer versus interne audit, deel 25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13 — Opdracht 27.4 — rollenspel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Speel het gesprek uit — wat is de gezonde uitkomst?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14 — Zeven stappen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pic>
        <p:nvPicPr>
          <p:cNvPr id="5" name="Image 0" descr="C:\Projecten\eductus.nl\pensioenverzekeringen\figuren\deel-27\figuur-27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3876" y="1143000"/>
            <a:ext cx="9601200" cy="33611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595602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Marktsignaal → ontwerp → doelgroep → prijsstelling → compliance → distributie → monitoring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27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15 — Opdracht 27.5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Zet vijf activiteiten in de juiste volgorde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16 — Stap 7 is geen formaliteit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= de productgovernance-tegenhanger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de ERB uit deel 25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17 — Meridiaans Wtp-propositie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20-250 medewerkers · gemengd bestand · flexibele premieregeling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Standaard waarborgbepaling als concurrentievoordeel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18 — Opdracht 27.6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Van Doorn bij deze doelgroepbepaling?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19 — Opdracht 27.7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jaar later: vooral kleine werkgevers kopen het product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betekent dit, en wat doe je?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20 — Het risico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 risicoprofiel dan bedoeld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Stilzwijgend doorgaan is geen optie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21 — Opdracht 27.8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 heeft dit deel je beeld van een eerder onderdeel veranderd?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22 — Het inzicht van vandaag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voor de klant "een keuzemogelijkheid" is,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voor de uitvoerder een productontwerpvraag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23 — Huiswerk en doorkijk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27.6-27.8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28: wat schuilt er achter elk cijfer — actuariële grondslagen en langlevenrisico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Ductus B.V.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Nederlandse pensioenverzekering — Deel 27 — Slidedeck</dc:title>
  <dc:subject>PptxGenJS Presentation</dc:subject>
  <dc:creator>Ductus B.V.</dc:creator>
  <cp:lastModifiedBy>Ductus B.V.</cp:lastModifiedBy>
  <cp:revision>1</cp:revision>
  <dcterms:created xsi:type="dcterms:W3CDTF">2026-08-17T11:24:40Z</dcterms:created>
  <dcterms:modified xsi:type="dcterms:W3CDTF">2026-08-17T11:24:40Z</dcterms:modified>
</cp:coreProperties>
</file>