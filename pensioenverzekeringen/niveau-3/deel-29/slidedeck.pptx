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willekeurig aanwijzen, 30 seconden per 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29: Casuïstiek-marathon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nieuwe stof — snelheid en breedte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Waarom een marathon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cliënt belt zelden met "ik heb een vraag over toets 4 van de scheidslijnkaart"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vertelt een verhaal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vaardigheid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meer regels kennen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razendsnel herkennen welke regel hier geldt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vijfstappenroutine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Lees snel 2. Kernprobleem in één zin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Wijs het instrument aan 4. Kort antwoord 5. Wat moet je nog natrekken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Docent modelleert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 1-3, hardop, met de klok mee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Casus 4-12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Gezamenlijk, hoog tempo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Het patroon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casus: terug te voeren op één of twee eerdere delen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Ronde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nieuwe casussen, individueel, 20 minuten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hulpmiddelen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Casus 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Scheiding bij Bpf T&amp;I — verevening of conversie?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Casus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premie zonder compensatieperiode — toegestaan?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Casus 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 uitkering daalt ondanks goede beurs — waarom?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Casus 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een ERB als onderbouwing voor een invaarbesluit dienen?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Casus 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jaar verkeerde deeltijdfactor — wat nu?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Casus 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Zzp'er, oud-monteur — nog opbouw bij zijn oude fonds?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Ronde 2 — registerwisseling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casus twee keer beantwoorden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Deelnemer-versie én bestuurder-versie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valkuil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deelnemer-versie geruststellender maken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de feiten toestaan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Ronde 3 — prioriteren onder tijdsdruk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vragen, tien minuten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eerst, welke tweede, welke derde?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De casus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"Stopt mijn compensatie?" · "Kan ik dit kwartaal wisselen?" · "Erft mijn dochter niets?"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Wat níet kan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half beantwoorden om tijd te besparen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Wat wél kan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 kiezen, en eerlijk zijn over wat meer tijd vergt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Zelfreflectie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casus kostte jou de meeste moeite?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waar je vóór deel 30 nog naar moet kijken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de masterproef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samen, in één onvoorzien dossier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29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